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EA7-4AA0-96A2-8760E52A399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4938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/>
          <p:cNvGraphicFramePr/>
          <p:nvPr/>
        </p:nvGraphicFramePr>
        <p:xfrm>
          <a:off x="8519008" y="3703320"/>
          <a:ext cx="3124048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779008"/>
            <a:ext cx="777240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83" y="5847588"/>
            <a:ext cx="541755" cy="3566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733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6007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1550</Words>
  <Application>Microsoft Office PowerPoint</Application>
  <PresentationFormat>Widescreen</PresentationFormat>
  <Paragraphs>264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2026-10-26T22:55:58Z</dcterms:created>
  <dcterms:modified xsi:type="dcterms:W3CDTF">2026-10-26T22:56:06Z</dcterms:modified>
</cp:coreProperties>
</file>