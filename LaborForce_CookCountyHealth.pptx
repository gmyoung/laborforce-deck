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notesSlides/notesSlide14.xml" ContentType="application/vnd.openxmlformats-officedocument.presentationml.notesSlide+xml"/>
  <Override PartName="/ppt/charts/chart11.xml" ContentType="application/vnd.openxmlformats-officedocument.drawingml.chart+xml"/>
  <Override PartName="/ppt/notesSlides/notesSlide15.xml" ContentType="application/vnd.openxmlformats-officedocument.presentationml.notesSlide+xml"/>
  <Override PartName="/ppt/charts/chart12.xml" ContentType="application/vnd.openxmlformats-officedocument.drawingml.chart+xml"/>
  <Override PartName="/ppt/notesSlides/notesSlide16.xml" ContentType="application/vnd.openxmlformats-officedocument.presentationml.notesSlide+xml"/>
  <Override PartName="/ppt/charts/chart13.xml" ContentType="application/vnd.openxmlformats-officedocument.drawingml.chart+xml"/>
  <Override PartName="/ppt/notesSlides/notesSlide17.xml" ContentType="application/vnd.openxmlformats-officedocument.presentationml.notesSlide+xml"/>
  <Override PartName="/ppt/charts/chart14.xml" ContentType="application/vnd.openxmlformats-officedocument.drawingml.chart+xml"/>
  <Override PartName="/ppt/notesSlides/notesSlide18.xml" ContentType="application/vnd.openxmlformats-officedocument.presentationml.notesSlide+xml"/>
  <Override PartName="/ppt/charts/chart15.xml" ContentType="application/vnd.openxmlformats-officedocument.drawingml.chart+xml"/>
  <Override PartName="/ppt/notesSlides/notesSlide19.xml" ContentType="application/vnd.openxmlformats-officedocument.presentationml.notesSlide+xml"/>
  <Override PartName="/ppt/charts/chart16.xml" ContentType="application/vnd.openxmlformats-officedocument.drawingml.chart+xml"/>
  <Override PartName="/ppt/notesSlides/notesSlide20.xml" ContentType="application/vnd.openxmlformats-officedocument.presentationml.notesSlide+xml"/>
  <Override PartName="/ppt/charts/chart17.xml" ContentType="application/vnd.openxmlformats-officedocument.drawingml.chart+xml"/>
  <Override PartName="/ppt/notesSlides/notesSlide21.xml" ContentType="application/vnd.openxmlformats-officedocument.presentationml.notesSlide+xml"/>
  <Override PartName="/ppt/charts/chart18.xml" ContentType="application/vnd.openxmlformats-officedocument.drawingml.chart+xml"/>
  <Override PartName="/ppt/notesSlides/notesSlide22.xml" ContentType="application/vnd.openxmlformats-officedocument.presentationml.notesSlide+xml"/>
  <Override PartName="/ppt/charts/chart19.xml" ContentType="application/vnd.openxmlformats-officedocument.drawingml.chart+xml"/>
  <Override PartName="/ppt/notesSlides/notesSlide23.xml" ContentType="application/vnd.openxmlformats-officedocument.presentationml.notesSlide+xml"/>
  <Override PartName="/ppt/charts/chart20.xml" ContentType="application/vnd.openxmlformats-officedocument.drawingml.chart+xml"/>
  <Override PartName="/ppt/notesSlides/notesSlide24.xml" ContentType="application/vnd.openxmlformats-officedocument.presentationml.notesSlide+xml"/>
  <Override PartName="/ppt/charts/chart21.xml" ContentType="application/vnd.openxmlformats-officedocument.drawingml.chart+xml"/>
  <Override PartName="/ppt/notesSlides/notesSlide25.xml" ContentType="application/vnd.openxmlformats-officedocument.presentationml.notesSlide+xml"/>
  <Override PartName="/ppt/charts/chart22.xml" ContentType="application/vnd.openxmlformats-officedocument.drawingml.chart+xml"/>
  <Override PartName="/ppt/notesSlides/notesSlide26.xml" ContentType="application/vnd.openxmlformats-officedocument.presentationml.notesSlide+xml"/>
  <Override PartName="/ppt/charts/chart23.xml" ContentType="application/vnd.openxmlformats-officedocument.drawingml.chart+xml"/>
  <Override PartName="/ppt/notesSlides/notesSlide27.xml" ContentType="application/vnd.openxmlformats-officedocument.presentationml.notesSlide+xml"/>
  <Override PartName="/ppt/charts/chart24.xml" ContentType="application/vnd.openxmlformats-officedocument.drawingml.chart+xml"/>
  <Override PartName="/ppt/notesSlides/notesSlide28.xml" ContentType="application/vnd.openxmlformats-officedocument.presentationml.notesSlide+xml"/>
  <Override PartName="/ppt/charts/chart25.xml" ContentType="application/vnd.openxmlformats-officedocument.drawingml.chart+xml"/>
  <Override PartName="/ppt/notesSlides/notesSlide29.xml" ContentType="application/vnd.openxmlformats-officedocument.presentationml.notesSlide+xml"/>
  <Override PartName="/ppt/charts/chart26.xml" ContentType="application/vnd.openxmlformats-officedocument.drawingml.chart+xml"/>
  <Override PartName="/ppt/notesSlides/notesSlide30.xml" ContentType="application/vnd.openxmlformats-officedocument.presentationml.notesSlide+xml"/>
  <Override PartName="/ppt/charts/chart27.xml" ContentType="application/vnd.openxmlformats-officedocument.drawingml.chart+xml"/>
  <Override PartName="/ppt/notesSlides/notesSlide31.xml" ContentType="application/vnd.openxmlformats-officedocument.presentationml.notesSlide+xml"/>
  <Override PartName="/ppt/charts/chart28.xml" ContentType="application/vnd.openxmlformats-officedocument.drawingml.chart+xml"/>
  <Override PartName="/ppt/notesSlides/notesSlide32.xml" ContentType="application/vnd.openxmlformats-officedocument.presentationml.notesSlide+xml"/>
  <Override PartName="/ppt/charts/chart29.xml" ContentType="application/vnd.openxmlformats-officedocument.drawingml.chart+xml"/>
  <Override PartName="/ppt/notesSlides/notesSlide33.xml" ContentType="application/vnd.openxmlformats-officedocument.presentationml.notesSlide+xml"/>
  <Override PartName="/ppt/charts/chart30.xml" ContentType="application/vnd.openxmlformats-officedocument.drawingml.chart+xml"/>
  <Override PartName="/ppt/notesSlides/notesSlide34.xml" ContentType="application/vnd.openxmlformats-officedocument.presentationml.notesSlide+xml"/>
  <Override PartName="/ppt/charts/chart31.xml" ContentType="application/vnd.openxmlformats-officedocument.drawingml.chart+xml"/>
  <Override PartName="/ppt/notesSlides/notesSlide35.xml" ContentType="application/vnd.openxmlformats-officedocument.presentationml.notesSlide+xml"/>
  <Override PartName="/ppt/charts/chart32.xml" ContentType="application/vnd.openxmlformats-officedocument.drawingml.chart+xml"/>
  <Override PartName="/ppt/notesSlides/notesSlide36.xml" ContentType="application/vnd.openxmlformats-officedocument.presentationml.notesSlide+xml"/>
  <Override PartName="/ppt/charts/chart33.xml" ContentType="application/vnd.openxmlformats-officedocument.drawingml.chart+xml"/>
  <Override PartName="/ppt/notesSlides/notesSlide37.xml" ContentType="application/vnd.openxmlformats-officedocument.presentationml.notesSlide+xml"/>
  <Override PartName="/ppt/charts/chart34.xml" ContentType="application/vnd.openxmlformats-officedocument.drawingml.chart+xml"/>
  <Override PartName="/ppt/notesSlides/notesSlide38.xml" ContentType="application/vnd.openxmlformats-officedocument.presentationml.notesSlide+xml"/>
  <Override PartName="/ppt/charts/chart35.xml" ContentType="application/vnd.openxmlformats-officedocument.drawingml.chart+xml"/>
  <Override PartName="/ppt/notesSlides/notesSlide39.xml" ContentType="application/vnd.openxmlformats-officedocument.presentationml.notesSlide+xml"/>
  <Override PartName="/ppt/charts/chart36.xml" ContentType="application/vnd.openxmlformats-officedocument.drawingml.chart+xml"/>
  <Override PartName="/ppt/notesSlides/notesSlide40.xml" ContentType="application/vnd.openxmlformats-officedocument.presentationml.notesSlide+xml"/>
  <Override PartName="/ppt/charts/chart37.xml" ContentType="application/vnd.openxmlformats-officedocument.drawingml.chart+xml"/>
  <Override PartName="/ppt/notesSlides/notesSlide41.xml" ContentType="application/vnd.openxmlformats-officedocument.presentationml.notesSlide+xml"/>
  <Override PartName="/ppt/charts/chart38.xml" ContentType="application/vnd.openxmlformats-officedocument.drawingml.chart+xml"/>
  <Override PartName="/ppt/notesSlides/notesSlide42.xml" ContentType="application/vnd.openxmlformats-officedocument.presentationml.notesSlide+xml"/>
  <Override PartName="/ppt/charts/chart39.xml" ContentType="application/vnd.openxmlformats-officedocument.drawingml.chart+xml"/>
  <Override PartName="/ppt/notesSlides/notesSlide43.xml" ContentType="application/vnd.openxmlformats-officedocument.presentationml.notesSlide+xml"/>
  <Override PartName="/ppt/charts/chart40.xml" ContentType="application/vnd.openxmlformats-officedocument.drawingml.chart+xml"/>
  <Override PartName="/ppt/notesSlides/notesSlide44.xml" ContentType="application/vnd.openxmlformats-officedocument.presentationml.notesSlide+xml"/>
  <Override PartName="/ppt/charts/chart41.xml" ContentType="application/vnd.openxmlformats-officedocument.drawingml.chart+xml"/>
  <Override PartName="/ppt/notesSlides/notesSlide45.xml" ContentType="application/vnd.openxmlformats-officedocument.presentationml.notesSlide+xml"/>
  <Override PartName="/ppt/charts/chart42.xml" ContentType="application/vnd.openxmlformats-officedocument.drawingml.chart+xml"/>
  <Override PartName="/ppt/notesSlides/notesSlide46.xml" ContentType="application/vnd.openxmlformats-officedocument.presentationml.notesSlide+xml"/>
  <Override PartName="/ppt/charts/chart43.xml" ContentType="application/vnd.openxmlformats-officedocument.drawingml.chart+xml"/>
  <Override PartName="/ppt/notesSlides/notesSlide47.xml" ContentType="application/vnd.openxmlformats-officedocument.presentationml.notesSlide+xml"/>
  <Override PartName="/ppt/charts/chart44.xml" ContentType="application/vnd.openxmlformats-officedocument.drawingml.chart+xml"/>
  <Override PartName="/ppt/notesSlides/notesSlide48.xml" ContentType="application/vnd.openxmlformats-officedocument.presentationml.notesSlide+xml"/>
  <Override PartName="/ppt/charts/chart45.xml" ContentType="application/vnd.openxmlformats-officedocument.drawingml.chart+xml"/>
  <Override PartName="/ppt/notesSlides/notesSlide49.xml" ContentType="application/vnd.openxmlformats-officedocument.presentationml.notesSlide+xml"/>
  <Override PartName="/ppt/charts/chart46.xml" ContentType="application/vnd.openxmlformats-officedocument.drawingml.chart+xml"/>
  <Override PartName="/ppt/notesSlides/notesSlide50.xml" ContentType="application/vnd.openxmlformats-officedocument.presentationml.notesSlide+xml"/>
  <Override PartName="/ppt/charts/chart47.xml" ContentType="application/vnd.openxmlformats-officedocument.drawingml.chart+xml"/>
  <Override PartName="/ppt/notesSlides/notesSlide51.xml" ContentType="application/vnd.openxmlformats-officedocument.presentationml.notesSlide+xml"/>
  <Override PartName="/ppt/charts/chart48.xml" ContentType="application/vnd.openxmlformats-officedocument.drawingml.chart+xml"/>
  <Override PartName="/ppt/notesSlides/notesSlide52.xml" ContentType="application/vnd.openxmlformats-officedocument.presentationml.notesSlide+xml"/>
  <Override PartName="/ppt/charts/chart49.xml" ContentType="application/vnd.openxmlformats-officedocument.drawingml.chart+xml"/>
  <Override PartName="/ppt/notesSlides/notesSlide53.xml" ContentType="application/vnd.openxmlformats-officedocument.presentationml.notesSlide+xml"/>
  <Override PartName="/ppt/charts/chart50.xml" ContentType="application/vnd.openxmlformats-officedocument.drawingml.chart+xml"/>
  <Override PartName="/ppt/notesSlides/notesSlide54.xml" ContentType="application/vnd.openxmlformats-officedocument.presentationml.notesSlide+xml"/>
  <Override PartName="/ppt/charts/chart51.xml" ContentType="application/vnd.openxmlformats-officedocument.drawingml.chart+xml"/>
  <Override PartName="/ppt/notesSlides/notesSlide55.xml" ContentType="application/vnd.openxmlformats-officedocument.presentationml.notesSlide+xml"/>
  <Override PartName="/ppt/charts/chart52.xml" ContentType="application/vnd.openxmlformats-officedocument.drawingml.chart+xml"/>
  <Override PartName="/ppt/notesSlides/notesSlide56.xml" ContentType="application/vnd.openxmlformats-officedocument.presentationml.notesSlide+xml"/>
  <Override PartName="/ppt/charts/chart53.xml" ContentType="application/vnd.openxmlformats-officedocument.drawingml.chart+xml"/>
  <Override PartName="/ppt/notesSlides/notesSlide57.xml" ContentType="application/vnd.openxmlformats-officedocument.presentationml.notesSlide+xml"/>
  <Override PartName="/ppt/charts/chart54.xml" ContentType="application/vnd.openxmlformats-officedocument.drawingml.chart+xml"/>
  <Override PartName="/ppt/notesSlides/notesSlide58.xml" ContentType="application/vnd.openxmlformats-officedocument.presentationml.notesSlide+xml"/>
  <Override PartName="/ppt/charts/chart55.xml" ContentType="application/vnd.openxmlformats-officedocument.drawingml.chart+xml"/>
  <Override PartName="/ppt/notesSlides/notesSlide59.xml" ContentType="application/vnd.openxmlformats-officedocument.presentationml.notesSlide+xml"/>
  <Override PartName="/ppt/charts/chart56.xml" ContentType="application/vnd.openxmlformats-officedocument.drawingml.chart+xml"/>
  <Override PartName="/ppt/notesSlides/notesSlide60.xml" ContentType="application/vnd.openxmlformats-officedocument.presentationml.notesSlide+xml"/>
  <Override PartName="/ppt/charts/chart57.xml" ContentType="application/vnd.openxmlformats-officedocument.drawingml.chart+xml"/>
  <Override PartName="/ppt/notesSlides/notesSlide61.xml" ContentType="application/vnd.openxmlformats-officedocument.presentationml.notesSlide+xml"/>
  <Override PartName="/ppt/charts/chart58.xml" ContentType="application/vnd.openxmlformats-officedocument.drawingml.chart+xml"/>
  <Override PartName="/ppt/notesSlides/notesSlide62.xml" ContentType="application/vnd.openxmlformats-officedocument.presentationml.notesSlide+xml"/>
  <Override PartName="/ppt/charts/chart59.xml" ContentType="application/vnd.openxmlformats-officedocument.drawingml.chart+xml"/>
  <Override PartName="/ppt/notesSlides/notesSlide63.xml" ContentType="application/vnd.openxmlformats-officedocument.presentationml.notesSlide+xml"/>
  <Override PartName="/ppt/charts/chart60.xml" ContentType="application/vnd.openxmlformats-officedocument.drawingml.chart+xml"/>
  <Override PartName="/ppt/notesSlides/notesSlide64.xml" ContentType="application/vnd.openxmlformats-officedocument.presentationml.notesSlide+xml"/>
  <Override PartName="/ppt/charts/chart61.xml" ContentType="application/vnd.openxmlformats-officedocument.drawingml.chart+xml"/>
  <Override PartName="/ppt/notesSlides/notesSlide65.xml" ContentType="application/vnd.openxmlformats-officedocument.presentationml.notesSlide+xml"/>
  <Override PartName="/ppt/charts/chart62.xml" ContentType="application/vnd.openxmlformats-officedocument.drawingml.chart+xml"/>
  <Override PartName="/ppt/notesSlides/notesSlide66.xml" ContentType="application/vnd.openxmlformats-officedocument.presentationml.notesSlide+xml"/>
  <Override PartName="/ppt/charts/chart63.xml" ContentType="application/vnd.openxmlformats-officedocument.drawingml.chart+xml"/>
  <Override PartName="/ppt/notesSlides/notesSlide67.xml" ContentType="application/vnd.openxmlformats-officedocument.presentationml.notesSlide+xml"/>
  <Override PartName="/ppt/charts/chart64.xml" ContentType="application/vnd.openxmlformats-officedocument.drawingml.chart+xml"/>
  <Override PartName="/ppt/notesSlides/notesSlide68.xml" ContentType="application/vnd.openxmlformats-officedocument.presentationml.notesSlide+xml"/>
  <Override PartName="/ppt/charts/chart65.xml" ContentType="application/vnd.openxmlformats-officedocument.drawingml.chart+xml"/>
  <Override PartName="/ppt/notesSlides/notesSlide69.xml" ContentType="application/vnd.openxmlformats-officedocument.presentationml.notesSlide+xml"/>
  <Override PartName="/ppt/charts/chart66.xml" ContentType="application/vnd.openxmlformats-officedocument.drawingml.chart+xml"/>
  <Override PartName="/ppt/notesSlides/notesSlide70.xml" ContentType="application/vnd.openxmlformats-officedocument.presentationml.notesSlide+xml"/>
  <Override PartName="/ppt/charts/chart67.xml" ContentType="application/vnd.openxmlformats-officedocument.drawingml.chart+xml"/>
  <Override PartName="/ppt/notesSlides/notesSlide71.xml" ContentType="application/vnd.openxmlformats-officedocument.presentationml.notesSlide+xml"/>
  <Override PartName="/ppt/charts/chart68.xml" ContentType="application/vnd.openxmlformats-officedocument.drawingml.chart+xml"/>
  <Override PartName="/ppt/notesSlides/notesSlide72.xml" ContentType="application/vnd.openxmlformats-officedocument.presentationml.notesSlide+xml"/>
  <Override PartName="/ppt/charts/chart69.xml" ContentType="application/vnd.openxmlformats-officedocument.drawingml.chart+xml"/>
  <Override PartName="/ppt/notesSlides/notesSlide73.xml" ContentType="application/vnd.openxmlformats-officedocument.presentationml.notesSlide+xml"/>
  <Override PartName="/ppt/charts/chart70.xml" ContentType="application/vnd.openxmlformats-officedocument.drawingml.chart+xml"/>
  <Override PartName="/ppt/notesSlides/notesSlide74.xml" ContentType="application/vnd.openxmlformats-officedocument.presentationml.notesSlide+xml"/>
  <Override PartName="/ppt/charts/chart71.xml" ContentType="application/vnd.openxmlformats-officedocument.drawingml.chart+xml"/>
  <Override PartName="/ppt/notesSlides/notesSlide75.xml" ContentType="application/vnd.openxmlformats-officedocument.presentationml.notesSlide+xml"/>
  <Override PartName="/ppt/charts/chart72.xml" ContentType="application/vnd.openxmlformats-officedocument.drawingml.chart+xml"/>
  <Override PartName="/ppt/notesSlides/notesSlide76.xml" ContentType="application/vnd.openxmlformats-officedocument.presentationml.notesSlide+xml"/>
  <Override PartName="/ppt/charts/chart73.xml" ContentType="application/vnd.openxmlformats-officedocument.drawingml.chart+xml"/>
  <Override PartName="/ppt/notesSlides/notesSlide77.xml" ContentType="application/vnd.openxmlformats-officedocument.presentationml.notesSlide+xml"/>
  <Override PartName="/ppt/charts/chart74.xml" ContentType="application/vnd.openxmlformats-officedocument.drawingml.chart+xml"/>
  <Override PartName="/ppt/notesSlides/notesSlide78.xml" ContentType="application/vnd.openxmlformats-officedocument.presentationml.notesSlide+xml"/>
  <Override PartName="/ppt/charts/chart75.xml" ContentType="application/vnd.openxmlformats-officedocument.drawingml.chart+xml"/>
  <Override PartName="/ppt/notesSlides/notesSlide79.xml" ContentType="application/vnd.openxmlformats-officedocument.presentationml.notesSlide+xml"/>
  <Override PartName="/ppt/charts/chart76.xml" ContentType="application/vnd.openxmlformats-officedocument.drawingml.chart+xml"/>
  <Override PartName="/ppt/notesSlides/notesSlide80.xml" ContentType="application/vnd.openxmlformats-officedocument.presentationml.notesSlide+xml"/>
  <Override PartName="/ppt/charts/chart77.xml" ContentType="application/vnd.openxmlformats-officedocument.drawingml.chart+xml"/>
  <Override PartName="/ppt/notesSlides/notesSlide81.xml" ContentType="application/vnd.openxmlformats-officedocument.presentationml.notesSlide+xml"/>
  <Override PartName="/ppt/charts/chart78.xml" ContentType="application/vnd.openxmlformats-officedocument.drawingml.chart+xml"/>
  <Override PartName="/ppt/notesSlides/notesSlide82.xml" ContentType="application/vnd.openxmlformats-officedocument.presentationml.notesSlide+xml"/>
  <Override PartName="/ppt/charts/chart79.xml" ContentType="application/vnd.openxmlformats-officedocument.drawingml.chart+xml"/>
  <Override PartName="/ppt/notesSlides/notesSlide83.xml" ContentType="application/vnd.openxmlformats-officedocument.presentationml.notesSlide+xml"/>
  <Override PartName="/ppt/charts/chart80.xml" ContentType="application/vnd.openxmlformats-officedocument.drawingml.chart+xml"/>
  <Override PartName="/ppt/notesSlides/notesSlide84.xml" ContentType="application/vnd.openxmlformats-officedocument.presentationml.notesSlide+xml"/>
  <Override PartName="/ppt/charts/chart81.xml" ContentType="application/vnd.openxmlformats-officedocument.drawingml.chart+xml"/>
  <Override PartName="/ppt/notesSlides/notesSlide85.xml" ContentType="application/vnd.openxmlformats-officedocument.presentationml.notesSlide+xml"/>
  <Override PartName="/ppt/charts/chart82.xml" ContentType="application/vnd.openxmlformats-officedocument.drawingml.chart+xml"/>
  <Override PartName="/ppt/notesSlides/notesSlide86.xml" ContentType="application/vnd.openxmlformats-officedocument.presentationml.notesSlide+xml"/>
  <Override PartName="/ppt/charts/chart83.xml" ContentType="application/vnd.openxmlformats-officedocument.drawingml.chart+xml"/>
  <Override PartName="/ppt/notesSlides/notesSlide87.xml" ContentType="application/vnd.openxmlformats-officedocument.presentationml.notesSlide+xml"/>
  <Override PartName="/ppt/charts/chart84.xml" ContentType="application/vnd.openxmlformats-officedocument.drawingml.chart+xml"/>
  <Override PartName="/ppt/notesSlides/notesSlide88.xml" ContentType="application/vnd.openxmlformats-officedocument.presentationml.notesSlide+xml"/>
  <Override PartName="/ppt/charts/chart85.xml" ContentType="application/vnd.openxmlformats-officedocument.drawingml.chart+xml"/>
  <Override PartName="/ppt/notesSlides/notesSlide89.xml" ContentType="application/vnd.openxmlformats-officedocument.presentationml.notesSlide+xml"/>
  <Override PartName="/ppt/charts/chart86.xml" ContentType="application/vnd.openxmlformats-officedocument.drawingml.chart+xml"/>
  <Override PartName="/ppt/notesSlides/notesSlide90.xml" ContentType="application/vnd.openxmlformats-officedocument.presentationml.notesSlide+xml"/>
  <Override PartName="/ppt/charts/chart87.xml" ContentType="application/vnd.openxmlformats-officedocument.drawingml.chart+xml"/>
  <Override PartName="/ppt/notesSlides/notesSlide91.xml" ContentType="application/vnd.openxmlformats-officedocument.presentationml.notesSlide+xml"/>
  <Override PartName="/ppt/charts/chart88.xml" ContentType="application/vnd.openxmlformats-officedocument.drawingml.chart+xml"/>
  <Override PartName="/ppt/notesSlides/notesSlide92.xml" ContentType="application/vnd.openxmlformats-officedocument.presentationml.notesSlide+xml"/>
  <Override PartName="/ppt/charts/chart89.xml" ContentType="application/vnd.openxmlformats-officedocument.drawingml.chart+xml"/>
  <Override PartName="/ppt/notesSlides/notesSlide93.xml" ContentType="application/vnd.openxmlformats-officedocument.presentationml.notesSlide+xml"/>
  <Override PartName="/ppt/charts/chart90.xml" ContentType="application/vnd.openxmlformats-officedocument.drawingml.chart+xml"/>
  <Override PartName="/ppt/notesSlides/notesSlide94.xml" ContentType="application/vnd.openxmlformats-officedocument.presentationml.notesSlide+xml"/>
  <Override PartName="/ppt/charts/chart91.xml" ContentType="application/vnd.openxmlformats-officedocument.drawingml.chart+xml"/>
  <Override PartName="/ppt/notesSlides/notesSlide95.xml" ContentType="application/vnd.openxmlformats-officedocument.presentationml.notesSlide+xml"/>
  <Override PartName="/ppt/charts/chart92.xml" ContentType="application/vnd.openxmlformats-officedocument.drawingml.chart+xml"/>
  <Override PartName="/ppt/notesSlides/notesSlide96.xml" ContentType="application/vnd.openxmlformats-officedocument.presentationml.notesSlide+xml"/>
  <Override PartName="/ppt/charts/chart93.xml" ContentType="application/vnd.openxmlformats-officedocument.drawingml.chart+xml"/>
  <Override PartName="/ppt/notesSlides/notesSlide97.xml" ContentType="application/vnd.openxmlformats-officedocument.presentationml.notesSlide+xml"/>
  <Override PartName="/ppt/charts/chart94.xml" ContentType="application/vnd.openxmlformats-officedocument.drawingml.chart+xml"/>
  <Override PartName="/ppt/notesSlides/notesSlide98.xml" ContentType="application/vnd.openxmlformats-officedocument.presentationml.notesSlide+xml"/>
  <Override PartName="/ppt/charts/chart95.xml" ContentType="application/vnd.openxmlformats-officedocument.drawingml.chart+xml"/>
  <Override PartName="/ppt/notesSlides/notesSlide99.xml" ContentType="application/vnd.openxmlformats-officedocument.presentationml.notesSlide+xml"/>
  <Override PartName="/ppt/charts/chart96.xml" ContentType="application/vnd.openxmlformats-officedocument.drawingml.chart+xml"/>
  <Override PartName="/ppt/notesSlides/notesSlide100.xml" ContentType="application/vnd.openxmlformats-officedocument.presentationml.notesSlide+xml"/>
  <Override PartName="/ppt/charts/chart97.xml" ContentType="application/vnd.openxmlformats-officedocument.drawingml.chart+xml"/>
  <Override PartName="/ppt/notesSlides/notesSlide101.xml" ContentType="application/vnd.openxmlformats-officedocument.presentationml.notesSlide+xml"/>
  <Override PartName="/ppt/charts/chart98.xml" ContentType="application/vnd.openxmlformats-officedocument.drawingml.chart+xml"/>
  <Override PartName="/ppt/notesSlides/notesSlide102.xml" ContentType="application/vnd.openxmlformats-officedocument.presentationml.notesSlide+xml"/>
  <Override PartName="/ppt/charts/chart99.xml" ContentType="application/vnd.openxmlformats-officedocument.drawingml.chart+xml"/>
  <Override PartName="/ppt/notesSlides/notesSlide103.xml" ContentType="application/vnd.openxmlformats-officedocument.presentationml.notesSlide+xml"/>
  <Override PartName="/ppt/charts/chart100.xml" ContentType="application/vnd.openxmlformats-officedocument.drawingml.chart+xml"/>
  <Override PartName="/ppt/notesSlides/notesSlide104.xml" ContentType="application/vnd.openxmlformats-officedocument.presentationml.notesSlide+xml"/>
  <Override PartName="/ppt/charts/chart101.xml" ContentType="application/vnd.openxmlformats-officedocument.drawingml.chart+xml"/>
  <Override PartName="/ppt/notesSlides/notesSlide105.xml" ContentType="application/vnd.openxmlformats-officedocument.presentationml.notesSlide+xml"/>
  <Override PartName="/ppt/charts/chart102.xml" ContentType="application/vnd.openxmlformats-officedocument.drawingml.chart+xml"/>
  <Override PartName="/ppt/notesSlides/notesSlide106.xml" ContentType="application/vnd.openxmlformats-officedocument.presentationml.notesSlide+xml"/>
  <Override PartName="/ppt/charts/chart103.xml" ContentType="application/vnd.openxmlformats-officedocument.drawingml.chart+xml"/>
  <Override PartName="/ppt/notesSlides/notesSlide107.xml" ContentType="application/vnd.openxmlformats-officedocument.presentationml.notesSlide+xml"/>
  <Override PartName="/ppt/charts/chart104.xml" ContentType="application/vnd.openxmlformats-officedocument.drawingml.chart+xml"/>
  <Override PartName="/ppt/notesSlides/notesSlide108.xml" ContentType="application/vnd.openxmlformats-officedocument.presentationml.notesSlide+xml"/>
  <Override PartName="/ppt/charts/chart105.xml" ContentType="application/vnd.openxmlformats-officedocument.drawingml.chart+xml"/>
  <Override PartName="/ppt/notesSlides/notesSlide109.xml" ContentType="application/vnd.openxmlformats-officedocument.presentationml.notesSlide+xml"/>
  <Override PartName="/ppt/charts/chart106.xml" ContentType="application/vnd.openxmlformats-officedocument.drawingml.chart+xml"/>
  <Override PartName="/ppt/notesSlides/notesSlide110.xml" ContentType="application/vnd.openxmlformats-officedocument.presentationml.notesSlide+xml"/>
  <Override PartName="/ppt/charts/chart107.xml" ContentType="application/vnd.openxmlformats-officedocument.drawingml.chart+xml"/>
  <Override PartName="/ppt/notesSlides/notesSlide111.xml" ContentType="application/vnd.openxmlformats-officedocument.presentationml.notesSlide+xml"/>
  <Override PartName="/ppt/charts/chart108.xml" ContentType="application/vnd.openxmlformats-officedocument.drawingml.chart+xml"/>
  <Override PartName="/ppt/notesSlides/notesSlide112.xml" ContentType="application/vnd.openxmlformats-officedocument.presentationml.notesSlide+xml"/>
  <Override PartName="/ppt/charts/chart109.xml" ContentType="application/vnd.openxmlformats-officedocument.drawingml.chart+xml"/>
  <Override PartName="/ppt/notesSlides/notesSlide113.xml" ContentType="application/vnd.openxmlformats-officedocument.presentationml.notesSlide+xml"/>
  <Override PartName="/ppt/charts/chart110.xml" ContentType="application/vnd.openxmlformats-officedocument.drawingml.chart+xml"/>
  <Override PartName="/ppt/notesSlides/notesSlide114.xml" ContentType="application/vnd.openxmlformats-officedocument.presentationml.notesSlide+xml"/>
  <Override PartName="/ppt/charts/chart111.xml" ContentType="application/vnd.openxmlformats-officedocument.drawingml.chart+xml"/>
  <Override PartName="/ppt/notesSlides/notesSlide115.xml" ContentType="application/vnd.openxmlformats-officedocument.presentationml.notesSlide+xml"/>
  <Override PartName="/ppt/charts/chart112.xml" ContentType="application/vnd.openxmlformats-officedocument.drawingml.chart+xml"/>
  <Override PartName="/ppt/notesSlides/notesSlide116.xml" ContentType="application/vnd.openxmlformats-officedocument.presentationml.notesSlide+xml"/>
  <Override PartName="/ppt/charts/chart113.xml" ContentType="application/vnd.openxmlformats-officedocument.drawingml.chart+xml"/>
  <Override PartName="/ppt/notesSlides/notesSlide117.xml" ContentType="application/vnd.openxmlformats-officedocument.presentationml.notesSlide+xml"/>
  <Override PartName="/ppt/charts/chart114.xml" ContentType="application/vnd.openxmlformats-officedocument.drawingml.chart+xml"/>
  <Override PartName="/ppt/notesSlides/notesSlide118.xml" ContentType="application/vnd.openxmlformats-officedocument.presentationml.notesSlide+xml"/>
  <Override PartName="/ppt/charts/chart115.xml" ContentType="application/vnd.openxmlformats-officedocument.drawingml.chart+xml"/>
  <Override PartName="/ppt/notesSlides/notesSlide119.xml" ContentType="application/vnd.openxmlformats-officedocument.presentationml.notesSlide+xml"/>
  <Override PartName="/ppt/charts/chart116.xml" ContentType="application/vnd.openxmlformats-officedocument.drawingml.chart+xml"/>
  <Override PartName="/ppt/notesSlides/notesSlide120.xml" ContentType="application/vnd.openxmlformats-officedocument.presentationml.notesSlide+xml"/>
  <Override PartName="/ppt/charts/chart117.xml" ContentType="application/vnd.openxmlformats-officedocument.drawingml.chart+xml"/>
  <Override PartName="/ppt/notesSlides/notesSlide121.xml" ContentType="application/vnd.openxmlformats-officedocument.presentationml.notesSlide+xml"/>
  <Override PartName="/ppt/charts/chart118.xml" ContentType="application/vnd.openxmlformats-officedocument.drawingml.chart+xml"/>
  <Override PartName="/ppt/notesSlides/notesSlide122.xml" ContentType="application/vnd.openxmlformats-officedocument.presentationml.notesSlide+xml"/>
  <Override PartName="/ppt/charts/chart119.xml" ContentType="application/vnd.openxmlformats-officedocument.drawingml.chart+xml"/>
  <Override PartName="/ppt/notesSlides/notesSlide123.xml" ContentType="application/vnd.openxmlformats-officedocument.presentationml.notesSlide+xml"/>
  <Override PartName="/ppt/charts/chart120.xml" ContentType="application/vnd.openxmlformats-officedocument.drawingml.chart+xml"/>
  <Override PartName="/ppt/notesSlides/notesSlide124.xml" ContentType="application/vnd.openxmlformats-officedocument.presentationml.notesSlide+xml"/>
  <Override PartName="/ppt/charts/chart121.xml" ContentType="application/vnd.openxmlformats-officedocument.drawingml.chart+xml"/>
  <Override PartName="/ppt/notesSlides/notesSlide125.xml" ContentType="application/vnd.openxmlformats-officedocument.presentationml.notesSlide+xml"/>
  <Override PartName="/ppt/charts/chart122.xml" ContentType="application/vnd.openxmlformats-officedocument.drawingml.chart+xml"/>
  <Override PartName="/ppt/notesSlides/notesSlide126.xml" ContentType="application/vnd.openxmlformats-officedocument.presentationml.notesSlide+xml"/>
  <Override PartName="/ppt/charts/chart123.xml" ContentType="application/vnd.openxmlformats-officedocument.drawingml.chart+xml"/>
  <Override PartName="/ppt/notesSlides/notesSlide127.xml" ContentType="application/vnd.openxmlformats-officedocument.presentationml.notesSlide+xml"/>
  <Override PartName="/ppt/charts/chart124.xml" ContentType="application/vnd.openxmlformats-officedocument.drawingml.chart+xml"/>
  <Override PartName="/ppt/notesSlides/notesSlide128.xml" ContentType="application/vnd.openxmlformats-officedocument.presentationml.notesSlide+xml"/>
  <Override PartName="/ppt/charts/chart125.xml" ContentType="application/vnd.openxmlformats-officedocument.drawingml.chart+xml"/>
  <Override PartName="/ppt/notesSlides/notesSlide129.xml" ContentType="application/vnd.openxmlformats-officedocument.presentationml.notesSlide+xml"/>
  <Override PartName="/ppt/charts/chart126.xml" ContentType="application/vnd.openxmlformats-officedocument.drawingml.chart+xml"/>
  <Override PartName="/ppt/notesSlides/notesSlide130.xml" ContentType="application/vnd.openxmlformats-officedocument.presentationml.notesSlide+xml"/>
  <Override PartName="/ppt/charts/chart127.xml" ContentType="application/vnd.openxmlformats-officedocument.drawingml.chart+xml"/>
  <Override PartName="/ppt/notesSlides/notesSlide131.xml" ContentType="application/vnd.openxmlformats-officedocument.presentationml.notesSlide+xml"/>
  <Override PartName="/ppt/charts/chart128.xml" ContentType="application/vnd.openxmlformats-officedocument.drawingml.chart+xml"/>
  <Override PartName="/ppt/notesSlides/notesSlide132.xml" ContentType="application/vnd.openxmlformats-officedocument.presentationml.notesSlide+xml"/>
  <Override PartName="/ppt/charts/chart129.xml" ContentType="application/vnd.openxmlformats-officedocument.drawingml.chart+xml"/>
  <Override PartName="/ppt/notesSlides/notesSlide133.xml" ContentType="application/vnd.openxmlformats-officedocument.presentationml.notesSlide+xml"/>
  <Override PartName="/ppt/charts/chart130.xml" ContentType="application/vnd.openxmlformats-officedocument.drawingml.chart+xml"/>
  <Override PartName="/ppt/notesSlides/notesSlide134.xml" ContentType="application/vnd.openxmlformats-officedocument.presentationml.notesSlide+xml"/>
  <Override PartName="/ppt/charts/chart131.xml" ContentType="application/vnd.openxmlformats-officedocument.drawingml.chart+xml"/>
  <Override PartName="/ppt/notesSlides/notesSlide135.xml" ContentType="application/vnd.openxmlformats-officedocument.presentationml.notesSlide+xml"/>
  <Override PartName="/ppt/charts/chart132.xml" ContentType="application/vnd.openxmlformats-officedocument.drawingml.chart+xml"/>
  <Override PartName="/ppt/notesSlides/notesSlide136.xml" ContentType="application/vnd.openxmlformats-officedocument.presentationml.notesSlide+xml"/>
  <Override PartName="/ppt/charts/chart133.xml" ContentType="application/vnd.openxmlformats-officedocument.drawingml.chart+xml"/>
  <Override PartName="/ppt/notesSlides/notesSlide137.xml" ContentType="application/vnd.openxmlformats-officedocument.presentationml.notesSlide+xml"/>
  <Override PartName="/ppt/charts/chart134.xml" ContentType="application/vnd.openxmlformats-officedocument.drawingml.chart+xml"/>
  <Override PartName="/ppt/notesSlides/notesSlide138.xml" ContentType="application/vnd.openxmlformats-officedocument.presentationml.notesSlide+xml"/>
  <Override PartName="/ppt/charts/chart135.xml" ContentType="application/vnd.openxmlformats-officedocument.drawingml.chart+xml"/>
  <Override PartName="/ppt/notesSlides/notesSlide139.xml" ContentType="application/vnd.openxmlformats-officedocument.presentationml.notesSlide+xml"/>
  <Override PartName="/ppt/charts/chart136.xml" ContentType="application/vnd.openxmlformats-officedocument.drawingml.chart+xml"/>
  <Override PartName="/ppt/notesSlides/notesSlide140.xml" ContentType="application/vnd.openxmlformats-officedocument.presentationml.notesSlide+xml"/>
  <Override PartName="/ppt/charts/chart137.xml" ContentType="application/vnd.openxmlformats-officedocument.drawingml.chart+xml"/>
  <Override PartName="/ppt/notesSlides/notesSlide141.xml" ContentType="application/vnd.openxmlformats-officedocument.presentationml.notesSlide+xml"/>
  <Override PartName="/ppt/charts/chart138.xml" ContentType="application/vnd.openxmlformats-officedocument.drawingml.chart+xml"/>
  <Override PartName="/ppt/notesSlides/notesSlide142.xml" ContentType="application/vnd.openxmlformats-officedocument.presentationml.notesSlide+xml"/>
  <Override PartName="/ppt/charts/chart139.xml" ContentType="application/vnd.openxmlformats-officedocument.drawingml.chart+xml"/>
  <Override PartName="/ppt/notesSlides/notesSlide143.xml" ContentType="application/vnd.openxmlformats-officedocument.presentationml.notesSlide+xml"/>
  <Override PartName="/ppt/charts/chart140.xml" ContentType="application/vnd.openxmlformats-officedocument.drawingml.chart+xml"/>
  <Override PartName="/ppt/notesSlides/notesSlide144.xml" ContentType="application/vnd.openxmlformats-officedocument.presentationml.notesSlide+xml"/>
  <Override PartName="/ppt/charts/chart141.xml" ContentType="application/vnd.openxmlformats-officedocument.drawingml.chart+xml"/>
  <Override PartName="/ppt/notesSlides/notesSlide145.xml" ContentType="application/vnd.openxmlformats-officedocument.presentationml.notesSlide+xml"/>
  <Override PartName="/ppt/charts/chart142.xml" ContentType="application/vnd.openxmlformats-officedocument.drawingml.chart+xml"/>
  <Override PartName="/ppt/notesSlides/notesSlide146.xml" ContentType="application/vnd.openxmlformats-officedocument.presentationml.notesSlide+xml"/>
  <Override PartName="/ppt/charts/chart143.xml" ContentType="application/vnd.openxmlformats-officedocument.drawingml.chart+xml"/>
  <Override PartName="/ppt/notesSlides/notesSlide147.xml" ContentType="application/vnd.openxmlformats-officedocument.presentationml.notesSlide+xml"/>
  <Override PartName="/ppt/charts/chart144.xml" ContentType="application/vnd.openxmlformats-officedocument.drawingml.chart+xml"/>
  <Override PartName="/ppt/notesSlides/notesSlide148.xml" ContentType="application/vnd.openxmlformats-officedocument.presentationml.notesSlide+xml"/>
  <Override PartName="/ppt/charts/chart145.xml" ContentType="application/vnd.openxmlformats-officedocument.drawingml.chart+xml"/>
  <Override PartName="/ppt/notesSlides/notesSlide149.xml" ContentType="application/vnd.openxmlformats-officedocument.presentationml.notesSlide+xml"/>
  <Override PartName="/ppt/charts/chart146.xml" ContentType="application/vnd.openxmlformats-officedocument.drawingml.chart+xml"/>
  <Override PartName="/ppt/notesSlides/notesSlide150.xml" ContentType="application/vnd.openxmlformats-officedocument.presentationml.notesSlide+xml"/>
  <Override PartName="/ppt/charts/chart147.xml" ContentType="application/vnd.openxmlformats-officedocument.drawingml.chart+xml"/>
  <Override PartName="/ppt/notesSlides/notesSlide151.xml" ContentType="application/vnd.openxmlformats-officedocument.presentationml.notesSlide+xml"/>
  <Override PartName="/ppt/charts/chart148.xml" ContentType="application/vnd.openxmlformats-officedocument.drawingml.chart+xml"/>
  <Override PartName="/ppt/notesSlides/notesSlide152.xml" ContentType="application/vnd.openxmlformats-officedocument.presentationml.notesSlide+xml"/>
  <Override PartName="/ppt/charts/chart149.xml" ContentType="application/vnd.openxmlformats-officedocument.drawingml.chart+xml"/>
  <Override PartName="/ppt/notesSlides/notesSlide153.xml" ContentType="application/vnd.openxmlformats-officedocument.presentationml.notesSlide+xml"/>
  <Override PartName="/ppt/charts/chart150.xml" ContentType="application/vnd.openxmlformats-officedocument.drawingml.chart+xml"/>
  <Override PartName="/ppt/notesSlides/notesSlide154.xml" ContentType="application/vnd.openxmlformats-officedocument.presentationml.notesSlide+xml"/>
  <Override PartName="/ppt/charts/chart151.xml" ContentType="application/vnd.openxmlformats-officedocument.drawingml.chart+xml"/>
  <Override PartName="/ppt/notesSlides/notesSlide155.xml" ContentType="application/vnd.openxmlformats-officedocument.presentationml.notesSlide+xml"/>
  <Override PartName="/ppt/charts/chart152.xml" ContentType="application/vnd.openxmlformats-officedocument.drawingml.chart+xml"/>
  <Override PartName="/ppt/notesSlides/notesSlide156.xml" ContentType="application/vnd.openxmlformats-officedocument.presentationml.notesSlide+xml"/>
  <Override PartName="/ppt/charts/chart153.xml" ContentType="application/vnd.openxmlformats-officedocument.drawingml.chart+xml"/>
  <Override PartName="/ppt/notesSlides/notesSlide157.xml" ContentType="application/vnd.openxmlformats-officedocument.presentationml.notesSlide+xml"/>
  <Override PartName="/ppt/charts/chart154.xml" ContentType="application/vnd.openxmlformats-officedocument.drawingml.chart+xml"/>
  <Override PartName="/ppt/notesSlides/notesSlide158.xml" ContentType="application/vnd.openxmlformats-officedocument.presentationml.notesSlide+xml"/>
  <Override PartName="/ppt/charts/chart155.xml" ContentType="application/vnd.openxmlformats-officedocument.drawingml.chart+xml"/>
  <Override PartName="/ppt/notesSlides/notesSlide159.xml" ContentType="application/vnd.openxmlformats-officedocument.presentationml.notesSlide+xml"/>
  <Override PartName="/ppt/charts/chart156.xml" ContentType="application/vnd.openxmlformats-officedocument.drawingml.chart+xml"/>
  <Override PartName="/ppt/notesSlides/notesSlide160.xml" ContentType="application/vnd.openxmlformats-officedocument.presentationml.notesSlide+xml"/>
  <Override PartName="/ppt/charts/chart157.xml" ContentType="application/vnd.openxmlformats-officedocument.drawingml.chart+xml"/>
  <Override PartName="/ppt/notesSlides/notesSlide161.xml" ContentType="application/vnd.openxmlformats-officedocument.presentationml.notesSlide+xml"/>
  <Override PartName="/ppt/charts/chart158.xml" ContentType="application/vnd.openxmlformats-officedocument.drawingml.chart+xml"/>
  <Override PartName="/ppt/notesSlides/notesSlide162.xml" ContentType="application/vnd.openxmlformats-officedocument.presentationml.notesSlide+xml"/>
  <Override PartName="/ppt/charts/chart159.xml" ContentType="application/vnd.openxmlformats-officedocument.drawingml.chart+xml"/>
  <Override PartName="/ppt/notesSlides/notesSlide163.xml" ContentType="application/vnd.openxmlformats-officedocument.presentationml.notesSlide+xml"/>
  <Override PartName="/ppt/charts/chart160.xml" ContentType="application/vnd.openxmlformats-officedocument.drawingml.chart+xml"/>
  <Override PartName="/ppt/notesSlides/notesSlide164.xml" ContentType="application/vnd.openxmlformats-officedocument.presentationml.notesSlide+xml"/>
  <Override PartName="/ppt/charts/chart161.xml" ContentType="application/vnd.openxmlformats-officedocument.drawingml.chart+xml"/>
  <Override PartName="/ppt/notesSlides/notesSlide165.xml" ContentType="application/vnd.openxmlformats-officedocument.presentationml.notesSlide+xml"/>
  <Override PartName="/ppt/charts/chart162.xml" ContentType="application/vnd.openxmlformats-officedocument.drawingml.chart+xml"/>
  <Override PartName="/ppt/notesSlides/notesSlide166.xml" ContentType="application/vnd.openxmlformats-officedocument.presentationml.notesSlide+xml"/>
  <Override PartName="/ppt/charts/chart163.xml" ContentType="application/vnd.openxmlformats-officedocument.drawingml.chart+xml"/>
  <Override PartName="/ppt/notesSlides/notesSlide167.xml" ContentType="application/vnd.openxmlformats-officedocument.presentationml.notesSlide+xml"/>
  <Override PartName="/ppt/charts/chart164.xml" ContentType="application/vnd.openxmlformats-officedocument.drawingml.chart+xml"/>
  <Override PartName="/ppt/notesSlides/notesSlide168.xml" ContentType="application/vnd.openxmlformats-officedocument.presentationml.notesSlide+xml"/>
  <Override PartName="/ppt/charts/chart165.xml" ContentType="application/vnd.openxmlformats-officedocument.drawingml.chart+xml"/>
  <Override PartName="/ppt/notesSlides/notesSlide169.xml" ContentType="application/vnd.openxmlformats-officedocument.presentationml.notesSlide+xml"/>
  <Override PartName="/ppt/charts/chart166.xml" ContentType="application/vnd.openxmlformats-officedocument.drawingml.chart+xml"/>
  <Override PartName="/ppt/notesSlides/notesSlide170.xml" ContentType="application/vnd.openxmlformats-officedocument.presentationml.notesSlide+xml"/>
  <Override PartName="/ppt/charts/chart167.xml" ContentType="application/vnd.openxmlformats-officedocument.drawingml.chart+xml"/>
  <Override PartName="/ppt/notesSlides/notesSlide171.xml" ContentType="application/vnd.openxmlformats-officedocument.presentationml.notesSlide+xml"/>
  <Override PartName="/ppt/charts/chart168.xml" ContentType="application/vnd.openxmlformats-officedocument.drawingml.chart+xml"/>
  <Override PartName="/ppt/notesSlides/notesSlide172.xml" ContentType="application/vnd.openxmlformats-officedocument.presentationml.notesSlide+xml"/>
  <Override PartName="/ppt/charts/chart169.xml" ContentType="application/vnd.openxmlformats-officedocument.drawingml.chart+xml"/>
  <Override PartName="/ppt/notesSlides/notesSlide173.xml" ContentType="application/vnd.openxmlformats-officedocument.presentationml.notesSlide+xml"/>
  <Override PartName="/ppt/charts/chart170.xml" ContentType="application/vnd.openxmlformats-officedocument.drawingml.chart+xml"/>
  <Override PartName="/ppt/notesSlides/notesSlide174.xml" ContentType="application/vnd.openxmlformats-officedocument.presentationml.notesSlide+xml"/>
  <Override PartName="/ppt/charts/chart171.xml" ContentType="application/vnd.openxmlformats-officedocument.drawingml.chart+xml"/>
  <Override PartName="/ppt/notesSlides/notesSlide175.xml" ContentType="application/vnd.openxmlformats-officedocument.presentationml.notesSlide+xml"/>
  <Override PartName="/ppt/charts/chart172.xml" ContentType="application/vnd.openxmlformats-officedocument.drawingml.chart+xml"/>
  <Override PartName="/ppt/notesSlides/notesSlide176.xml" ContentType="application/vnd.openxmlformats-officedocument.presentationml.notesSlide+xml"/>
  <Override PartName="/ppt/charts/chart173.xml" ContentType="application/vnd.openxmlformats-officedocument.drawingml.chart+xml"/>
  <Override PartName="/ppt/notesSlides/notesSlide177.xml" ContentType="application/vnd.openxmlformats-officedocument.presentationml.notesSlide+xml"/>
  <Override PartName="/ppt/charts/chart174.xml" ContentType="application/vnd.openxmlformats-officedocument.drawingml.chart+xml"/>
  <Override PartName="/ppt/notesSlides/notesSlide178.xml" ContentType="application/vnd.openxmlformats-officedocument.presentationml.notesSlide+xml"/>
  <Override PartName="/ppt/charts/chart175.xml" ContentType="application/vnd.openxmlformats-officedocument.drawingml.chart+xml"/>
  <Override PartName="/ppt/notesSlides/notesSlide179.xml" ContentType="application/vnd.openxmlformats-officedocument.presentationml.notesSlide+xml"/>
  <Override PartName="/ppt/charts/chart176.xml" ContentType="application/vnd.openxmlformats-officedocument.drawingml.chart+xml"/>
  <Override PartName="/ppt/notesSlides/notesSlide180.xml" ContentType="application/vnd.openxmlformats-officedocument.presentationml.notesSlide+xml"/>
  <Override PartName="/ppt/charts/chart177.xml" ContentType="application/vnd.openxmlformats-officedocument.drawingml.chart+xml"/>
  <Override PartName="/ppt/notesSlides/notesSlide181.xml" ContentType="application/vnd.openxmlformats-officedocument.presentationml.notesSlide+xml"/>
  <Override PartName="/ppt/charts/chart178.xml" ContentType="application/vnd.openxmlformats-officedocument.drawingml.chart+xml"/>
  <Override PartName="/ppt/notesSlides/notesSlide182.xml" ContentType="application/vnd.openxmlformats-officedocument.presentationml.notesSlide+xml"/>
  <Override PartName="/ppt/charts/chart179.xml" ContentType="application/vnd.openxmlformats-officedocument.drawingml.chart+xml"/>
  <Override PartName="/ppt/notesSlides/notesSlide183.xml" ContentType="application/vnd.openxmlformats-officedocument.presentationml.notesSlide+xml"/>
  <Override PartName="/ppt/charts/chart180.xml" ContentType="application/vnd.openxmlformats-officedocument.drawingml.chart+xml"/>
  <Override PartName="/ppt/notesSlides/notesSlide184.xml" ContentType="application/vnd.openxmlformats-officedocument.presentationml.notesSlide+xml"/>
  <Override PartName="/ppt/charts/chart181.xml" ContentType="application/vnd.openxmlformats-officedocument.drawingml.chart+xml"/>
  <Override PartName="/ppt/notesSlides/notesSlide185.xml" ContentType="application/vnd.openxmlformats-officedocument.presentationml.notesSlide+xml"/>
  <Override PartName="/ppt/charts/chart182.xml" ContentType="application/vnd.openxmlformats-officedocument.drawingml.chart+xml"/>
  <Override PartName="/ppt/notesSlides/notesSlide186.xml" ContentType="application/vnd.openxmlformats-officedocument.presentationml.notesSlide+xml"/>
  <Override PartName="/ppt/charts/chart183.xml" ContentType="application/vnd.openxmlformats-officedocument.drawingml.chart+xml"/>
  <Override PartName="/ppt/notesSlides/notesSlide187.xml" ContentType="application/vnd.openxmlformats-officedocument.presentationml.notesSlide+xml"/>
  <Override PartName="/ppt/charts/chart184.xml" ContentType="application/vnd.openxmlformats-officedocument.drawingml.chart+xml"/>
  <Override PartName="/ppt/notesSlides/notesSlide188.xml" ContentType="application/vnd.openxmlformats-officedocument.presentationml.notesSlide+xml"/>
  <Override PartName="/ppt/charts/chart185.xml" ContentType="application/vnd.openxmlformats-officedocument.drawingml.chart+xml"/>
  <Override PartName="/ppt/notesSlides/notesSlide189.xml" ContentType="application/vnd.openxmlformats-officedocument.presentationml.notesSlide+xml"/>
  <Override PartName="/ppt/charts/chart186.xml" ContentType="application/vnd.openxmlformats-officedocument.drawingml.chart+xml"/>
  <Override PartName="/ppt/notesSlides/notesSlide190.xml" ContentType="application/vnd.openxmlformats-officedocument.presentationml.notesSlide+xml"/>
  <Override PartName="/ppt/charts/chart187.xml" ContentType="application/vnd.openxmlformats-officedocument.drawingml.chart+xml"/>
  <Override PartName="/ppt/notesSlides/notesSlide191.xml" ContentType="application/vnd.openxmlformats-officedocument.presentationml.notesSlide+xml"/>
  <Override PartName="/ppt/charts/chart188.xml" ContentType="application/vnd.openxmlformats-officedocument.drawingml.chart+xml"/>
  <Override PartName="/ppt/notesSlides/notesSlide192.xml" ContentType="application/vnd.openxmlformats-officedocument.presentationml.notesSlide+xml"/>
  <Override PartName="/ppt/charts/chart189.xml" ContentType="application/vnd.openxmlformats-officedocument.drawingml.chart+xml"/>
  <Override PartName="/ppt/notesSlides/notesSlide193.xml" ContentType="application/vnd.openxmlformats-officedocument.presentationml.notesSlide+xml"/>
  <Override PartName="/ppt/charts/chart190.xml" ContentType="application/vnd.openxmlformats-officedocument.drawingml.chart+xml"/>
  <Override PartName="/ppt/notesSlides/notesSlide194.xml" ContentType="application/vnd.openxmlformats-officedocument.presentationml.notesSlide+xml"/>
  <Override PartName="/ppt/charts/chart191.xml" ContentType="application/vnd.openxmlformats-officedocument.drawingml.chart+xml"/>
  <Override PartName="/ppt/notesSlides/notesSlide195.xml" ContentType="application/vnd.openxmlformats-officedocument.presentationml.notesSlide+xml"/>
  <Override PartName="/ppt/charts/chart192.xml" ContentType="application/vnd.openxmlformats-officedocument.drawingml.chart+xml"/>
  <Override PartName="/ppt/notesSlides/notesSlide196.xml" ContentType="application/vnd.openxmlformats-officedocument.presentationml.notesSlide+xml"/>
  <Override PartName="/ppt/charts/chart193.xml" ContentType="application/vnd.openxmlformats-officedocument.drawingml.chart+xml"/>
  <Override PartName="/ppt/notesSlides/notesSlide197.xml" ContentType="application/vnd.openxmlformats-officedocument.presentationml.notesSlide+xml"/>
  <Override PartName="/ppt/charts/chart194.xml" ContentType="application/vnd.openxmlformats-officedocument.drawingml.chart+xml"/>
  <Override PartName="/ppt/notesSlides/notesSlide198.xml" ContentType="application/vnd.openxmlformats-officedocument.presentationml.notesSlide+xml"/>
  <Override PartName="/ppt/charts/chart195.xml" ContentType="application/vnd.openxmlformats-officedocument.drawingml.chart+xml"/>
  <Override PartName="/ppt/notesSlides/notesSlide199.xml" ContentType="application/vnd.openxmlformats-officedocument.presentationml.notesSlide+xml"/>
  <Override PartName="/ppt/charts/chart196.xml" ContentType="application/vnd.openxmlformats-officedocument.drawingml.chart+xml"/>
  <Override PartName="/ppt/notesSlides/notesSlide200.xml" ContentType="application/vnd.openxmlformats-officedocument.presentationml.notesSlide+xml"/>
  <Override PartName="/ppt/charts/chart197.xml" ContentType="application/vnd.openxmlformats-officedocument.drawingml.chart+xml"/>
  <Override PartName="/ppt/notesSlides/notesSlide201.xml" ContentType="application/vnd.openxmlformats-officedocument.presentationml.notesSlide+xml"/>
  <Override PartName="/ppt/charts/chart198.xml" ContentType="application/vnd.openxmlformats-officedocument.drawingml.chart+xml"/>
  <Override PartName="/ppt/notesSlides/notesSlide202.xml" ContentType="application/vnd.openxmlformats-officedocument.presentationml.notesSlide+xml"/>
  <Override PartName="/ppt/charts/chart199.xml" ContentType="application/vnd.openxmlformats-officedocument.drawingml.chart+xml"/>
  <Override PartName="/ppt/notesSlides/notesSlide203.xml" ContentType="application/vnd.openxmlformats-officedocument.presentationml.notesSlide+xml"/>
  <Override PartName="/ppt/charts/chart200.xml" ContentType="application/vnd.openxmlformats-officedocument.drawingml.chart+xml"/>
  <Override PartName="/ppt/notesSlides/notesSlide204.xml" ContentType="application/vnd.openxmlformats-officedocument.presentationml.notesSlide+xml"/>
  <Override PartName="/ppt/charts/chart201.xml" ContentType="application/vnd.openxmlformats-officedocument.drawingml.chart+xml"/>
  <Override PartName="/ppt/notesSlides/notesSlide205.xml" ContentType="application/vnd.openxmlformats-officedocument.presentationml.notesSlide+xml"/>
  <Override PartName="/ppt/charts/chart202.xml" ContentType="application/vnd.openxmlformats-officedocument.drawingml.chart+xml"/>
  <Override PartName="/ppt/notesSlides/notesSlide206.xml" ContentType="application/vnd.openxmlformats-officedocument.presentationml.notesSlide+xml"/>
  <Override PartName="/ppt/charts/chart203.xml" ContentType="application/vnd.openxmlformats-officedocument.drawingml.chart+xml"/>
  <Override PartName="/ppt/notesSlides/notesSlide207.xml" ContentType="application/vnd.openxmlformats-officedocument.presentationml.notesSlide+xml"/>
  <Override PartName="/ppt/charts/chart204.xml" ContentType="application/vnd.openxmlformats-officedocument.drawingml.chart+xml"/>
  <Override PartName="/ppt/notesSlides/notesSlide208.xml" ContentType="application/vnd.openxmlformats-officedocument.presentationml.notesSlide+xml"/>
  <Override PartName="/ppt/charts/chart205.xml" ContentType="application/vnd.openxmlformats-officedocument.drawingml.chart+xml"/>
  <Override PartName="/ppt/notesSlides/notesSlide209.xml" ContentType="application/vnd.openxmlformats-officedocument.presentationml.notesSlide+xml"/>
  <Override PartName="/ppt/charts/chart206.xml" ContentType="application/vnd.openxmlformats-officedocument.drawingml.chart+xml"/>
  <Override PartName="/ppt/notesSlides/notesSlide210.xml" ContentType="application/vnd.openxmlformats-officedocument.presentationml.notesSlide+xml"/>
  <Override PartName="/ppt/charts/chart207.xml" ContentType="application/vnd.openxmlformats-officedocument.drawingml.chart+xml"/>
  <Override PartName="/ppt/notesSlides/notesSlide211.xml" ContentType="application/vnd.openxmlformats-officedocument.presentationml.notesSlide+xml"/>
  <Override PartName="/ppt/charts/chart208.xml" ContentType="application/vnd.openxmlformats-officedocument.drawingml.chart+xml"/>
  <Override PartName="/ppt/notesSlides/notesSlide212.xml" ContentType="application/vnd.openxmlformats-officedocument.presentationml.notesSlide+xml"/>
  <Override PartName="/ppt/charts/chart209.xml" ContentType="application/vnd.openxmlformats-officedocument.drawingml.chart+xml"/>
  <Override PartName="/ppt/notesSlides/notesSlide213.xml" ContentType="application/vnd.openxmlformats-officedocument.presentationml.notesSlide+xml"/>
  <Override PartName="/ppt/charts/chart210.xml" ContentType="application/vnd.openxmlformats-officedocument.drawingml.chart+xml"/>
  <Override PartName="/ppt/notesSlides/notesSlide214.xml" ContentType="application/vnd.openxmlformats-officedocument.presentationml.notesSlide+xml"/>
  <Override PartName="/ppt/charts/chart211.xml" ContentType="application/vnd.openxmlformats-officedocument.drawingml.chart+xml"/>
  <Override PartName="/ppt/notesSlides/notesSlide215.xml" ContentType="application/vnd.openxmlformats-officedocument.presentationml.notesSlide+xml"/>
  <Override PartName="/ppt/charts/chart212.xml" ContentType="application/vnd.openxmlformats-officedocument.drawingml.chart+xml"/>
  <Override PartName="/ppt/notesSlides/notesSlide216.xml" ContentType="application/vnd.openxmlformats-officedocument.presentationml.notesSlide+xml"/>
  <Override PartName="/ppt/charts/chart213.xml" ContentType="application/vnd.openxmlformats-officedocument.drawingml.chart+xml"/>
  <Override PartName="/ppt/notesSlides/notesSlide217.xml" ContentType="application/vnd.openxmlformats-officedocument.presentationml.notesSlide+xml"/>
  <Override PartName="/ppt/charts/chart214.xml" ContentType="application/vnd.openxmlformats-officedocument.drawingml.chart+xml"/>
  <Override PartName="/ppt/notesSlides/notesSlide218.xml" ContentType="application/vnd.openxmlformats-officedocument.presentationml.notesSlide+xml"/>
  <Override PartName="/ppt/charts/chart215.xml" ContentType="application/vnd.openxmlformats-officedocument.drawingml.chart+xml"/>
  <Override PartName="/ppt/notesSlides/notesSlide219.xml" ContentType="application/vnd.openxmlformats-officedocument.presentationml.notesSlide+xml"/>
  <Override PartName="/ppt/charts/chart216.xml" ContentType="application/vnd.openxmlformats-officedocument.drawingml.chart+xml"/>
  <Override PartName="/ppt/notesSlides/notesSlide220.xml" ContentType="application/vnd.openxmlformats-officedocument.presentationml.notesSlide+xml"/>
  <Override PartName="/ppt/charts/chart217.xml" ContentType="application/vnd.openxmlformats-officedocument.drawingml.chart+xml"/>
  <Override PartName="/ppt/notesSlides/notesSlide221.xml" ContentType="application/vnd.openxmlformats-officedocument.presentationml.notesSlide+xml"/>
  <Override PartName="/ppt/charts/chart218.xml" ContentType="application/vnd.openxmlformats-officedocument.drawingml.chart+xml"/>
  <Override PartName="/ppt/notesSlides/notesSlide222.xml" ContentType="application/vnd.openxmlformats-officedocument.presentationml.notesSlide+xml"/>
  <Override PartName="/ppt/charts/chart219.xml" ContentType="application/vnd.openxmlformats-officedocument.drawingml.chart+xml"/>
  <Override PartName="/ppt/notesSlides/notesSlide223.xml" ContentType="application/vnd.openxmlformats-officedocument.presentationml.notesSlide+xml"/>
  <Override PartName="/ppt/charts/chart220.xml" ContentType="application/vnd.openxmlformats-officedocument.drawingml.chart+xml"/>
  <Override PartName="/ppt/notesSlides/notesSlide224.xml" ContentType="application/vnd.openxmlformats-officedocument.presentationml.notesSlide+xml"/>
  <Override PartName="/ppt/charts/chart221.xml" ContentType="application/vnd.openxmlformats-officedocument.drawingml.chart+xml"/>
  <Override PartName="/ppt/notesSlides/notesSlide225.xml" ContentType="application/vnd.openxmlformats-officedocument.presentationml.notesSlide+xml"/>
  <Override PartName="/ppt/charts/chart222.xml" ContentType="application/vnd.openxmlformats-officedocument.drawingml.chart+xml"/>
  <Override PartName="/ppt/notesSlides/notesSlide226.xml" ContentType="application/vnd.openxmlformats-officedocument.presentationml.notesSlide+xml"/>
  <Override PartName="/ppt/charts/chart223.xml" ContentType="application/vnd.openxmlformats-officedocument.drawingml.chart+xml"/>
  <Override PartName="/ppt/notesSlides/notesSlide227.xml" ContentType="application/vnd.openxmlformats-officedocument.presentationml.notesSlide+xml"/>
  <Override PartName="/ppt/charts/chart224.xml" ContentType="application/vnd.openxmlformats-officedocument.drawingml.chart+xml"/>
  <Override PartName="/ppt/notesSlides/notesSlide228.xml" ContentType="application/vnd.openxmlformats-officedocument.presentationml.notesSlide+xml"/>
  <Override PartName="/ppt/charts/chart225.xml" ContentType="application/vnd.openxmlformats-officedocument.drawingml.chart+xml"/>
  <Override PartName="/ppt/notesSlides/notesSlide229.xml" ContentType="application/vnd.openxmlformats-officedocument.presentationml.notesSlide+xml"/>
  <Override PartName="/ppt/charts/chart226.xml" ContentType="application/vnd.openxmlformats-officedocument.drawingml.chart+xml"/>
  <Override PartName="/ppt/notesSlides/notesSlide230.xml" ContentType="application/vnd.openxmlformats-officedocument.presentationml.notesSlide+xml"/>
  <Override PartName="/ppt/charts/chart227.xml" ContentType="application/vnd.openxmlformats-officedocument.drawingml.chart+xml"/>
  <Override PartName="/ppt/notesSlides/notesSlide231.xml" ContentType="application/vnd.openxmlformats-officedocument.presentationml.notesSlide+xml"/>
  <Override PartName="/ppt/charts/chart228.xml" ContentType="application/vnd.openxmlformats-officedocument.drawingml.chart+xml"/>
  <Override PartName="/ppt/notesSlides/notesSlide232.xml" ContentType="application/vnd.openxmlformats-officedocument.presentationml.notesSlide+xml"/>
  <Override PartName="/ppt/charts/chart229.xml" ContentType="application/vnd.openxmlformats-officedocument.drawingml.chart+xml"/>
  <Override PartName="/ppt/notesSlides/notesSlide233.xml" ContentType="application/vnd.openxmlformats-officedocument.presentationml.notesSlide+xml"/>
  <Override PartName="/ppt/charts/chart230.xml" ContentType="application/vnd.openxmlformats-officedocument.drawingml.chart+xml"/>
  <Override PartName="/ppt/notesSlides/notesSlide234.xml" ContentType="application/vnd.openxmlformats-officedocument.presentationml.notesSlide+xml"/>
  <Override PartName="/ppt/charts/chart231.xml" ContentType="application/vnd.openxmlformats-officedocument.drawingml.chart+xml"/>
  <Override PartName="/ppt/notesSlides/notesSlide235.xml" ContentType="application/vnd.openxmlformats-officedocument.presentationml.notesSlide+xml"/>
  <Override PartName="/ppt/charts/chart232.xml" ContentType="application/vnd.openxmlformats-officedocument.drawingml.chart+xml"/>
  <Override PartName="/ppt/notesSlides/notesSlide236.xml" ContentType="application/vnd.openxmlformats-officedocument.presentationml.notesSlide+xml"/>
  <Override PartName="/ppt/charts/chart233.xml" ContentType="application/vnd.openxmlformats-officedocument.drawingml.chart+xml"/>
  <Override PartName="/ppt/notesSlides/notesSlide237.xml" ContentType="application/vnd.openxmlformats-officedocument.presentationml.notesSlide+xml"/>
  <Override PartName="/ppt/charts/chart234.xml" ContentType="application/vnd.openxmlformats-officedocument.drawingml.chart+xml"/>
  <Override PartName="/ppt/notesSlides/notesSlide238.xml" ContentType="application/vnd.openxmlformats-officedocument.presentationml.notesSlide+xml"/>
  <Override PartName="/ppt/charts/chart235.xml" ContentType="application/vnd.openxmlformats-officedocument.drawingml.chart+xml"/>
  <Override PartName="/ppt/notesSlides/notesSlide239.xml" ContentType="application/vnd.openxmlformats-officedocument.presentationml.notesSlide+xml"/>
  <Override PartName="/ppt/charts/chart236.xml" ContentType="application/vnd.openxmlformats-officedocument.drawingml.chart+xml"/>
  <Override PartName="/ppt/notesSlides/notesSlide240.xml" ContentType="application/vnd.openxmlformats-officedocument.presentationml.notesSlide+xml"/>
  <Override PartName="/ppt/charts/chart237.xml" ContentType="application/vnd.openxmlformats-officedocument.drawingml.chart+xml"/>
  <Override PartName="/ppt/notesSlides/notesSlide241.xml" ContentType="application/vnd.openxmlformats-officedocument.presentationml.notesSlide+xml"/>
  <Override PartName="/ppt/charts/chart238.xml" ContentType="application/vnd.openxmlformats-officedocument.drawingml.chart+xml"/>
  <Override PartName="/ppt/notesSlides/notesSlide242.xml" ContentType="application/vnd.openxmlformats-officedocument.presentationml.notesSlide+xml"/>
  <Override PartName="/ppt/charts/chart239.xml" ContentType="application/vnd.openxmlformats-officedocument.drawingml.chart+xml"/>
  <Override PartName="/ppt/notesSlides/notesSlide243.xml" ContentType="application/vnd.openxmlformats-officedocument.presentationml.notesSlide+xml"/>
  <Override PartName="/ppt/charts/chart240.xml" ContentType="application/vnd.openxmlformats-officedocument.drawingml.chart+xml"/>
  <Override PartName="/ppt/notesSlides/notesSlide244.xml" ContentType="application/vnd.openxmlformats-officedocument.presentationml.notesSlide+xml"/>
  <Override PartName="/ppt/charts/chart241.xml" ContentType="application/vnd.openxmlformats-officedocument.drawingml.chart+xml"/>
  <Override PartName="/ppt/notesSlides/notesSlide245.xml" ContentType="application/vnd.openxmlformats-officedocument.presentationml.notesSlide+xml"/>
  <Override PartName="/ppt/charts/chart242.xml" ContentType="application/vnd.openxmlformats-officedocument.drawingml.chart+xml"/>
  <Override PartName="/ppt/notesSlides/notesSlide246.xml" ContentType="application/vnd.openxmlformats-officedocument.presentationml.notesSlide+xml"/>
  <Override PartName="/ppt/charts/chart243.xml" ContentType="application/vnd.openxmlformats-officedocument.drawingml.chart+xml"/>
  <Override PartName="/ppt/notesSlides/notesSlide247.xml" ContentType="application/vnd.openxmlformats-officedocument.presentationml.notesSlide+xml"/>
  <Override PartName="/ppt/charts/chart244.xml" ContentType="application/vnd.openxmlformats-officedocument.drawingml.chart+xml"/>
  <Override PartName="/ppt/notesSlides/notesSlide248.xml" ContentType="application/vnd.openxmlformats-officedocument.presentationml.notesSlide+xml"/>
  <Override PartName="/ppt/charts/chart245.xml" ContentType="application/vnd.openxmlformats-officedocument.drawingml.chart+xml"/>
  <Override PartName="/ppt/notesSlides/notesSlide249.xml" ContentType="application/vnd.openxmlformats-officedocument.presentationml.notesSlide+xml"/>
  <Override PartName="/ppt/charts/chart246.xml" ContentType="application/vnd.openxmlformats-officedocument.drawingml.chart+xml"/>
  <Override PartName="/ppt/notesSlides/notesSlide250.xml" ContentType="application/vnd.openxmlformats-officedocument.presentationml.notesSlide+xml"/>
  <Override PartName="/ppt/charts/chart247.xml" ContentType="application/vnd.openxmlformats-officedocument.drawingml.chart+xml"/>
  <Override PartName="/ppt/notesSlides/notesSlide251.xml" ContentType="application/vnd.openxmlformats-officedocument.presentationml.notesSlide+xml"/>
  <Override PartName="/ppt/charts/chart248.xml" ContentType="application/vnd.openxmlformats-officedocument.drawingml.chart+xml"/>
  <Override PartName="/ppt/notesSlides/notesSlide252.xml" ContentType="application/vnd.openxmlformats-officedocument.presentationml.notesSlide+xml"/>
  <Override PartName="/ppt/charts/chart249.xml" ContentType="application/vnd.openxmlformats-officedocument.drawingml.chart+xml"/>
  <Override PartName="/ppt/notesSlides/notesSlide253.xml" ContentType="application/vnd.openxmlformats-officedocument.presentationml.notesSlide+xml"/>
  <Override PartName="/ppt/charts/chart250.xml" ContentType="application/vnd.openxmlformats-officedocument.drawingml.chart+xml"/>
  <Override PartName="/ppt/notesSlides/notesSlide254.xml" ContentType="application/vnd.openxmlformats-officedocument.presentationml.notesSlide+xml"/>
  <Override PartName="/ppt/charts/chart251.xml" ContentType="application/vnd.openxmlformats-officedocument.drawingml.chart+xml"/>
  <Override PartName="/ppt/notesSlides/notesSlide255.xml" ContentType="application/vnd.openxmlformats-officedocument.presentationml.notesSlide+xml"/>
  <Override PartName="/ppt/charts/chart252.xml" ContentType="application/vnd.openxmlformats-officedocument.drawingml.chart+xml"/>
  <Override PartName="/ppt/notesSlides/notesSlide256.xml" ContentType="application/vnd.openxmlformats-officedocument.presentationml.notesSlide+xml"/>
  <Override PartName="/ppt/charts/chart253.xml" ContentType="application/vnd.openxmlformats-officedocument.drawingml.chart+xml"/>
  <Override PartName="/ppt/notesSlides/notesSlide257.xml" ContentType="application/vnd.openxmlformats-officedocument.presentationml.notesSlide+xml"/>
  <Override PartName="/ppt/charts/chart254.xml" ContentType="application/vnd.openxmlformats-officedocument.drawingml.chart+xml"/>
  <Override PartName="/ppt/notesSlides/notesSlide258.xml" ContentType="application/vnd.openxmlformats-officedocument.presentationml.notesSlide+xml"/>
  <Override PartName="/ppt/charts/chart255.xml" ContentType="application/vnd.openxmlformats-officedocument.drawingml.chart+xml"/>
  <Override PartName="/ppt/notesSlides/notesSlide259.xml" ContentType="application/vnd.openxmlformats-officedocument.presentationml.notesSlide+xml"/>
  <Override PartName="/ppt/charts/chart25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notesMaster" Target="notesMasters/notesMaster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presProps" Target="presProps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viewProps" Target="viewProp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tableStyles" Target="tableStyles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5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6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_rels/chart6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7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_rels/chart7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_rels/chart7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_rels/chart7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_rels/chart7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_rels/chart7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_rels/chart7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8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_rels/chart8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_rels/chart8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1.xlsx"/></Relationships>
</file>

<file path=ppt/charts/_rels/chart8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2.xlsx"/></Relationships>
</file>

<file path=ppt/charts/_rels/chart8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3.xlsx"/></Relationships>
</file>

<file path=ppt/charts/_rels/chart8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4.xlsx"/></Relationships>
</file>

<file path=ppt/charts/_rels/chart8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5.xlsx"/></Relationships>
</file>

<file path=ppt/charts/_rels/chart8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6.xlsx"/></Relationships>
</file>

<file path=ppt/charts/_rels/chart8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7.xlsx"/></Relationships>
</file>

<file path=ppt/charts/_rels/chart8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8.xlsx"/></Relationships>
</file>

<file path=ppt/charts/_rels/chart9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9.xlsx"/></Relationships>
</file>

<file path=ppt/charts/_rels/chart9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0.xlsx"/></Relationships>
</file>

<file path=ppt/charts/_rels/chart9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1.xlsx"/></Relationships>
</file>

<file path=ppt/charts/_rels/chart9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2.xlsx"/></Relationships>
</file>

<file path=ppt/charts/_rels/chart9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3.xlsx"/></Relationships>
</file>

<file path=ppt/charts/_rels/chart9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4.xlsx"/></Relationships>
</file>

<file path=ppt/charts/_rels/chart9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5.xlsx"/></Relationships>
</file>

<file path=ppt/charts/_rels/chart9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6.xlsx"/></Relationships>
</file>

<file path=ppt/charts/_rels/chart9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7.xlsx"/></Relationships>
</file>

<file path=ppt/charts/_rels/chart9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8.xlsx"/></Relationships>
</file>

<file path=ppt/charts/_rels/chart10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9.xlsx"/></Relationships>
</file>

<file path=ppt/charts/_rels/chart10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0.xlsx"/></Relationships>
</file>

<file path=ppt/charts/_rels/chart10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1.xlsx"/></Relationships>
</file>

<file path=ppt/charts/_rels/chart10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2.xlsx"/></Relationships>
</file>

<file path=ppt/charts/_rels/chart10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3.xlsx"/></Relationships>
</file>

<file path=ppt/charts/_rels/chart10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4.xlsx"/></Relationships>
</file>

<file path=ppt/charts/_rels/chart10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5.xlsx"/></Relationships>
</file>

<file path=ppt/charts/_rels/chart10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6.xlsx"/></Relationships>
</file>

<file path=ppt/charts/_rels/chart10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7.xlsx"/></Relationships>
</file>

<file path=ppt/charts/_rels/chart10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8.xlsx"/></Relationships>
</file>

<file path=ppt/charts/_rels/chart1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9.xlsx"/></Relationships>
</file>

<file path=ppt/charts/_rels/chart1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0.xlsx"/></Relationships>
</file>

<file path=ppt/charts/_rels/chart1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_rels/chart1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2.xlsx"/></Relationships>
</file>

<file path=ppt/charts/_rels/chart1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3.xlsx"/></Relationships>
</file>

<file path=ppt/charts/_rels/chart1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4.xlsx"/></Relationships>
</file>

<file path=ppt/charts/_rels/chart1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5.xlsx"/></Relationships>
</file>

<file path=ppt/charts/_rels/chart1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6.xlsx"/></Relationships>
</file>

<file path=ppt/charts/_rels/chart1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7.xlsx"/></Relationships>
</file>

<file path=ppt/charts/_rels/chart1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8.xlsx"/></Relationships>
</file>

<file path=ppt/charts/_rels/chart1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9.xlsx"/></Relationships>
</file>

<file path=ppt/charts/_rels/chart1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0.xlsx"/></Relationships>
</file>

<file path=ppt/charts/_rels/chart1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1.xlsx"/></Relationships>
</file>

<file path=ppt/charts/_rels/chart1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2.xlsx"/></Relationships>
</file>

<file path=ppt/charts/_rels/chart1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3.xlsx"/></Relationships>
</file>

<file path=ppt/charts/_rels/chart1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4.xlsx"/></Relationships>
</file>

<file path=ppt/charts/_rels/chart1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5.xlsx"/></Relationships>
</file>

<file path=ppt/charts/_rels/chart1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6.xlsx"/></Relationships>
</file>

<file path=ppt/charts/_rels/chart1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7.xlsx"/></Relationships>
</file>

<file path=ppt/charts/_rels/chart1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8.xlsx"/></Relationships>
</file>

<file path=ppt/charts/_rels/chart1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9.xlsx"/></Relationships>
</file>

<file path=ppt/charts/_rels/chart1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0.xlsx"/></Relationships>
</file>

<file path=ppt/charts/_rels/chart1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1.xlsx"/></Relationships>
</file>

<file path=ppt/charts/_rels/chart1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2.xlsx"/></Relationships>
</file>

<file path=ppt/charts/_rels/chart1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3.xlsx"/></Relationships>
</file>

<file path=ppt/charts/_rels/chart1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4.xlsx"/></Relationships>
</file>

<file path=ppt/charts/_rels/chart1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5.xlsx"/></Relationships>
</file>

<file path=ppt/charts/_rels/chart1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6.xlsx"/></Relationships>
</file>

<file path=ppt/charts/_rels/chart1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7.xlsx"/></Relationships>
</file>

<file path=ppt/charts/_rels/chart1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8.xlsx"/></Relationships>
</file>

<file path=ppt/charts/_rels/chart1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9.xlsx"/></Relationships>
</file>

<file path=ppt/charts/_rels/chart1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0.xlsx"/></Relationships>
</file>

<file path=ppt/charts/_rels/chart1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1.xlsx"/></Relationships>
</file>

<file path=ppt/charts/_rels/chart1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2.xlsx"/></Relationships>
</file>

<file path=ppt/charts/_rels/chart1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3.xlsx"/></Relationships>
</file>

<file path=ppt/charts/_rels/chart1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4.xlsx"/></Relationships>
</file>

<file path=ppt/charts/_rels/chart1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5.xlsx"/></Relationships>
</file>

<file path=ppt/charts/_rels/chart1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6.xlsx"/></Relationships>
</file>

<file path=ppt/charts/_rels/chart1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7.xlsx"/></Relationships>
</file>

<file path=ppt/charts/_rels/chart1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8.xlsx"/></Relationships>
</file>

<file path=ppt/charts/_rels/chart15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9.xlsx"/></Relationships>
</file>

<file path=ppt/charts/_rels/chart1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0.xlsx"/></Relationships>
</file>

<file path=ppt/charts/_rels/chart15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1.xlsx"/></Relationships>
</file>

<file path=ppt/charts/_rels/chart1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2.xlsx"/></Relationships>
</file>

<file path=ppt/charts/_rels/chart15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3.xlsx"/></Relationships>
</file>

<file path=ppt/charts/_rels/chart15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4.xlsx"/></Relationships>
</file>

<file path=ppt/charts/_rels/chart15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5.xlsx"/></Relationships>
</file>

<file path=ppt/charts/_rels/chart15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6.xlsx"/></Relationships>
</file>

<file path=ppt/charts/_rels/chart15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7.xlsx"/></Relationships>
</file>

<file path=ppt/charts/_rels/chart15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8.xlsx"/></Relationships>
</file>

<file path=ppt/charts/_rels/chart16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9.xlsx"/></Relationships>
</file>

<file path=ppt/charts/_rels/chart16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0.xlsx"/></Relationships>
</file>

<file path=ppt/charts/_rels/chart16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1.xlsx"/></Relationships>
</file>

<file path=ppt/charts/_rels/chart16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2.xlsx"/></Relationships>
</file>

<file path=ppt/charts/_rels/chart16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3.xlsx"/></Relationships>
</file>

<file path=ppt/charts/_rels/chart16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4.xlsx"/></Relationships>
</file>

<file path=ppt/charts/_rels/chart16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5.xlsx"/></Relationships>
</file>

<file path=ppt/charts/_rels/chart16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6.xlsx"/></Relationships>
</file>

<file path=ppt/charts/_rels/chart16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7.xlsx"/></Relationships>
</file>

<file path=ppt/charts/_rels/chart16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8.xlsx"/></Relationships>
</file>

<file path=ppt/charts/_rels/chart17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9.xlsx"/></Relationships>
</file>

<file path=ppt/charts/_rels/chart17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0.xlsx"/></Relationships>
</file>

<file path=ppt/charts/_rels/chart17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1.xlsx"/></Relationships>
</file>

<file path=ppt/charts/_rels/chart17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2.xlsx"/></Relationships>
</file>

<file path=ppt/charts/_rels/chart17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3.xlsx"/></Relationships>
</file>

<file path=ppt/charts/_rels/chart17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4.xlsx"/></Relationships>
</file>

<file path=ppt/charts/_rels/chart17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5.xlsx"/></Relationships>
</file>

<file path=ppt/charts/_rels/chart17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6.xlsx"/></Relationships>
</file>

<file path=ppt/charts/_rels/chart17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7.xlsx"/></Relationships>
</file>

<file path=ppt/charts/_rels/chart17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8.xlsx"/></Relationships>
</file>

<file path=ppt/charts/_rels/chart18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9.xlsx"/></Relationships>
</file>

<file path=ppt/charts/_rels/chart18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0.xlsx"/></Relationships>
</file>

<file path=ppt/charts/_rels/chart18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1.xlsx"/></Relationships>
</file>

<file path=ppt/charts/_rels/chart18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2.xlsx"/></Relationships>
</file>

<file path=ppt/charts/_rels/chart18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3.xlsx"/></Relationships>
</file>

<file path=ppt/charts/_rels/chart18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4.xlsx"/></Relationships>
</file>

<file path=ppt/charts/_rels/chart18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5.xlsx"/></Relationships>
</file>

<file path=ppt/charts/_rels/chart18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6.xlsx"/></Relationships>
</file>

<file path=ppt/charts/_rels/chart18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7.xlsx"/></Relationships>
</file>

<file path=ppt/charts/_rels/chart18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8.xlsx"/></Relationships>
</file>

<file path=ppt/charts/_rels/chart19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9.xlsx"/></Relationships>
</file>

<file path=ppt/charts/_rels/chart19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0.xlsx"/></Relationships>
</file>

<file path=ppt/charts/_rels/chart19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1.xlsx"/></Relationships>
</file>

<file path=ppt/charts/_rels/chart19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2.xlsx"/></Relationships>
</file>

<file path=ppt/charts/_rels/chart19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3.xlsx"/></Relationships>
</file>

<file path=ppt/charts/_rels/chart19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4.xlsx"/></Relationships>
</file>

<file path=ppt/charts/_rels/chart19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5.xlsx"/></Relationships>
</file>

<file path=ppt/charts/_rels/chart19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6.xlsx"/></Relationships>
</file>

<file path=ppt/charts/_rels/chart19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7.xlsx"/></Relationships>
</file>

<file path=ppt/charts/_rels/chart19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8.xlsx"/></Relationships>
</file>

<file path=ppt/charts/_rels/chart20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9.xlsx"/></Relationships>
</file>

<file path=ppt/charts/_rels/chart20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0.xlsx"/></Relationships>
</file>

<file path=ppt/charts/_rels/chart20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1.xlsx"/></Relationships>
</file>

<file path=ppt/charts/_rels/chart20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2.xlsx"/></Relationships>
</file>

<file path=ppt/charts/_rels/chart20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3.xlsx"/></Relationships>
</file>

<file path=ppt/charts/_rels/chart20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4.xlsx"/></Relationships>
</file>

<file path=ppt/charts/_rels/chart20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5.xlsx"/></Relationships>
</file>

<file path=ppt/charts/_rels/chart20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6.xlsx"/></Relationships>
</file>

<file path=ppt/charts/_rels/chart20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7.xlsx"/></Relationships>
</file>

<file path=ppt/charts/_rels/chart20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8.xlsx"/></Relationships>
</file>

<file path=ppt/charts/_rels/chart2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9.xlsx"/></Relationships>
</file>

<file path=ppt/charts/_rels/chart2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0.xlsx"/></Relationships>
</file>

<file path=ppt/charts/_rels/chart2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1.xlsx"/></Relationships>
</file>

<file path=ppt/charts/_rels/chart2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2.xlsx"/></Relationships>
</file>

<file path=ppt/charts/_rels/chart2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3.xlsx"/></Relationships>
</file>

<file path=ppt/charts/_rels/chart2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4.xlsx"/></Relationships>
</file>

<file path=ppt/charts/_rels/chart2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5.xlsx"/></Relationships>
</file>

<file path=ppt/charts/_rels/chart2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6.xlsx"/></Relationships>
</file>

<file path=ppt/charts/_rels/chart2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7.xlsx"/></Relationships>
</file>

<file path=ppt/charts/_rels/chart2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8.xlsx"/></Relationships>
</file>

<file path=ppt/charts/_rels/chart2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9.xlsx"/></Relationships>
</file>

<file path=ppt/charts/_rels/chart2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0.xlsx"/></Relationships>
</file>

<file path=ppt/charts/_rels/chart2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1.xlsx"/></Relationships>
</file>

<file path=ppt/charts/_rels/chart2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_rels/chart2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3.xlsx"/></Relationships>
</file>

<file path=ppt/charts/_rels/chart2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4.xlsx"/></Relationships>
</file>

<file path=ppt/charts/_rels/chart2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5.xlsx"/></Relationships>
</file>

<file path=ppt/charts/_rels/chart2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6.xlsx"/></Relationships>
</file>

<file path=ppt/charts/_rels/chart2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7.xlsx"/></Relationships>
</file>

<file path=ppt/charts/_rels/chart2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8.xlsx"/></Relationships>
</file>

<file path=ppt/charts/_rels/chart2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9.xlsx"/></Relationships>
</file>

<file path=ppt/charts/_rels/chart2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0.xlsx"/></Relationships>
</file>

<file path=ppt/charts/_rels/chart2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1.xlsx"/></Relationships>
</file>

<file path=ppt/charts/_rels/chart2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2.xlsx"/></Relationships>
</file>

<file path=ppt/charts/_rels/chart2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3.xlsx"/></Relationships>
</file>

<file path=ppt/charts/_rels/chart2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4.xlsx"/></Relationships>
</file>

<file path=ppt/charts/_rels/chart2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5.xlsx"/></Relationships>
</file>

<file path=ppt/charts/_rels/chart2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6.xlsx"/></Relationships>
</file>

<file path=ppt/charts/_rels/chart2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7.xlsx"/></Relationships>
</file>

<file path=ppt/charts/_rels/chart2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8.xlsx"/></Relationships>
</file>

<file path=ppt/charts/_rels/chart2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9.xlsx"/></Relationships>
</file>

<file path=ppt/charts/_rels/chart2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0.xlsx"/></Relationships>
</file>

<file path=ppt/charts/_rels/chart2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1.xlsx"/></Relationships>
</file>

<file path=ppt/charts/_rels/chart2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2.xlsx"/></Relationships>
</file>

<file path=ppt/charts/_rels/chart2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3.xlsx"/></Relationships>
</file>

<file path=ppt/charts/_rels/chart2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4.xlsx"/></Relationships>
</file>

<file path=ppt/charts/_rels/chart2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5.xlsx"/></Relationships>
</file>

<file path=ppt/charts/_rels/chart2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6.xlsx"/></Relationships>
</file>

<file path=ppt/charts/_rels/chart2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7.xlsx"/></Relationships>
</file>

<file path=ppt/charts/_rels/chart2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8.xlsx"/></Relationships>
</file>

<file path=ppt/charts/_rels/chart25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9.xlsx"/></Relationships>
</file>

<file path=ppt/charts/_rels/chart2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0.xlsx"/></Relationships>
</file>

<file path=ppt/charts/_rels/chart25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1.xlsx"/></Relationships>
</file>

<file path=ppt/charts/_rels/chart2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2.xlsx"/></Relationships>
</file>

<file path=ppt/charts/_rels/chart25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3.xlsx"/></Relationships>
</file>

<file path=ppt/charts/_rels/chart25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4.xlsx"/></Relationships>
</file>

<file path=ppt/charts/_rels/chart25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CB5-4DAD-8256-A0F16898C0F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2CF-4B29-9BF3-634269C932C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1F-4684-8B11-AFB64992491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9-4561-8531-E46F4C6FC03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FD-481C-9D3F-06DBCE53C32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33-4ABB-B9E3-C840D0F4199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9D-4B0F-A635-CE68C5F01E6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2FA-43BF-8CF3-D46B827D66C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34-45BB-A703-D8FCD77AD60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5F-4B95-94E1-DD10B49E78D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8B-452C-BC53-F147A0B18EB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E18-4B93-89D3-4C0E544D6D7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15-49BF-9EB6-BE767F973DD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868-4559-9EDE-3A3FB767E3D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C3-45AD-86D4-0BF77BCD5EA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611-4751-B71C-174E79BA782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057-4549-A733-0AF623E0E23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AC-4A68-B6EC-896CE6C6233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BA-4602-B8D4-78C08B91339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BF-4C5A-AF6E-00AE37C0FC7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690-4ECF-8371-7885524DFF1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66A-49AD-9960-D567A5DFAEB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4B-41B0-B7E6-E918955E80D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42-42A2-96F7-F025791D0DC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393-435E-B9A9-CF9D406A38B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399-4712-8C61-18CB2FA8051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686-46F7-9E65-DF19597E648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83-4121-9BE8-2AF1104C5D8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D7-499A-8FD0-0EF56C7335C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E2-408F-BD2A-E38EC147145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CEB-409A-BBAA-56C31DDD0A8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26-49D0-8EC9-5472EBDF615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3F-45CB-B2AB-FCF08DB3682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D11-4BFA-8A18-868BC2F243A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FA-4DAB-BAED-5275A3C95BF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76F-4517-8690-52CA8E151A0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D2-4E7C-9054-DB22C64E823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63-4B3A-B868-CCF17007785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212-4B65-B9E9-5FB2763FD03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EA-4B7A-88E1-508A5A7A915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C88-49DB-B889-699D418ADE4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A4B-4F9E-BFBE-4B7228B442C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194-4D5E-A340-D2A31520FAE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EDF-4513-9599-694B4F02047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16-4387-BB1F-3C9C501A93A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A0-41AE-8CB4-70AA2E0249A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9E-423D-8EAD-B98F8D5751E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BE-4422-9DE9-9ED6F6C1847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87-44C7-B81C-DF30B5935C4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5CE-4AD7-9016-00006A9ACD6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4F-4B97-9CF1-7583C408928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CB-4A6C-B83A-B17DA0ABA61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D8B-423D-A05B-B8398BF9A7E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278-4D15-A18E-DE3AEF47C6A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83-4DCC-BD21-B3359113B2B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841-4E63-B999-DE24571CBC2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504-4C82-A4F2-1D48B790DAF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737-4404-BB93-057D7015592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E13-497B-BC8A-4AF8BB236CD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FAD-47AD-B644-DA9C67A0688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E54-479A-A1A1-6682E8F7DBA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72-409E-951C-2AC48BB31FE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73-4F31-AB9F-D2E1473B649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29-4BEA-B561-09233CBF65B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376-4231-AEA1-05EA66DFE0E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8-45DA-BF0E-32143626B21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554-41D3-92F6-6417CE0EA15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4CD-4457-9720-106974F1F31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512-4AFB-A801-6B4AA9A9424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7F-470E-B79D-76AC95F85E5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C03-4007-A165-F8CB51531EB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D9F-4717-804F-7DBE1DDB53F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8F-46DD-B926-B899A5EF3D8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767-4A8E-9089-2D0CA0CEFFA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EFE-42AC-969F-4BC9CCDADDB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5E-42F2-B6AF-C94E7344E95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99-4B86-9B95-AA4554FA5BC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275-4B2A-96B1-BE88C5CD278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E-4DBC-8D6C-50071912998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3A0-4E19-8C73-42EE2BD5E4A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4F-49D1-A5DC-FFDC4894B4D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E58-479F-985E-A81BD855E1B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B7-41DE-BD1E-2602E4FEBEE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C41-4A60-8621-38DB84CAA97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C8-4D83-8259-8F28200A444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25-4A74-B05C-EA4DB4D3047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0FD-430A-9BFC-5A521EB1A55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B86-4167-A7F3-64DAA7D8DF6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E0-4A51-898C-5F88B6B0975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5C-4F2A-8C73-9606B021A58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E5-48B8-96F5-24E2E293804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DC6-4446-9126-248B2803EFA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E3-42E2-A2F6-B1481B5E969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DC-46AC-80A0-8D109B781AC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AF9-474C-82AD-0A36F712BA6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923-4AE8-A284-B4DEC59D5CD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CE6-4C7C-9B11-D4A51D670FA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43-46B7-A33D-349ED96C2B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E96-437C-B775-0C887B353A7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43-40B5-AF4F-50F31CC6031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1DB-4505-B82F-40F73D5CCEB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AD-478E-9DE1-AEC1F141FDA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A1C-419D-906C-B7839AADE44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255-4204-AED4-EB6FB215E82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8-4A88-BC8F-05AFF1DB431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BF-4171-A6BB-F74D66B24FE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B6-441A-8C50-5D033F6D2D3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EBD-4D55-8453-735762713A0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57-400A-AED0-5E6A9173B8F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297-45DA-9010-92D2D4B56B2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114-4655-9B1C-DC58E0D5B9C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879-4522-B690-38053CC4C6F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9AE-49E6-9CE5-30BB104274B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11F-4FAA-8FA2-EB0AD397D8C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8C5-4CDB-9B8F-B02D0EC7FA3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391-40BA-A6B4-CCA990E3089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D3-4DD5-BD48-DCC187A9808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4D-45CF-8CAD-5B73A218C31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F9A-4FE4-856F-8CA0FA6C3DB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DA7-4547-A167-080F1B3AD47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2C-4C66-A65B-8448804D837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32-438E-80AD-92B570CFBD8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EF-43C1-8803-0E3EB2AB570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81B-42CB-AF36-EEBC58EDF4A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FF-44D0-A246-895F97C687C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DA-4254-911E-5E8FE4BA015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1F-4768-90A2-C1382A559C2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53-426B-BD83-588130695E8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94-4D3E-A8C8-AE10ED090DE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05-4C56-981C-84D4523188D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AA-4919-AFA3-BAF16CB92D0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FAF-4ACC-8869-A4333C6998C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42-46FF-BC3B-C9FD4F61663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1A5-4E29-BE00-C5C5F7D1CA3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639-4B17-BEE4-69F5D08B839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5B3-4A45-9F3A-05D3F288768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F17-4615-A735-8AA4083A28A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03-43FF-AEC0-247B96F368B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B0E-44AC-B40E-C26553D0E45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25E-4A0B-8E33-80BFFF58B1E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AF-4236-936D-6B34899754A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495-4B48-A6B6-EF9B7A24538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925-4892-ACA3-8745CED1926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40-461B-B50F-69D26851376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AC-452E-BB91-FE07B0534F8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017-4E1E-B7ED-07921DC7D49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A8-445D-9F0F-AB8BCB70D5D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56-46D7-A452-94C3E5FF4E6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579-4822-A0C9-4E8970D5AA7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97-4F00-932D-123C3C0276A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655-4739-B99F-4C789D9F02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88E-4BB9-BEEF-F403EA0174C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05-44CE-BA40-D86A219E7DD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28-41CC-9F2B-C96C58598F3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8ED-4D8E-80C3-3B6070F8492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07-4397-9FEF-757FDC0B0E3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E0A-41A0-9F2A-3DC10A99AF7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A3A-4EC1-AAD0-10E3BD5AFE3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D26-48C3-B446-D8804440E82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43-4A05-8DCC-947BA686A14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D71-4FA4-94A5-A9EA61BE180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B9-4AB9-B0D9-1CDFF3E9F66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C1-44C5-A009-843B3862915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6E-4A99-917A-A2526AE70C7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5A2-4097-8DCD-C910A25E410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DF-4597-8B22-441E14EE754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5B-4213-9BE5-CE35447CB60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5F-4B52-BEB8-A36AAD920C6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929-4CBD-8966-3EB7E6F5FEC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337-4A14-958F-FDCFFA7FBC0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9DA-4F72-B1B7-4F485101B69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55-4012-AF16-88A69D2D71A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E7D-498B-AFB6-BB787E1F360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DF6-4062-8899-02D72AA3C5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11A-4A0E-890F-705B4D5A774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CAB-40CA-B9F5-957A7846516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943-489F-8EEA-620DAE35944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CB9-47A9-8698-D028E2F06F8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DD-4520-A9DC-6C42F01B809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E9-45E1-A528-F932124AAB3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BEA-4F78-AC0E-30A6F45F2C7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AA-4A26-B133-12C65C07B01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5C0-49CB-9F72-36B861C4C3E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E21-4FFA-BB5D-B43A5F2D97E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B6-4F74-AE6D-B2D4B18FABD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E78-43CA-AAAF-1051BDEB4FD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975-4E15-9450-A326E5E1C78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FDD-4487-93C0-A69412F2467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A13-43A3-8F09-3C062700D39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BDE-4F01-9071-79216006B96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C6-41F5-AD45-34EDDA06574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2-4463-841B-3935F704A58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60A-4DB1-B07B-AA214BB842B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F2D-4D3D-8D7C-FE36C27E323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7C-483E-9E1A-8C4D24DAAA2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D9-4B49-B235-B5CBBF9B76A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62-4577-B10D-D2F0299A5C7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02B-417F-8B9B-7EB1F2FF6B5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68-4C1D-83F4-18036AB1624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945-442E-A57D-0A1FC234120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5FC-43F9-B34A-D3770BA39F0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86-46D6-B362-AF515E38A14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D1E-4727-BC54-0EF39E455C7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8D-4C8C-81EC-A6D9D86362A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CC-4BE1-BF0A-D9D2A78AC90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2E-47F6-B964-3600EEF2B90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EC-4942-9A5D-C0F31712D57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29B-42CB-A9B6-736FDF85B8D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600-4077-829E-A290504A99D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59-4726-93AC-DF11BFD0914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390-4022-A75D-F7DE0B89D9F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9D-4E58-8785-5573D406103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4FC-4B3D-8D25-FC2DC9B2575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6D-4146-8511-AB340E99053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BE-4C77-B57E-222BB8F95BE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383-46E6-B3A0-7B6BE76206C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B31-4A16-A66C-17D1A28FC62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2B-4DB4-8DF3-AECC1FFF3C0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E7-454C-A37D-22D25EF3BC5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697-43D4-8266-400991141C3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54-43B9-9378-D706FD99F55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D95-43C5-B6E0-852EA31C1C6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E4-4E1D-889E-DC61186B09A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70E-48F2-9722-452487DB6D8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9AD-468E-A4DE-2B1CA1118D3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650-4F96-8A56-4164D062C2A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F1-4606-9F07-55E0CE59F0E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8DA-48CA-8D61-F351C513742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C9-4359-BA31-43B3C53C35A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40F-4640-ABE1-7AF381C7163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3A4-4375-BAB1-1623B9898AE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713-4C47-8412-C6579D82EF4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758-4B8A-B512-46B33BB7C40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D20-4474-B29C-FE5D10BEECB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67-4A90-81C5-E1B32ABDF0A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E50-4429-B86C-B5EA3A43667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818-4702-94BB-0C3E008DC25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BA-49EF-A0F4-8EDBCF035D9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BD6-42A3-8D01-CC7E8FF179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BAA-498B-96EE-AD53191146E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813-4C6C-B088-C333206144C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732-4BA0-A9FA-C0CAA96D058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72-4291-9404-DD668D2C678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99-4732-B18A-7025A0E6452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DC0-4248-9F6B-2BDE59B54A1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97C-4CE4-933D-9A3E496E000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9CF-4A73-AAFB-DD866BEAD97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0AC-41A4-93D7-D63A34ED447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564-4123-8BDD-AE77DF08767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43-4DFE-AEB6-10871FAA293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EB9-4B40-B28E-03A159BCB18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7D2-4C23-9BE2-0B21B1C4E72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664-4F76-AB3C-245DCD70B8D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C41-4C74-B961-DC60C5C8419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5B-4C61-AC24-24C8FA9D959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AE0-4FF9-8EDD-40B174D819E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8725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headline top-left, hospital photo top-right, hospital partner cards along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Planning model with four clickable levels per input. In slideshow, click a value under a slider to switch scenario; Reset returns to the starting scenario (150,000 ED encounters × 6% additional coverage × $4,000 net per encounter = $36M per year; 9,000 identified encounters; $90M associated gross charges at a $10,000 average ED charge). Each figure in the grid = 1,000 ED encounters. Illustrative planning model, not a forecast. The 255 hidden pages after this slide are the other scenarios.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59.xml"/><Relationship Id="rId13" Type="http://schemas.openxmlformats.org/officeDocument/2006/relationships/slide" Target="slide173.xml"/><Relationship Id="rId3" Type="http://schemas.openxmlformats.org/officeDocument/2006/relationships/slide" Target="slide4.xml"/><Relationship Id="rId7" Type="http://schemas.openxmlformats.org/officeDocument/2006/relationships/slide" Target="slide143.xml"/><Relationship Id="rId12" Type="http://schemas.openxmlformats.org/officeDocument/2006/relationships/slide" Target="slide178.xml"/><Relationship Id="rId2" Type="http://schemas.openxmlformats.org/officeDocument/2006/relationships/notesSlide" Target="../notesSlides/notesSlide4.xml"/><Relationship Id="rId16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8.xml"/><Relationship Id="rId11" Type="http://schemas.openxmlformats.org/officeDocument/2006/relationships/slide" Target="slide171.xml"/><Relationship Id="rId5" Type="http://schemas.openxmlformats.org/officeDocument/2006/relationships/slide" Target="slide111.xml"/><Relationship Id="rId15" Type="http://schemas.openxmlformats.org/officeDocument/2006/relationships/slide" Target="slide175.xml"/><Relationship Id="rId10" Type="http://schemas.openxmlformats.org/officeDocument/2006/relationships/slide" Target="slide167.xml"/><Relationship Id="rId4" Type="http://schemas.openxmlformats.org/officeDocument/2006/relationships/slide" Target="slide47.xml"/><Relationship Id="rId9" Type="http://schemas.openxmlformats.org/officeDocument/2006/relationships/slide" Target="slide190.xml"/><Relationship Id="rId14" Type="http://schemas.openxmlformats.org/officeDocument/2006/relationships/slide" Target="slide17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13" Type="http://schemas.openxmlformats.org/officeDocument/2006/relationships/slide" Target="slide6.xml"/><Relationship Id="rId3" Type="http://schemas.openxmlformats.org/officeDocument/2006/relationships/slide" Target="slide4.xml"/><Relationship Id="rId7" Type="http://schemas.openxmlformats.org/officeDocument/2006/relationships/slide" Target="slide21.xml"/><Relationship Id="rId12" Type="http://schemas.openxmlformats.org/officeDocument/2006/relationships/slide" Target="slide17.xml"/><Relationship Id="rId2" Type="http://schemas.openxmlformats.org/officeDocument/2006/relationships/notesSlide" Target="../notesSlides/notesSlide5.xml"/><Relationship Id="rId16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6.xml"/><Relationship Id="rId11" Type="http://schemas.openxmlformats.org/officeDocument/2006/relationships/slide" Target="slide13.xml"/><Relationship Id="rId5" Type="http://schemas.openxmlformats.org/officeDocument/2006/relationships/slide" Target="slide133.xml"/><Relationship Id="rId15" Type="http://schemas.openxmlformats.org/officeDocument/2006/relationships/slide" Target="slide8.xml"/><Relationship Id="rId10" Type="http://schemas.openxmlformats.org/officeDocument/2006/relationships/slide" Target="slide9.xml"/><Relationship Id="rId4" Type="http://schemas.openxmlformats.org/officeDocument/2006/relationships/slide" Target="slide69.xml"/><Relationship Id="rId9" Type="http://schemas.openxmlformats.org/officeDocument/2006/relationships/slide" Target="slide53.xml"/><Relationship Id="rId14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38.xml"/><Relationship Id="rId13" Type="http://schemas.openxmlformats.org/officeDocument/2006/relationships/slide" Target="slide5.xml"/><Relationship Id="rId3" Type="http://schemas.openxmlformats.org/officeDocument/2006/relationships/slide" Target="slide4.xml"/><Relationship Id="rId7" Type="http://schemas.openxmlformats.org/officeDocument/2006/relationships/slide" Target="slide22.xml"/><Relationship Id="rId12" Type="http://schemas.openxmlformats.org/officeDocument/2006/relationships/slide" Target="slide18.xml"/><Relationship Id="rId2" Type="http://schemas.openxmlformats.org/officeDocument/2006/relationships/notesSlide" Target="../notesSlides/notesSlide6.xml"/><Relationship Id="rId16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7.xml"/><Relationship Id="rId11" Type="http://schemas.openxmlformats.org/officeDocument/2006/relationships/slide" Target="slide14.xml"/><Relationship Id="rId5" Type="http://schemas.openxmlformats.org/officeDocument/2006/relationships/slide" Target="slide134.xml"/><Relationship Id="rId15" Type="http://schemas.openxmlformats.org/officeDocument/2006/relationships/slide" Target="slide8.xml"/><Relationship Id="rId10" Type="http://schemas.openxmlformats.org/officeDocument/2006/relationships/slide" Target="slide10.xml"/><Relationship Id="rId4" Type="http://schemas.openxmlformats.org/officeDocument/2006/relationships/slide" Target="slide70.xml"/><Relationship Id="rId9" Type="http://schemas.openxmlformats.org/officeDocument/2006/relationships/slide" Target="slide54.xml"/><Relationship Id="rId14" Type="http://schemas.openxmlformats.org/officeDocument/2006/relationships/slide" Target="slide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39.xml"/><Relationship Id="rId13" Type="http://schemas.openxmlformats.org/officeDocument/2006/relationships/slide" Target="slide5.xml"/><Relationship Id="rId3" Type="http://schemas.openxmlformats.org/officeDocument/2006/relationships/slide" Target="slide4.xml"/><Relationship Id="rId7" Type="http://schemas.openxmlformats.org/officeDocument/2006/relationships/slide" Target="slide23.xml"/><Relationship Id="rId12" Type="http://schemas.openxmlformats.org/officeDocument/2006/relationships/slide" Target="slide19.xml"/><Relationship Id="rId2" Type="http://schemas.openxmlformats.org/officeDocument/2006/relationships/notesSlide" Target="../notesSlides/notesSlide7.xml"/><Relationship Id="rId16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8.xml"/><Relationship Id="rId11" Type="http://schemas.openxmlformats.org/officeDocument/2006/relationships/slide" Target="slide15.xml"/><Relationship Id="rId5" Type="http://schemas.openxmlformats.org/officeDocument/2006/relationships/slide" Target="slide135.xml"/><Relationship Id="rId15" Type="http://schemas.openxmlformats.org/officeDocument/2006/relationships/slide" Target="slide8.xml"/><Relationship Id="rId10" Type="http://schemas.openxmlformats.org/officeDocument/2006/relationships/slide" Target="slide11.xml"/><Relationship Id="rId4" Type="http://schemas.openxmlformats.org/officeDocument/2006/relationships/slide" Target="slide71.xml"/><Relationship Id="rId9" Type="http://schemas.openxmlformats.org/officeDocument/2006/relationships/slide" Target="slide55.xml"/><Relationship Id="rId1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40.xml"/><Relationship Id="rId13" Type="http://schemas.openxmlformats.org/officeDocument/2006/relationships/slide" Target="slide5.xml"/><Relationship Id="rId3" Type="http://schemas.openxmlformats.org/officeDocument/2006/relationships/slide" Target="slide4.xml"/><Relationship Id="rId7" Type="http://schemas.openxmlformats.org/officeDocument/2006/relationships/slide" Target="slide24.xml"/><Relationship Id="rId12" Type="http://schemas.openxmlformats.org/officeDocument/2006/relationships/slide" Target="slide20.xml"/><Relationship Id="rId2" Type="http://schemas.openxmlformats.org/officeDocument/2006/relationships/notesSlide" Target="../notesSlides/notesSlide8.xml"/><Relationship Id="rId16" Type="http://schemas.openxmlformats.org/officeDocument/2006/relationships/chart" Target="../charts/chart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9.xml"/><Relationship Id="rId11" Type="http://schemas.openxmlformats.org/officeDocument/2006/relationships/slide" Target="slide16.xml"/><Relationship Id="rId5" Type="http://schemas.openxmlformats.org/officeDocument/2006/relationships/slide" Target="slide136.xml"/><Relationship Id="rId15" Type="http://schemas.openxmlformats.org/officeDocument/2006/relationships/slide" Target="slide7.xml"/><Relationship Id="rId10" Type="http://schemas.openxmlformats.org/officeDocument/2006/relationships/slide" Target="slide12.xml"/><Relationship Id="rId4" Type="http://schemas.openxmlformats.org/officeDocument/2006/relationships/slide" Target="slide72.xml"/><Relationship Id="rId9" Type="http://schemas.openxmlformats.org/officeDocument/2006/relationships/slide" Target="slide56.xml"/><Relationship Id="rId14" Type="http://schemas.openxmlformats.org/officeDocument/2006/relationships/slide" Target="slide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13" Type="http://schemas.openxmlformats.org/officeDocument/2006/relationships/slide" Target="slide10.xml"/><Relationship Id="rId3" Type="http://schemas.openxmlformats.org/officeDocument/2006/relationships/slide" Target="slide4.xml"/><Relationship Id="rId7" Type="http://schemas.openxmlformats.org/officeDocument/2006/relationships/slide" Target="slide25.xml"/><Relationship Id="rId12" Type="http://schemas.openxmlformats.org/officeDocument/2006/relationships/slide" Target="slide17.xml"/><Relationship Id="rId2" Type="http://schemas.openxmlformats.org/officeDocument/2006/relationships/notesSlide" Target="../notesSlides/notesSlide9.xml"/><Relationship Id="rId16" Type="http://schemas.openxmlformats.org/officeDocument/2006/relationships/chart" Target="../charts/chart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0.xml"/><Relationship Id="rId11" Type="http://schemas.openxmlformats.org/officeDocument/2006/relationships/slide" Target="slide13.xml"/><Relationship Id="rId5" Type="http://schemas.openxmlformats.org/officeDocument/2006/relationships/slide" Target="slide137.xml"/><Relationship Id="rId15" Type="http://schemas.openxmlformats.org/officeDocument/2006/relationships/slide" Target="slide12.xml"/><Relationship Id="rId10" Type="http://schemas.openxmlformats.org/officeDocument/2006/relationships/slide" Target="slide5.xml"/><Relationship Id="rId4" Type="http://schemas.openxmlformats.org/officeDocument/2006/relationships/slide" Target="slide73.xml"/><Relationship Id="rId9" Type="http://schemas.openxmlformats.org/officeDocument/2006/relationships/slide" Target="slide57.xml"/><Relationship Id="rId14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13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26.xml"/><Relationship Id="rId12" Type="http://schemas.openxmlformats.org/officeDocument/2006/relationships/slide" Target="slide18.xml"/><Relationship Id="rId2" Type="http://schemas.openxmlformats.org/officeDocument/2006/relationships/notesSlide" Target="../notesSlides/notesSlide10.xml"/><Relationship Id="rId16" Type="http://schemas.openxmlformats.org/officeDocument/2006/relationships/chart" Target="../charts/chart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1.xml"/><Relationship Id="rId11" Type="http://schemas.openxmlformats.org/officeDocument/2006/relationships/slide" Target="slide14.xml"/><Relationship Id="rId5" Type="http://schemas.openxmlformats.org/officeDocument/2006/relationships/slide" Target="slide138.xml"/><Relationship Id="rId15" Type="http://schemas.openxmlformats.org/officeDocument/2006/relationships/slide" Target="slide12.xml"/><Relationship Id="rId10" Type="http://schemas.openxmlformats.org/officeDocument/2006/relationships/slide" Target="slide6.xml"/><Relationship Id="rId4" Type="http://schemas.openxmlformats.org/officeDocument/2006/relationships/slide" Target="slide74.xml"/><Relationship Id="rId9" Type="http://schemas.openxmlformats.org/officeDocument/2006/relationships/slide" Target="slide58.xml"/><Relationship Id="rId14" Type="http://schemas.openxmlformats.org/officeDocument/2006/relationships/slide" Target="slide1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27.xml"/><Relationship Id="rId12" Type="http://schemas.openxmlformats.org/officeDocument/2006/relationships/slide" Target="slide19.xml"/><Relationship Id="rId2" Type="http://schemas.openxmlformats.org/officeDocument/2006/relationships/notesSlide" Target="../notesSlides/notesSlide11.xml"/><Relationship Id="rId16" Type="http://schemas.openxmlformats.org/officeDocument/2006/relationships/chart" Target="../charts/chart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2.xml"/><Relationship Id="rId11" Type="http://schemas.openxmlformats.org/officeDocument/2006/relationships/slide" Target="slide15.xml"/><Relationship Id="rId5" Type="http://schemas.openxmlformats.org/officeDocument/2006/relationships/slide" Target="slide139.xml"/><Relationship Id="rId15" Type="http://schemas.openxmlformats.org/officeDocument/2006/relationships/slide" Target="slide12.xml"/><Relationship Id="rId10" Type="http://schemas.openxmlformats.org/officeDocument/2006/relationships/slide" Target="slide7.xml"/><Relationship Id="rId4" Type="http://schemas.openxmlformats.org/officeDocument/2006/relationships/slide" Target="slide75.xml"/><Relationship Id="rId9" Type="http://schemas.openxmlformats.org/officeDocument/2006/relationships/slide" Target="slide59.xml"/><Relationship Id="rId14" Type="http://schemas.openxmlformats.org/officeDocument/2006/relationships/slide" Target="slide10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44.xml"/><Relationship Id="rId13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28.xml"/><Relationship Id="rId12" Type="http://schemas.openxmlformats.org/officeDocument/2006/relationships/slide" Target="slide20.xml"/><Relationship Id="rId2" Type="http://schemas.openxmlformats.org/officeDocument/2006/relationships/notesSlide" Target="../notesSlides/notesSlide12.xml"/><Relationship Id="rId16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3.xml"/><Relationship Id="rId11" Type="http://schemas.openxmlformats.org/officeDocument/2006/relationships/slide" Target="slide16.xml"/><Relationship Id="rId5" Type="http://schemas.openxmlformats.org/officeDocument/2006/relationships/slide" Target="slide140.xml"/><Relationship Id="rId15" Type="http://schemas.openxmlformats.org/officeDocument/2006/relationships/slide" Target="slide11.xml"/><Relationship Id="rId10" Type="http://schemas.openxmlformats.org/officeDocument/2006/relationships/slide" Target="slide8.xml"/><Relationship Id="rId4" Type="http://schemas.openxmlformats.org/officeDocument/2006/relationships/slide" Target="slide76.xml"/><Relationship Id="rId9" Type="http://schemas.openxmlformats.org/officeDocument/2006/relationships/slide" Target="slide60.xml"/><Relationship Id="rId14" Type="http://schemas.openxmlformats.org/officeDocument/2006/relationships/slide" Target="slide10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slide" Target="slide14.xml"/><Relationship Id="rId3" Type="http://schemas.openxmlformats.org/officeDocument/2006/relationships/slide" Target="slide4.xml"/><Relationship Id="rId7" Type="http://schemas.openxmlformats.org/officeDocument/2006/relationships/slide" Target="slide29.xml"/><Relationship Id="rId12" Type="http://schemas.openxmlformats.org/officeDocument/2006/relationships/slide" Target="slide17.xml"/><Relationship Id="rId2" Type="http://schemas.openxmlformats.org/officeDocument/2006/relationships/notesSlide" Target="../notesSlides/notesSlide13.xml"/><Relationship Id="rId16" Type="http://schemas.openxmlformats.org/officeDocument/2006/relationships/chart" Target="../charts/chart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4.xml"/><Relationship Id="rId11" Type="http://schemas.openxmlformats.org/officeDocument/2006/relationships/slide" Target="slide9.xml"/><Relationship Id="rId5" Type="http://schemas.openxmlformats.org/officeDocument/2006/relationships/slide" Target="slide141.xml"/><Relationship Id="rId15" Type="http://schemas.openxmlformats.org/officeDocument/2006/relationships/slide" Target="slide16.xml"/><Relationship Id="rId10" Type="http://schemas.openxmlformats.org/officeDocument/2006/relationships/slide" Target="slide5.xml"/><Relationship Id="rId4" Type="http://schemas.openxmlformats.org/officeDocument/2006/relationships/slide" Target="slide77.xml"/><Relationship Id="rId9" Type="http://schemas.openxmlformats.org/officeDocument/2006/relationships/slide" Target="slide61.xml"/><Relationship Id="rId14" Type="http://schemas.openxmlformats.org/officeDocument/2006/relationships/slide" Target="slide1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46.xml"/><Relationship Id="rId13" Type="http://schemas.openxmlformats.org/officeDocument/2006/relationships/slide" Target="slide13.xml"/><Relationship Id="rId3" Type="http://schemas.openxmlformats.org/officeDocument/2006/relationships/slide" Target="slide4.xml"/><Relationship Id="rId7" Type="http://schemas.openxmlformats.org/officeDocument/2006/relationships/slide" Target="slide30.xml"/><Relationship Id="rId12" Type="http://schemas.openxmlformats.org/officeDocument/2006/relationships/slide" Target="slide18.xml"/><Relationship Id="rId2" Type="http://schemas.openxmlformats.org/officeDocument/2006/relationships/notesSlide" Target="../notesSlides/notesSlide14.xml"/><Relationship Id="rId16" Type="http://schemas.openxmlformats.org/officeDocument/2006/relationships/chart" Target="../charts/chart1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5.xml"/><Relationship Id="rId11" Type="http://schemas.openxmlformats.org/officeDocument/2006/relationships/slide" Target="slide10.xml"/><Relationship Id="rId5" Type="http://schemas.openxmlformats.org/officeDocument/2006/relationships/slide" Target="slide142.xml"/><Relationship Id="rId15" Type="http://schemas.openxmlformats.org/officeDocument/2006/relationships/slide" Target="slide16.xml"/><Relationship Id="rId10" Type="http://schemas.openxmlformats.org/officeDocument/2006/relationships/slide" Target="slide6.xml"/><Relationship Id="rId4" Type="http://schemas.openxmlformats.org/officeDocument/2006/relationships/slide" Target="slide78.xml"/><Relationship Id="rId9" Type="http://schemas.openxmlformats.org/officeDocument/2006/relationships/slide" Target="slide62.xml"/><Relationship Id="rId14" Type="http://schemas.openxmlformats.org/officeDocument/2006/relationships/slide" Target="slide1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47.xml"/><Relationship Id="rId13" Type="http://schemas.openxmlformats.org/officeDocument/2006/relationships/slide" Target="slide13.xml"/><Relationship Id="rId3" Type="http://schemas.openxmlformats.org/officeDocument/2006/relationships/slide" Target="slide4.xml"/><Relationship Id="rId7" Type="http://schemas.openxmlformats.org/officeDocument/2006/relationships/slide" Target="slide31.xml"/><Relationship Id="rId12" Type="http://schemas.openxmlformats.org/officeDocument/2006/relationships/slide" Target="slide19.xml"/><Relationship Id="rId2" Type="http://schemas.openxmlformats.org/officeDocument/2006/relationships/notesSlide" Target="../notesSlides/notesSlide15.xml"/><Relationship Id="rId16" Type="http://schemas.openxmlformats.org/officeDocument/2006/relationships/chart" Target="../charts/chart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6.xml"/><Relationship Id="rId11" Type="http://schemas.openxmlformats.org/officeDocument/2006/relationships/slide" Target="slide11.xml"/><Relationship Id="rId5" Type="http://schemas.openxmlformats.org/officeDocument/2006/relationships/slide" Target="slide143.xml"/><Relationship Id="rId15" Type="http://schemas.openxmlformats.org/officeDocument/2006/relationships/slide" Target="slide16.xml"/><Relationship Id="rId10" Type="http://schemas.openxmlformats.org/officeDocument/2006/relationships/slide" Target="slide7.xml"/><Relationship Id="rId4" Type="http://schemas.openxmlformats.org/officeDocument/2006/relationships/slide" Target="slide79.xml"/><Relationship Id="rId9" Type="http://schemas.openxmlformats.org/officeDocument/2006/relationships/slide" Target="slide63.xml"/><Relationship Id="rId14" Type="http://schemas.openxmlformats.org/officeDocument/2006/relationships/slide" Target="slide1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13.xml"/><Relationship Id="rId3" Type="http://schemas.openxmlformats.org/officeDocument/2006/relationships/slide" Target="slide4.xml"/><Relationship Id="rId7" Type="http://schemas.openxmlformats.org/officeDocument/2006/relationships/slide" Target="slide32.xml"/><Relationship Id="rId12" Type="http://schemas.openxmlformats.org/officeDocument/2006/relationships/slide" Target="slide20.xml"/><Relationship Id="rId2" Type="http://schemas.openxmlformats.org/officeDocument/2006/relationships/notesSlide" Target="../notesSlides/notesSlide16.xml"/><Relationship Id="rId16" Type="http://schemas.openxmlformats.org/officeDocument/2006/relationships/chart" Target="../charts/chart1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7.xml"/><Relationship Id="rId11" Type="http://schemas.openxmlformats.org/officeDocument/2006/relationships/slide" Target="slide12.xml"/><Relationship Id="rId5" Type="http://schemas.openxmlformats.org/officeDocument/2006/relationships/slide" Target="slide144.xml"/><Relationship Id="rId15" Type="http://schemas.openxmlformats.org/officeDocument/2006/relationships/slide" Target="slide15.xml"/><Relationship Id="rId10" Type="http://schemas.openxmlformats.org/officeDocument/2006/relationships/slide" Target="slide8.xml"/><Relationship Id="rId4" Type="http://schemas.openxmlformats.org/officeDocument/2006/relationships/slide" Target="slide80.xml"/><Relationship Id="rId9" Type="http://schemas.openxmlformats.org/officeDocument/2006/relationships/slide" Target="slide64.xml"/><Relationship Id="rId14" Type="http://schemas.openxmlformats.org/officeDocument/2006/relationships/slide" Target="slide1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13" Type="http://schemas.openxmlformats.org/officeDocument/2006/relationships/slide" Target="slide18.xml"/><Relationship Id="rId3" Type="http://schemas.openxmlformats.org/officeDocument/2006/relationships/slide" Target="slide4.xml"/><Relationship Id="rId7" Type="http://schemas.openxmlformats.org/officeDocument/2006/relationships/slide" Target="slide33.xml"/><Relationship Id="rId12" Type="http://schemas.openxmlformats.org/officeDocument/2006/relationships/slide" Target="slide13.xml"/><Relationship Id="rId2" Type="http://schemas.openxmlformats.org/officeDocument/2006/relationships/notesSlide" Target="../notesSlides/notesSlide17.xml"/><Relationship Id="rId16" Type="http://schemas.openxmlformats.org/officeDocument/2006/relationships/chart" Target="../charts/chart1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8.xml"/><Relationship Id="rId11" Type="http://schemas.openxmlformats.org/officeDocument/2006/relationships/slide" Target="slide9.xml"/><Relationship Id="rId5" Type="http://schemas.openxmlformats.org/officeDocument/2006/relationships/slide" Target="slide145.xml"/><Relationship Id="rId15" Type="http://schemas.openxmlformats.org/officeDocument/2006/relationships/slide" Target="slide20.xml"/><Relationship Id="rId10" Type="http://schemas.openxmlformats.org/officeDocument/2006/relationships/slide" Target="slide5.xml"/><Relationship Id="rId4" Type="http://schemas.openxmlformats.org/officeDocument/2006/relationships/slide" Target="slide81.xml"/><Relationship Id="rId9" Type="http://schemas.openxmlformats.org/officeDocument/2006/relationships/slide" Target="slide65.xml"/><Relationship Id="rId14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17.xml"/><Relationship Id="rId3" Type="http://schemas.openxmlformats.org/officeDocument/2006/relationships/slide" Target="slide4.xml"/><Relationship Id="rId7" Type="http://schemas.openxmlformats.org/officeDocument/2006/relationships/slide" Target="slide34.xml"/><Relationship Id="rId12" Type="http://schemas.openxmlformats.org/officeDocument/2006/relationships/slide" Target="slide14.xml"/><Relationship Id="rId2" Type="http://schemas.openxmlformats.org/officeDocument/2006/relationships/notesSlide" Target="../notesSlides/notesSlide18.xml"/><Relationship Id="rId16" Type="http://schemas.openxmlformats.org/officeDocument/2006/relationships/chart" Target="../charts/chart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9.xml"/><Relationship Id="rId11" Type="http://schemas.openxmlformats.org/officeDocument/2006/relationships/slide" Target="slide10.xml"/><Relationship Id="rId5" Type="http://schemas.openxmlformats.org/officeDocument/2006/relationships/slide" Target="slide146.xml"/><Relationship Id="rId15" Type="http://schemas.openxmlformats.org/officeDocument/2006/relationships/slide" Target="slide20.xml"/><Relationship Id="rId10" Type="http://schemas.openxmlformats.org/officeDocument/2006/relationships/slide" Target="slide6.xml"/><Relationship Id="rId4" Type="http://schemas.openxmlformats.org/officeDocument/2006/relationships/slide" Target="slide82.xml"/><Relationship Id="rId9" Type="http://schemas.openxmlformats.org/officeDocument/2006/relationships/slide" Target="slide66.xml"/><Relationship Id="rId14" Type="http://schemas.openxmlformats.org/officeDocument/2006/relationships/slide" Target="slide19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slide" Target="slide51.xml"/><Relationship Id="rId13" Type="http://schemas.openxmlformats.org/officeDocument/2006/relationships/slide" Target="slide17.xml"/><Relationship Id="rId3" Type="http://schemas.openxmlformats.org/officeDocument/2006/relationships/slide" Target="slide4.xml"/><Relationship Id="rId7" Type="http://schemas.openxmlformats.org/officeDocument/2006/relationships/slide" Target="slide35.xml"/><Relationship Id="rId12" Type="http://schemas.openxmlformats.org/officeDocument/2006/relationships/slide" Target="slide15.xml"/><Relationship Id="rId2" Type="http://schemas.openxmlformats.org/officeDocument/2006/relationships/notesSlide" Target="../notesSlides/notesSlide19.xml"/><Relationship Id="rId16" Type="http://schemas.openxmlformats.org/officeDocument/2006/relationships/chart" Target="../charts/chart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0.xml"/><Relationship Id="rId11" Type="http://schemas.openxmlformats.org/officeDocument/2006/relationships/slide" Target="slide11.xml"/><Relationship Id="rId5" Type="http://schemas.openxmlformats.org/officeDocument/2006/relationships/slide" Target="slide147.xml"/><Relationship Id="rId15" Type="http://schemas.openxmlformats.org/officeDocument/2006/relationships/slide" Target="slide20.xml"/><Relationship Id="rId10" Type="http://schemas.openxmlformats.org/officeDocument/2006/relationships/slide" Target="slide7.xml"/><Relationship Id="rId4" Type="http://schemas.openxmlformats.org/officeDocument/2006/relationships/slide" Target="slide83.xml"/><Relationship Id="rId9" Type="http://schemas.openxmlformats.org/officeDocument/2006/relationships/slide" Target="slide67.xml"/><Relationship Id="rId14" Type="http://schemas.openxmlformats.org/officeDocument/2006/relationships/slide" Target="slide18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13" Type="http://schemas.openxmlformats.org/officeDocument/2006/relationships/slide" Target="slide17.xml"/><Relationship Id="rId3" Type="http://schemas.openxmlformats.org/officeDocument/2006/relationships/slide" Target="slide4.xml"/><Relationship Id="rId7" Type="http://schemas.openxmlformats.org/officeDocument/2006/relationships/slide" Target="slide36.xml"/><Relationship Id="rId12" Type="http://schemas.openxmlformats.org/officeDocument/2006/relationships/slide" Target="slide16.xml"/><Relationship Id="rId2" Type="http://schemas.openxmlformats.org/officeDocument/2006/relationships/notesSlide" Target="../notesSlides/notesSlide20.xml"/><Relationship Id="rId16" Type="http://schemas.openxmlformats.org/officeDocument/2006/relationships/chart" Target="../charts/chart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1.xml"/><Relationship Id="rId11" Type="http://schemas.openxmlformats.org/officeDocument/2006/relationships/slide" Target="slide12.xml"/><Relationship Id="rId5" Type="http://schemas.openxmlformats.org/officeDocument/2006/relationships/slide" Target="slide148.xml"/><Relationship Id="rId15" Type="http://schemas.openxmlformats.org/officeDocument/2006/relationships/slide" Target="slide19.xml"/><Relationship Id="rId10" Type="http://schemas.openxmlformats.org/officeDocument/2006/relationships/slide" Target="slide8.xml"/><Relationship Id="rId4" Type="http://schemas.openxmlformats.org/officeDocument/2006/relationships/slide" Target="slide84.xml"/><Relationship Id="rId9" Type="http://schemas.openxmlformats.org/officeDocument/2006/relationships/slide" Target="slide68.xml"/><Relationship Id="rId14" Type="http://schemas.openxmlformats.org/officeDocument/2006/relationships/slide" Target="slide18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13" Type="http://schemas.openxmlformats.org/officeDocument/2006/relationships/slide" Target="slide22.xml"/><Relationship Id="rId3" Type="http://schemas.openxmlformats.org/officeDocument/2006/relationships/slide" Target="slide4.xml"/><Relationship Id="rId7" Type="http://schemas.openxmlformats.org/officeDocument/2006/relationships/slide" Target="slide5.xml"/><Relationship Id="rId12" Type="http://schemas.openxmlformats.org/officeDocument/2006/relationships/slide" Target="slide33.xml"/><Relationship Id="rId2" Type="http://schemas.openxmlformats.org/officeDocument/2006/relationships/notesSlide" Target="../notesSlides/notesSlide21.xml"/><Relationship Id="rId16" Type="http://schemas.openxmlformats.org/officeDocument/2006/relationships/chart" Target="../charts/chart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2.xml"/><Relationship Id="rId11" Type="http://schemas.openxmlformats.org/officeDocument/2006/relationships/slide" Target="slide29.xml"/><Relationship Id="rId5" Type="http://schemas.openxmlformats.org/officeDocument/2006/relationships/slide" Target="slide149.xml"/><Relationship Id="rId15" Type="http://schemas.openxmlformats.org/officeDocument/2006/relationships/slide" Target="slide24.xml"/><Relationship Id="rId10" Type="http://schemas.openxmlformats.org/officeDocument/2006/relationships/slide" Target="slide25.xml"/><Relationship Id="rId4" Type="http://schemas.openxmlformats.org/officeDocument/2006/relationships/slide" Target="slide85.xml"/><Relationship Id="rId9" Type="http://schemas.openxmlformats.org/officeDocument/2006/relationships/slide" Target="slide53.xml"/><Relationship Id="rId14" Type="http://schemas.openxmlformats.org/officeDocument/2006/relationships/slide" Target="slide2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8.xml"/><Relationship Id="rId13" Type="http://schemas.openxmlformats.org/officeDocument/2006/relationships/slide" Target="slide21.xml"/><Relationship Id="rId3" Type="http://schemas.openxmlformats.org/officeDocument/2006/relationships/slide" Target="slide4.xml"/><Relationship Id="rId7" Type="http://schemas.openxmlformats.org/officeDocument/2006/relationships/slide" Target="slide6.xml"/><Relationship Id="rId12" Type="http://schemas.openxmlformats.org/officeDocument/2006/relationships/slide" Target="slide34.xml"/><Relationship Id="rId2" Type="http://schemas.openxmlformats.org/officeDocument/2006/relationships/notesSlide" Target="../notesSlides/notesSlide22.xml"/><Relationship Id="rId16" Type="http://schemas.openxmlformats.org/officeDocument/2006/relationships/chart" Target="../charts/chart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3.xml"/><Relationship Id="rId11" Type="http://schemas.openxmlformats.org/officeDocument/2006/relationships/slide" Target="slide30.xml"/><Relationship Id="rId5" Type="http://schemas.openxmlformats.org/officeDocument/2006/relationships/slide" Target="slide150.xml"/><Relationship Id="rId15" Type="http://schemas.openxmlformats.org/officeDocument/2006/relationships/slide" Target="slide24.xml"/><Relationship Id="rId10" Type="http://schemas.openxmlformats.org/officeDocument/2006/relationships/slide" Target="slide26.xml"/><Relationship Id="rId4" Type="http://schemas.openxmlformats.org/officeDocument/2006/relationships/slide" Target="slide86.xml"/><Relationship Id="rId9" Type="http://schemas.openxmlformats.org/officeDocument/2006/relationships/slide" Target="slide54.xml"/><Relationship Id="rId14" Type="http://schemas.openxmlformats.org/officeDocument/2006/relationships/slide" Target="slide2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9.xml"/><Relationship Id="rId13" Type="http://schemas.openxmlformats.org/officeDocument/2006/relationships/slide" Target="slide21.xml"/><Relationship Id="rId3" Type="http://schemas.openxmlformats.org/officeDocument/2006/relationships/slide" Target="slide4.xml"/><Relationship Id="rId7" Type="http://schemas.openxmlformats.org/officeDocument/2006/relationships/slide" Target="slide7.xml"/><Relationship Id="rId12" Type="http://schemas.openxmlformats.org/officeDocument/2006/relationships/slide" Target="slide35.xml"/><Relationship Id="rId2" Type="http://schemas.openxmlformats.org/officeDocument/2006/relationships/notesSlide" Target="../notesSlides/notesSlide23.xml"/><Relationship Id="rId16" Type="http://schemas.openxmlformats.org/officeDocument/2006/relationships/chart" Target="../charts/chart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4.xml"/><Relationship Id="rId11" Type="http://schemas.openxmlformats.org/officeDocument/2006/relationships/slide" Target="slide31.xml"/><Relationship Id="rId5" Type="http://schemas.openxmlformats.org/officeDocument/2006/relationships/slide" Target="slide151.xml"/><Relationship Id="rId15" Type="http://schemas.openxmlformats.org/officeDocument/2006/relationships/slide" Target="slide24.xml"/><Relationship Id="rId10" Type="http://schemas.openxmlformats.org/officeDocument/2006/relationships/slide" Target="slide27.xml"/><Relationship Id="rId4" Type="http://schemas.openxmlformats.org/officeDocument/2006/relationships/slide" Target="slide87.xml"/><Relationship Id="rId9" Type="http://schemas.openxmlformats.org/officeDocument/2006/relationships/slide" Target="slide55.xml"/><Relationship Id="rId14" Type="http://schemas.openxmlformats.org/officeDocument/2006/relationships/slide" Target="slide2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slide" Target="slide40.xml"/><Relationship Id="rId13" Type="http://schemas.openxmlformats.org/officeDocument/2006/relationships/slide" Target="slide21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12" Type="http://schemas.openxmlformats.org/officeDocument/2006/relationships/slide" Target="slide36.xml"/><Relationship Id="rId2" Type="http://schemas.openxmlformats.org/officeDocument/2006/relationships/notesSlide" Target="../notesSlides/notesSlide24.xml"/><Relationship Id="rId16" Type="http://schemas.openxmlformats.org/officeDocument/2006/relationships/chart" Target="../charts/chart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5.xml"/><Relationship Id="rId11" Type="http://schemas.openxmlformats.org/officeDocument/2006/relationships/slide" Target="slide32.xml"/><Relationship Id="rId5" Type="http://schemas.openxmlformats.org/officeDocument/2006/relationships/slide" Target="slide152.xml"/><Relationship Id="rId15" Type="http://schemas.openxmlformats.org/officeDocument/2006/relationships/slide" Target="slide23.xml"/><Relationship Id="rId10" Type="http://schemas.openxmlformats.org/officeDocument/2006/relationships/slide" Target="slide28.xml"/><Relationship Id="rId4" Type="http://schemas.openxmlformats.org/officeDocument/2006/relationships/slide" Target="slide88.xml"/><Relationship Id="rId9" Type="http://schemas.openxmlformats.org/officeDocument/2006/relationships/slide" Target="slide56.xml"/><Relationship Id="rId14" Type="http://schemas.openxmlformats.org/officeDocument/2006/relationships/slide" Target="slide2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13" Type="http://schemas.openxmlformats.org/officeDocument/2006/relationships/slide" Target="slide26.xml"/><Relationship Id="rId3" Type="http://schemas.openxmlformats.org/officeDocument/2006/relationships/slide" Target="slide4.xml"/><Relationship Id="rId7" Type="http://schemas.openxmlformats.org/officeDocument/2006/relationships/slide" Target="slide9.xml"/><Relationship Id="rId12" Type="http://schemas.openxmlformats.org/officeDocument/2006/relationships/slide" Target="slide33.xml"/><Relationship Id="rId2" Type="http://schemas.openxmlformats.org/officeDocument/2006/relationships/notesSlide" Target="../notesSlides/notesSlide25.xml"/><Relationship Id="rId16" Type="http://schemas.openxmlformats.org/officeDocument/2006/relationships/chart" Target="../charts/chart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6.xml"/><Relationship Id="rId11" Type="http://schemas.openxmlformats.org/officeDocument/2006/relationships/slide" Target="slide29.xml"/><Relationship Id="rId5" Type="http://schemas.openxmlformats.org/officeDocument/2006/relationships/slide" Target="slide153.xml"/><Relationship Id="rId15" Type="http://schemas.openxmlformats.org/officeDocument/2006/relationships/slide" Target="slide28.xml"/><Relationship Id="rId10" Type="http://schemas.openxmlformats.org/officeDocument/2006/relationships/slide" Target="slide21.xml"/><Relationship Id="rId4" Type="http://schemas.openxmlformats.org/officeDocument/2006/relationships/slide" Target="slide89.xml"/><Relationship Id="rId9" Type="http://schemas.openxmlformats.org/officeDocument/2006/relationships/slide" Target="slide57.xml"/><Relationship Id="rId14" Type="http://schemas.openxmlformats.org/officeDocument/2006/relationships/slide" Target="slide2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13" Type="http://schemas.openxmlformats.org/officeDocument/2006/relationships/slide" Target="slide25.xml"/><Relationship Id="rId3" Type="http://schemas.openxmlformats.org/officeDocument/2006/relationships/slide" Target="slide4.xml"/><Relationship Id="rId7" Type="http://schemas.openxmlformats.org/officeDocument/2006/relationships/slide" Target="slide10.xml"/><Relationship Id="rId12" Type="http://schemas.openxmlformats.org/officeDocument/2006/relationships/slide" Target="slide34.xml"/><Relationship Id="rId2" Type="http://schemas.openxmlformats.org/officeDocument/2006/relationships/notesSlide" Target="../notesSlides/notesSlide26.xml"/><Relationship Id="rId16" Type="http://schemas.openxmlformats.org/officeDocument/2006/relationships/chart" Target="../charts/chart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7.xml"/><Relationship Id="rId11" Type="http://schemas.openxmlformats.org/officeDocument/2006/relationships/slide" Target="slide30.xml"/><Relationship Id="rId5" Type="http://schemas.openxmlformats.org/officeDocument/2006/relationships/slide" Target="slide154.xml"/><Relationship Id="rId15" Type="http://schemas.openxmlformats.org/officeDocument/2006/relationships/slide" Target="slide28.xml"/><Relationship Id="rId10" Type="http://schemas.openxmlformats.org/officeDocument/2006/relationships/slide" Target="slide22.xml"/><Relationship Id="rId4" Type="http://schemas.openxmlformats.org/officeDocument/2006/relationships/slide" Target="slide90.xml"/><Relationship Id="rId9" Type="http://schemas.openxmlformats.org/officeDocument/2006/relationships/slide" Target="slide58.xml"/><Relationship Id="rId14" Type="http://schemas.openxmlformats.org/officeDocument/2006/relationships/slide" Target="slide2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25.xml"/><Relationship Id="rId3" Type="http://schemas.openxmlformats.org/officeDocument/2006/relationships/slide" Target="slide4.xml"/><Relationship Id="rId7" Type="http://schemas.openxmlformats.org/officeDocument/2006/relationships/slide" Target="slide11.xml"/><Relationship Id="rId12" Type="http://schemas.openxmlformats.org/officeDocument/2006/relationships/slide" Target="slide35.xml"/><Relationship Id="rId2" Type="http://schemas.openxmlformats.org/officeDocument/2006/relationships/notesSlide" Target="../notesSlides/notesSlide27.xml"/><Relationship Id="rId16" Type="http://schemas.openxmlformats.org/officeDocument/2006/relationships/chart" Target="../charts/chart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8.xml"/><Relationship Id="rId11" Type="http://schemas.openxmlformats.org/officeDocument/2006/relationships/slide" Target="slide31.xml"/><Relationship Id="rId5" Type="http://schemas.openxmlformats.org/officeDocument/2006/relationships/slide" Target="slide155.xml"/><Relationship Id="rId15" Type="http://schemas.openxmlformats.org/officeDocument/2006/relationships/slide" Target="slide28.xml"/><Relationship Id="rId10" Type="http://schemas.openxmlformats.org/officeDocument/2006/relationships/slide" Target="slide23.xml"/><Relationship Id="rId4" Type="http://schemas.openxmlformats.org/officeDocument/2006/relationships/slide" Target="slide91.xml"/><Relationship Id="rId9" Type="http://schemas.openxmlformats.org/officeDocument/2006/relationships/slide" Target="slide59.xml"/><Relationship Id="rId14" Type="http://schemas.openxmlformats.org/officeDocument/2006/relationships/slide" Target="slide26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" Target="slide44.xml"/><Relationship Id="rId13" Type="http://schemas.openxmlformats.org/officeDocument/2006/relationships/slide" Target="slide25.xml"/><Relationship Id="rId3" Type="http://schemas.openxmlformats.org/officeDocument/2006/relationships/slide" Target="slide4.xml"/><Relationship Id="rId7" Type="http://schemas.openxmlformats.org/officeDocument/2006/relationships/slide" Target="slide12.xml"/><Relationship Id="rId12" Type="http://schemas.openxmlformats.org/officeDocument/2006/relationships/slide" Target="slide36.xml"/><Relationship Id="rId2" Type="http://schemas.openxmlformats.org/officeDocument/2006/relationships/notesSlide" Target="../notesSlides/notesSlide28.xml"/><Relationship Id="rId16" Type="http://schemas.openxmlformats.org/officeDocument/2006/relationships/chart" Target="../charts/chart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9.xml"/><Relationship Id="rId11" Type="http://schemas.openxmlformats.org/officeDocument/2006/relationships/slide" Target="slide32.xml"/><Relationship Id="rId5" Type="http://schemas.openxmlformats.org/officeDocument/2006/relationships/slide" Target="slide156.xml"/><Relationship Id="rId15" Type="http://schemas.openxmlformats.org/officeDocument/2006/relationships/slide" Target="slide27.xml"/><Relationship Id="rId10" Type="http://schemas.openxmlformats.org/officeDocument/2006/relationships/slide" Target="slide24.xml"/><Relationship Id="rId4" Type="http://schemas.openxmlformats.org/officeDocument/2006/relationships/slide" Target="slide92.xml"/><Relationship Id="rId9" Type="http://schemas.openxmlformats.org/officeDocument/2006/relationships/slide" Target="slide60.xml"/><Relationship Id="rId14" Type="http://schemas.openxmlformats.org/officeDocument/2006/relationships/slide" Target="slide26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slide" Target="slide30.xml"/><Relationship Id="rId3" Type="http://schemas.openxmlformats.org/officeDocument/2006/relationships/slide" Target="slide4.xml"/><Relationship Id="rId7" Type="http://schemas.openxmlformats.org/officeDocument/2006/relationships/slide" Target="slide13.xml"/><Relationship Id="rId12" Type="http://schemas.openxmlformats.org/officeDocument/2006/relationships/slide" Target="slide33.xml"/><Relationship Id="rId2" Type="http://schemas.openxmlformats.org/officeDocument/2006/relationships/notesSlide" Target="../notesSlides/notesSlide29.xml"/><Relationship Id="rId16" Type="http://schemas.openxmlformats.org/officeDocument/2006/relationships/chart" Target="../charts/chart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0.xml"/><Relationship Id="rId11" Type="http://schemas.openxmlformats.org/officeDocument/2006/relationships/slide" Target="slide25.xml"/><Relationship Id="rId5" Type="http://schemas.openxmlformats.org/officeDocument/2006/relationships/slide" Target="slide157.xml"/><Relationship Id="rId15" Type="http://schemas.openxmlformats.org/officeDocument/2006/relationships/slide" Target="slide32.xml"/><Relationship Id="rId10" Type="http://schemas.openxmlformats.org/officeDocument/2006/relationships/slide" Target="slide21.xml"/><Relationship Id="rId4" Type="http://schemas.openxmlformats.org/officeDocument/2006/relationships/slide" Target="slide93.xml"/><Relationship Id="rId9" Type="http://schemas.openxmlformats.org/officeDocument/2006/relationships/slide" Target="slide61.xml"/><Relationship Id="rId14" Type="http://schemas.openxmlformats.org/officeDocument/2006/relationships/slide" Target="slide3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" Target="slide46.xml"/><Relationship Id="rId13" Type="http://schemas.openxmlformats.org/officeDocument/2006/relationships/slide" Target="slide29.xml"/><Relationship Id="rId3" Type="http://schemas.openxmlformats.org/officeDocument/2006/relationships/slide" Target="slide4.xml"/><Relationship Id="rId7" Type="http://schemas.openxmlformats.org/officeDocument/2006/relationships/slide" Target="slide14.xml"/><Relationship Id="rId12" Type="http://schemas.openxmlformats.org/officeDocument/2006/relationships/slide" Target="slide34.xml"/><Relationship Id="rId2" Type="http://schemas.openxmlformats.org/officeDocument/2006/relationships/notesSlide" Target="../notesSlides/notesSlide30.xml"/><Relationship Id="rId16" Type="http://schemas.openxmlformats.org/officeDocument/2006/relationships/chart" Target="../charts/chart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1.xml"/><Relationship Id="rId11" Type="http://schemas.openxmlformats.org/officeDocument/2006/relationships/slide" Target="slide26.xml"/><Relationship Id="rId5" Type="http://schemas.openxmlformats.org/officeDocument/2006/relationships/slide" Target="slide158.xml"/><Relationship Id="rId15" Type="http://schemas.openxmlformats.org/officeDocument/2006/relationships/slide" Target="slide32.xml"/><Relationship Id="rId10" Type="http://schemas.openxmlformats.org/officeDocument/2006/relationships/slide" Target="slide22.xml"/><Relationship Id="rId4" Type="http://schemas.openxmlformats.org/officeDocument/2006/relationships/slide" Target="slide94.xml"/><Relationship Id="rId9" Type="http://schemas.openxmlformats.org/officeDocument/2006/relationships/slide" Target="slide62.xml"/><Relationship Id="rId14" Type="http://schemas.openxmlformats.org/officeDocument/2006/relationships/slide" Target="slide3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slide" Target="slide47.xml"/><Relationship Id="rId13" Type="http://schemas.openxmlformats.org/officeDocument/2006/relationships/slide" Target="slide29.xml"/><Relationship Id="rId3" Type="http://schemas.openxmlformats.org/officeDocument/2006/relationships/slide" Target="slide4.xml"/><Relationship Id="rId7" Type="http://schemas.openxmlformats.org/officeDocument/2006/relationships/slide" Target="slide15.xml"/><Relationship Id="rId12" Type="http://schemas.openxmlformats.org/officeDocument/2006/relationships/slide" Target="slide35.xml"/><Relationship Id="rId2" Type="http://schemas.openxmlformats.org/officeDocument/2006/relationships/notesSlide" Target="../notesSlides/notesSlide31.xml"/><Relationship Id="rId16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2.xml"/><Relationship Id="rId11" Type="http://schemas.openxmlformats.org/officeDocument/2006/relationships/slide" Target="slide27.xml"/><Relationship Id="rId5" Type="http://schemas.openxmlformats.org/officeDocument/2006/relationships/slide" Target="slide159.xml"/><Relationship Id="rId15" Type="http://schemas.openxmlformats.org/officeDocument/2006/relationships/slide" Target="slide32.xml"/><Relationship Id="rId10" Type="http://schemas.openxmlformats.org/officeDocument/2006/relationships/slide" Target="slide23.xml"/><Relationship Id="rId4" Type="http://schemas.openxmlformats.org/officeDocument/2006/relationships/slide" Target="slide95.xml"/><Relationship Id="rId9" Type="http://schemas.openxmlformats.org/officeDocument/2006/relationships/slide" Target="slide63.xml"/><Relationship Id="rId14" Type="http://schemas.openxmlformats.org/officeDocument/2006/relationships/slide" Target="slide30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29.xml"/><Relationship Id="rId3" Type="http://schemas.openxmlformats.org/officeDocument/2006/relationships/slide" Target="slide4.xml"/><Relationship Id="rId7" Type="http://schemas.openxmlformats.org/officeDocument/2006/relationships/slide" Target="slide16.xml"/><Relationship Id="rId12" Type="http://schemas.openxmlformats.org/officeDocument/2006/relationships/slide" Target="slide36.xml"/><Relationship Id="rId2" Type="http://schemas.openxmlformats.org/officeDocument/2006/relationships/notesSlide" Target="../notesSlides/notesSlide32.xml"/><Relationship Id="rId16" Type="http://schemas.openxmlformats.org/officeDocument/2006/relationships/chart" Target="../charts/chart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3.xml"/><Relationship Id="rId11" Type="http://schemas.openxmlformats.org/officeDocument/2006/relationships/slide" Target="slide28.xml"/><Relationship Id="rId5" Type="http://schemas.openxmlformats.org/officeDocument/2006/relationships/slide" Target="slide160.xml"/><Relationship Id="rId15" Type="http://schemas.openxmlformats.org/officeDocument/2006/relationships/slide" Target="slide31.xml"/><Relationship Id="rId10" Type="http://schemas.openxmlformats.org/officeDocument/2006/relationships/slide" Target="slide24.xml"/><Relationship Id="rId4" Type="http://schemas.openxmlformats.org/officeDocument/2006/relationships/slide" Target="slide96.xml"/><Relationship Id="rId9" Type="http://schemas.openxmlformats.org/officeDocument/2006/relationships/slide" Target="slide64.xml"/><Relationship Id="rId14" Type="http://schemas.openxmlformats.org/officeDocument/2006/relationships/slide" Target="slide30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13" Type="http://schemas.openxmlformats.org/officeDocument/2006/relationships/slide" Target="slide34.xml"/><Relationship Id="rId3" Type="http://schemas.openxmlformats.org/officeDocument/2006/relationships/slide" Target="slide4.xml"/><Relationship Id="rId7" Type="http://schemas.openxmlformats.org/officeDocument/2006/relationships/slide" Target="slide17.xml"/><Relationship Id="rId12" Type="http://schemas.openxmlformats.org/officeDocument/2006/relationships/slide" Target="slide29.xml"/><Relationship Id="rId2" Type="http://schemas.openxmlformats.org/officeDocument/2006/relationships/notesSlide" Target="../notesSlides/notesSlide33.xml"/><Relationship Id="rId16" Type="http://schemas.openxmlformats.org/officeDocument/2006/relationships/chart" Target="../charts/chart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4.xml"/><Relationship Id="rId11" Type="http://schemas.openxmlformats.org/officeDocument/2006/relationships/slide" Target="slide25.xml"/><Relationship Id="rId5" Type="http://schemas.openxmlformats.org/officeDocument/2006/relationships/slide" Target="slide161.xml"/><Relationship Id="rId15" Type="http://schemas.openxmlformats.org/officeDocument/2006/relationships/slide" Target="slide36.xml"/><Relationship Id="rId10" Type="http://schemas.openxmlformats.org/officeDocument/2006/relationships/slide" Target="slide21.xml"/><Relationship Id="rId4" Type="http://schemas.openxmlformats.org/officeDocument/2006/relationships/slide" Target="slide97.xml"/><Relationship Id="rId9" Type="http://schemas.openxmlformats.org/officeDocument/2006/relationships/slide" Target="slide65.xml"/><Relationship Id="rId14" Type="http://schemas.openxmlformats.org/officeDocument/2006/relationships/slide" Target="slide35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33.xml"/><Relationship Id="rId3" Type="http://schemas.openxmlformats.org/officeDocument/2006/relationships/slide" Target="slide4.xml"/><Relationship Id="rId7" Type="http://schemas.openxmlformats.org/officeDocument/2006/relationships/slide" Target="slide18.xml"/><Relationship Id="rId12" Type="http://schemas.openxmlformats.org/officeDocument/2006/relationships/slide" Target="slide30.xml"/><Relationship Id="rId2" Type="http://schemas.openxmlformats.org/officeDocument/2006/relationships/notesSlide" Target="../notesSlides/notesSlide34.xml"/><Relationship Id="rId16" Type="http://schemas.openxmlformats.org/officeDocument/2006/relationships/chart" Target="../charts/chart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5.xml"/><Relationship Id="rId11" Type="http://schemas.openxmlformats.org/officeDocument/2006/relationships/slide" Target="slide26.xml"/><Relationship Id="rId5" Type="http://schemas.openxmlformats.org/officeDocument/2006/relationships/slide" Target="slide162.xml"/><Relationship Id="rId15" Type="http://schemas.openxmlformats.org/officeDocument/2006/relationships/slide" Target="slide36.xml"/><Relationship Id="rId10" Type="http://schemas.openxmlformats.org/officeDocument/2006/relationships/slide" Target="slide22.xml"/><Relationship Id="rId4" Type="http://schemas.openxmlformats.org/officeDocument/2006/relationships/slide" Target="slide98.xml"/><Relationship Id="rId9" Type="http://schemas.openxmlformats.org/officeDocument/2006/relationships/slide" Target="slide66.xml"/><Relationship Id="rId14" Type="http://schemas.openxmlformats.org/officeDocument/2006/relationships/slide" Target="slide35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" Target="slide51.xml"/><Relationship Id="rId13" Type="http://schemas.openxmlformats.org/officeDocument/2006/relationships/slide" Target="slide33.xml"/><Relationship Id="rId3" Type="http://schemas.openxmlformats.org/officeDocument/2006/relationships/slide" Target="slide4.xml"/><Relationship Id="rId7" Type="http://schemas.openxmlformats.org/officeDocument/2006/relationships/slide" Target="slide19.xml"/><Relationship Id="rId12" Type="http://schemas.openxmlformats.org/officeDocument/2006/relationships/slide" Target="slide31.xml"/><Relationship Id="rId2" Type="http://schemas.openxmlformats.org/officeDocument/2006/relationships/notesSlide" Target="../notesSlides/notesSlide35.xml"/><Relationship Id="rId16" Type="http://schemas.openxmlformats.org/officeDocument/2006/relationships/chart" Target="../charts/chart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6.xml"/><Relationship Id="rId11" Type="http://schemas.openxmlformats.org/officeDocument/2006/relationships/slide" Target="slide27.xml"/><Relationship Id="rId5" Type="http://schemas.openxmlformats.org/officeDocument/2006/relationships/slide" Target="slide163.xml"/><Relationship Id="rId15" Type="http://schemas.openxmlformats.org/officeDocument/2006/relationships/slide" Target="slide36.xml"/><Relationship Id="rId10" Type="http://schemas.openxmlformats.org/officeDocument/2006/relationships/slide" Target="slide23.xml"/><Relationship Id="rId4" Type="http://schemas.openxmlformats.org/officeDocument/2006/relationships/slide" Target="slide99.xml"/><Relationship Id="rId9" Type="http://schemas.openxmlformats.org/officeDocument/2006/relationships/slide" Target="slide67.xml"/><Relationship Id="rId14" Type="http://schemas.openxmlformats.org/officeDocument/2006/relationships/slide" Target="slide34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13" Type="http://schemas.openxmlformats.org/officeDocument/2006/relationships/slide" Target="slide33.xml"/><Relationship Id="rId3" Type="http://schemas.openxmlformats.org/officeDocument/2006/relationships/slide" Target="slide4.xml"/><Relationship Id="rId7" Type="http://schemas.openxmlformats.org/officeDocument/2006/relationships/slide" Target="slide20.xml"/><Relationship Id="rId12" Type="http://schemas.openxmlformats.org/officeDocument/2006/relationships/slide" Target="slide32.xml"/><Relationship Id="rId2" Type="http://schemas.openxmlformats.org/officeDocument/2006/relationships/notesSlide" Target="../notesSlides/notesSlide36.xml"/><Relationship Id="rId16" Type="http://schemas.openxmlformats.org/officeDocument/2006/relationships/chart" Target="../charts/chart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7.xml"/><Relationship Id="rId11" Type="http://schemas.openxmlformats.org/officeDocument/2006/relationships/slide" Target="slide28.xml"/><Relationship Id="rId5" Type="http://schemas.openxmlformats.org/officeDocument/2006/relationships/slide" Target="slide164.xml"/><Relationship Id="rId15" Type="http://schemas.openxmlformats.org/officeDocument/2006/relationships/slide" Target="slide35.xml"/><Relationship Id="rId10" Type="http://schemas.openxmlformats.org/officeDocument/2006/relationships/slide" Target="slide24.xml"/><Relationship Id="rId4" Type="http://schemas.openxmlformats.org/officeDocument/2006/relationships/slide" Target="slide100.xml"/><Relationship Id="rId9" Type="http://schemas.openxmlformats.org/officeDocument/2006/relationships/slide" Target="slide68.xml"/><Relationship Id="rId14" Type="http://schemas.openxmlformats.org/officeDocument/2006/relationships/slide" Target="slide34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slide" Target="slide21.xml"/><Relationship Id="rId13" Type="http://schemas.openxmlformats.org/officeDocument/2006/relationships/slide" Target="slide38.xml"/><Relationship Id="rId3" Type="http://schemas.openxmlformats.org/officeDocument/2006/relationships/slide" Target="slide4.xml"/><Relationship Id="rId7" Type="http://schemas.openxmlformats.org/officeDocument/2006/relationships/slide" Target="slide5.xml"/><Relationship Id="rId12" Type="http://schemas.openxmlformats.org/officeDocument/2006/relationships/slide" Target="slide49.xml"/><Relationship Id="rId2" Type="http://schemas.openxmlformats.org/officeDocument/2006/relationships/notesSlide" Target="../notesSlides/notesSlide37.xml"/><Relationship Id="rId16" Type="http://schemas.openxmlformats.org/officeDocument/2006/relationships/chart" Target="../charts/chart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8.xml"/><Relationship Id="rId11" Type="http://schemas.openxmlformats.org/officeDocument/2006/relationships/slide" Target="slide45.xml"/><Relationship Id="rId5" Type="http://schemas.openxmlformats.org/officeDocument/2006/relationships/slide" Target="slide165.xml"/><Relationship Id="rId15" Type="http://schemas.openxmlformats.org/officeDocument/2006/relationships/slide" Target="slide40.xml"/><Relationship Id="rId10" Type="http://schemas.openxmlformats.org/officeDocument/2006/relationships/slide" Target="slide41.xml"/><Relationship Id="rId4" Type="http://schemas.openxmlformats.org/officeDocument/2006/relationships/slide" Target="slide101.xml"/><Relationship Id="rId9" Type="http://schemas.openxmlformats.org/officeDocument/2006/relationships/slide" Target="slide53.xml"/><Relationship Id="rId14" Type="http://schemas.openxmlformats.org/officeDocument/2006/relationships/slide" Target="slide39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13" Type="http://schemas.openxmlformats.org/officeDocument/2006/relationships/slide" Target="slide37.xml"/><Relationship Id="rId3" Type="http://schemas.openxmlformats.org/officeDocument/2006/relationships/slide" Target="slide4.xml"/><Relationship Id="rId7" Type="http://schemas.openxmlformats.org/officeDocument/2006/relationships/slide" Target="slide6.xml"/><Relationship Id="rId12" Type="http://schemas.openxmlformats.org/officeDocument/2006/relationships/slide" Target="slide50.xml"/><Relationship Id="rId2" Type="http://schemas.openxmlformats.org/officeDocument/2006/relationships/notesSlide" Target="../notesSlides/notesSlide38.xml"/><Relationship Id="rId16" Type="http://schemas.openxmlformats.org/officeDocument/2006/relationships/chart" Target="../charts/chart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9.xml"/><Relationship Id="rId11" Type="http://schemas.openxmlformats.org/officeDocument/2006/relationships/slide" Target="slide46.xml"/><Relationship Id="rId5" Type="http://schemas.openxmlformats.org/officeDocument/2006/relationships/slide" Target="slide166.xml"/><Relationship Id="rId15" Type="http://schemas.openxmlformats.org/officeDocument/2006/relationships/slide" Target="slide40.xml"/><Relationship Id="rId10" Type="http://schemas.openxmlformats.org/officeDocument/2006/relationships/slide" Target="slide42.xml"/><Relationship Id="rId4" Type="http://schemas.openxmlformats.org/officeDocument/2006/relationships/slide" Target="slide102.xml"/><Relationship Id="rId9" Type="http://schemas.openxmlformats.org/officeDocument/2006/relationships/slide" Target="slide54.xml"/><Relationship Id="rId14" Type="http://schemas.openxmlformats.org/officeDocument/2006/relationships/slide" Target="slide39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23.xml"/><Relationship Id="rId13" Type="http://schemas.openxmlformats.org/officeDocument/2006/relationships/slide" Target="slide37.xml"/><Relationship Id="rId3" Type="http://schemas.openxmlformats.org/officeDocument/2006/relationships/slide" Target="slide4.xml"/><Relationship Id="rId7" Type="http://schemas.openxmlformats.org/officeDocument/2006/relationships/slide" Target="slide7.xml"/><Relationship Id="rId12" Type="http://schemas.openxmlformats.org/officeDocument/2006/relationships/slide" Target="slide51.xml"/><Relationship Id="rId2" Type="http://schemas.openxmlformats.org/officeDocument/2006/relationships/notesSlide" Target="../notesSlides/notesSlide39.xml"/><Relationship Id="rId16" Type="http://schemas.openxmlformats.org/officeDocument/2006/relationships/chart" Target="../charts/chart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0.xml"/><Relationship Id="rId11" Type="http://schemas.openxmlformats.org/officeDocument/2006/relationships/slide" Target="slide47.xml"/><Relationship Id="rId5" Type="http://schemas.openxmlformats.org/officeDocument/2006/relationships/slide" Target="slide167.xml"/><Relationship Id="rId15" Type="http://schemas.openxmlformats.org/officeDocument/2006/relationships/slide" Target="slide40.xml"/><Relationship Id="rId10" Type="http://schemas.openxmlformats.org/officeDocument/2006/relationships/slide" Target="slide43.xml"/><Relationship Id="rId4" Type="http://schemas.openxmlformats.org/officeDocument/2006/relationships/slide" Target="slide103.xml"/><Relationship Id="rId9" Type="http://schemas.openxmlformats.org/officeDocument/2006/relationships/slide" Target="slide55.xml"/><Relationship Id="rId14" Type="http://schemas.openxmlformats.org/officeDocument/2006/relationships/slide" Target="slide38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13" Type="http://schemas.openxmlformats.org/officeDocument/2006/relationships/slide" Target="slide37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12" Type="http://schemas.openxmlformats.org/officeDocument/2006/relationships/slide" Target="slide52.xml"/><Relationship Id="rId2" Type="http://schemas.openxmlformats.org/officeDocument/2006/relationships/notesSlide" Target="../notesSlides/notesSlide40.xml"/><Relationship Id="rId16" Type="http://schemas.openxmlformats.org/officeDocument/2006/relationships/chart" Target="../charts/chart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1.xml"/><Relationship Id="rId11" Type="http://schemas.openxmlformats.org/officeDocument/2006/relationships/slide" Target="slide48.xml"/><Relationship Id="rId5" Type="http://schemas.openxmlformats.org/officeDocument/2006/relationships/slide" Target="slide168.xml"/><Relationship Id="rId15" Type="http://schemas.openxmlformats.org/officeDocument/2006/relationships/slide" Target="slide39.xml"/><Relationship Id="rId10" Type="http://schemas.openxmlformats.org/officeDocument/2006/relationships/slide" Target="slide44.xml"/><Relationship Id="rId4" Type="http://schemas.openxmlformats.org/officeDocument/2006/relationships/slide" Target="slide104.xml"/><Relationship Id="rId9" Type="http://schemas.openxmlformats.org/officeDocument/2006/relationships/slide" Target="slide56.xml"/><Relationship Id="rId14" Type="http://schemas.openxmlformats.org/officeDocument/2006/relationships/slide" Target="slide38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" Target="slide25.xml"/><Relationship Id="rId13" Type="http://schemas.openxmlformats.org/officeDocument/2006/relationships/slide" Target="slide42.xml"/><Relationship Id="rId3" Type="http://schemas.openxmlformats.org/officeDocument/2006/relationships/slide" Target="slide4.xml"/><Relationship Id="rId7" Type="http://schemas.openxmlformats.org/officeDocument/2006/relationships/slide" Target="slide9.xml"/><Relationship Id="rId12" Type="http://schemas.openxmlformats.org/officeDocument/2006/relationships/slide" Target="slide49.xml"/><Relationship Id="rId2" Type="http://schemas.openxmlformats.org/officeDocument/2006/relationships/notesSlide" Target="../notesSlides/notesSlide41.xml"/><Relationship Id="rId16" Type="http://schemas.openxmlformats.org/officeDocument/2006/relationships/chart" Target="../charts/chart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2.xml"/><Relationship Id="rId11" Type="http://schemas.openxmlformats.org/officeDocument/2006/relationships/slide" Target="slide45.xml"/><Relationship Id="rId5" Type="http://schemas.openxmlformats.org/officeDocument/2006/relationships/slide" Target="slide169.xml"/><Relationship Id="rId15" Type="http://schemas.openxmlformats.org/officeDocument/2006/relationships/slide" Target="slide44.xml"/><Relationship Id="rId10" Type="http://schemas.openxmlformats.org/officeDocument/2006/relationships/slide" Target="slide37.xml"/><Relationship Id="rId4" Type="http://schemas.openxmlformats.org/officeDocument/2006/relationships/slide" Target="slide105.xml"/><Relationship Id="rId9" Type="http://schemas.openxmlformats.org/officeDocument/2006/relationships/slide" Target="slide57.xml"/><Relationship Id="rId14" Type="http://schemas.openxmlformats.org/officeDocument/2006/relationships/slide" Target="slide43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" Target="slide26.xml"/><Relationship Id="rId13" Type="http://schemas.openxmlformats.org/officeDocument/2006/relationships/slide" Target="slide41.xml"/><Relationship Id="rId3" Type="http://schemas.openxmlformats.org/officeDocument/2006/relationships/slide" Target="slide4.xml"/><Relationship Id="rId7" Type="http://schemas.openxmlformats.org/officeDocument/2006/relationships/slide" Target="slide10.xml"/><Relationship Id="rId12" Type="http://schemas.openxmlformats.org/officeDocument/2006/relationships/slide" Target="slide50.xml"/><Relationship Id="rId2" Type="http://schemas.openxmlformats.org/officeDocument/2006/relationships/notesSlide" Target="../notesSlides/notesSlide42.xml"/><Relationship Id="rId16" Type="http://schemas.openxmlformats.org/officeDocument/2006/relationships/chart" Target="../charts/chart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3.xml"/><Relationship Id="rId11" Type="http://schemas.openxmlformats.org/officeDocument/2006/relationships/slide" Target="slide46.xml"/><Relationship Id="rId5" Type="http://schemas.openxmlformats.org/officeDocument/2006/relationships/slide" Target="slide170.xml"/><Relationship Id="rId15" Type="http://schemas.openxmlformats.org/officeDocument/2006/relationships/slide" Target="slide44.xml"/><Relationship Id="rId10" Type="http://schemas.openxmlformats.org/officeDocument/2006/relationships/slide" Target="slide38.xml"/><Relationship Id="rId4" Type="http://schemas.openxmlformats.org/officeDocument/2006/relationships/slide" Target="slide106.xml"/><Relationship Id="rId9" Type="http://schemas.openxmlformats.org/officeDocument/2006/relationships/slide" Target="slide58.xml"/><Relationship Id="rId14" Type="http://schemas.openxmlformats.org/officeDocument/2006/relationships/slide" Target="slide43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27.xml"/><Relationship Id="rId13" Type="http://schemas.openxmlformats.org/officeDocument/2006/relationships/slide" Target="slide41.xml"/><Relationship Id="rId3" Type="http://schemas.openxmlformats.org/officeDocument/2006/relationships/slide" Target="slide4.xml"/><Relationship Id="rId7" Type="http://schemas.openxmlformats.org/officeDocument/2006/relationships/slide" Target="slide11.xml"/><Relationship Id="rId12" Type="http://schemas.openxmlformats.org/officeDocument/2006/relationships/slide" Target="slide51.xml"/><Relationship Id="rId2" Type="http://schemas.openxmlformats.org/officeDocument/2006/relationships/notesSlide" Target="../notesSlides/notesSlide43.xml"/><Relationship Id="rId16" Type="http://schemas.openxmlformats.org/officeDocument/2006/relationships/chart" Target="../charts/chart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4.xml"/><Relationship Id="rId11" Type="http://schemas.openxmlformats.org/officeDocument/2006/relationships/slide" Target="slide47.xml"/><Relationship Id="rId5" Type="http://schemas.openxmlformats.org/officeDocument/2006/relationships/slide" Target="slide171.xml"/><Relationship Id="rId15" Type="http://schemas.openxmlformats.org/officeDocument/2006/relationships/slide" Target="slide44.xml"/><Relationship Id="rId10" Type="http://schemas.openxmlformats.org/officeDocument/2006/relationships/slide" Target="slide39.xml"/><Relationship Id="rId4" Type="http://schemas.openxmlformats.org/officeDocument/2006/relationships/slide" Target="slide107.xml"/><Relationship Id="rId9" Type="http://schemas.openxmlformats.org/officeDocument/2006/relationships/slide" Target="slide59.xml"/><Relationship Id="rId14" Type="http://schemas.openxmlformats.org/officeDocument/2006/relationships/slide" Target="slide4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13" Type="http://schemas.openxmlformats.org/officeDocument/2006/relationships/slide" Target="slide41.xml"/><Relationship Id="rId3" Type="http://schemas.openxmlformats.org/officeDocument/2006/relationships/slide" Target="slide4.xml"/><Relationship Id="rId7" Type="http://schemas.openxmlformats.org/officeDocument/2006/relationships/slide" Target="slide12.xml"/><Relationship Id="rId12" Type="http://schemas.openxmlformats.org/officeDocument/2006/relationships/slide" Target="slide52.xml"/><Relationship Id="rId2" Type="http://schemas.openxmlformats.org/officeDocument/2006/relationships/notesSlide" Target="../notesSlides/notesSlide44.xml"/><Relationship Id="rId16" Type="http://schemas.openxmlformats.org/officeDocument/2006/relationships/chart" Target="../charts/chart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5.xml"/><Relationship Id="rId11" Type="http://schemas.openxmlformats.org/officeDocument/2006/relationships/slide" Target="slide48.xml"/><Relationship Id="rId5" Type="http://schemas.openxmlformats.org/officeDocument/2006/relationships/slide" Target="slide172.xml"/><Relationship Id="rId15" Type="http://schemas.openxmlformats.org/officeDocument/2006/relationships/slide" Target="slide43.xml"/><Relationship Id="rId10" Type="http://schemas.openxmlformats.org/officeDocument/2006/relationships/slide" Target="slide40.xml"/><Relationship Id="rId4" Type="http://schemas.openxmlformats.org/officeDocument/2006/relationships/slide" Target="slide108.xml"/><Relationship Id="rId9" Type="http://schemas.openxmlformats.org/officeDocument/2006/relationships/slide" Target="slide60.xml"/><Relationship Id="rId14" Type="http://schemas.openxmlformats.org/officeDocument/2006/relationships/slide" Target="slide4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slide" Target="slide29.xml"/><Relationship Id="rId13" Type="http://schemas.openxmlformats.org/officeDocument/2006/relationships/slide" Target="slide46.xml"/><Relationship Id="rId3" Type="http://schemas.openxmlformats.org/officeDocument/2006/relationships/slide" Target="slide4.xml"/><Relationship Id="rId7" Type="http://schemas.openxmlformats.org/officeDocument/2006/relationships/slide" Target="slide13.xml"/><Relationship Id="rId12" Type="http://schemas.openxmlformats.org/officeDocument/2006/relationships/slide" Target="slide49.xml"/><Relationship Id="rId2" Type="http://schemas.openxmlformats.org/officeDocument/2006/relationships/notesSlide" Target="../notesSlides/notesSlide45.xml"/><Relationship Id="rId16" Type="http://schemas.openxmlformats.org/officeDocument/2006/relationships/chart" Target="../charts/chart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6.xml"/><Relationship Id="rId11" Type="http://schemas.openxmlformats.org/officeDocument/2006/relationships/slide" Target="slide41.xml"/><Relationship Id="rId5" Type="http://schemas.openxmlformats.org/officeDocument/2006/relationships/slide" Target="slide173.xml"/><Relationship Id="rId15" Type="http://schemas.openxmlformats.org/officeDocument/2006/relationships/slide" Target="slide48.xml"/><Relationship Id="rId10" Type="http://schemas.openxmlformats.org/officeDocument/2006/relationships/slide" Target="slide37.xml"/><Relationship Id="rId4" Type="http://schemas.openxmlformats.org/officeDocument/2006/relationships/slide" Target="slide109.xml"/><Relationship Id="rId9" Type="http://schemas.openxmlformats.org/officeDocument/2006/relationships/slide" Target="slide61.xml"/><Relationship Id="rId14" Type="http://schemas.openxmlformats.org/officeDocument/2006/relationships/slide" Target="slide47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5.xml"/><Relationship Id="rId3" Type="http://schemas.openxmlformats.org/officeDocument/2006/relationships/slide" Target="slide4.xml"/><Relationship Id="rId7" Type="http://schemas.openxmlformats.org/officeDocument/2006/relationships/slide" Target="slide14.xml"/><Relationship Id="rId12" Type="http://schemas.openxmlformats.org/officeDocument/2006/relationships/slide" Target="slide50.xml"/><Relationship Id="rId2" Type="http://schemas.openxmlformats.org/officeDocument/2006/relationships/notesSlide" Target="../notesSlides/notesSlide46.xml"/><Relationship Id="rId16" Type="http://schemas.openxmlformats.org/officeDocument/2006/relationships/chart" Target="../charts/chart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7.xml"/><Relationship Id="rId11" Type="http://schemas.openxmlformats.org/officeDocument/2006/relationships/slide" Target="slide42.xml"/><Relationship Id="rId5" Type="http://schemas.openxmlformats.org/officeDocument/2006/relationships/slide" Target="slide174.xml"/><Relationship Id="rId15" Type="http://schemas.openxmlformats.org/officeDocument/2006/relationships/slide" Target="slide48.xml"/><Relationship Id="rId10" Type="http://schemas.openxmlformats.org/officeDocument/2006/relationships/slide" Target="slide38.xml"/><Relationship Id="rId4" Type="http://schemas.openxmlformats.org/officeDocument/2006/relationships/slide" Target="slide110.xml"/><Relationship Id="rId9" Type="http://schemas.openxmlformats.org/officeDocument/2006/relationships/slide" Target="slide62.xml"/><Relationship Id="rId14" Type="http://schemas.openxmlformats.org/officeDocument/2006/relationships/slide" Target="slide4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63.xml"/><Relationship Id="rId13" Type="http://schemas.openxmlformats.org/officeDocument/2006/relationships/slide" Target="slide46.xml"/><Relationship Id="rId3" Type="http://schemas.openxmlformats.org/officeDocument/2006/relationships/slide" Target="slide4.xml"/><Relationship Id="rId7" Type="http://schemas.openxmlformats.org/officeDocument/2006/relationships/slide" Target="slide31.xml"/><Relationship Id="rId12" Type="http://schemas.openxmlformats.org/officeDocument/2006/relationships/slide" Target="slide45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.xml"/><Relationship Id="rId11" Type="http://schemas.openxmlformats.org/officeDocument/2006/relationships/slide" Target="slide51.xml"/><Relationship Id="rId5" Type="http://schemas.openxmlformats.org/officeDocument/2006/relationships/slide" Target="slide238.xml"/><Relationship Id="rId15" Type="http://schemas.openxmlformats.org/officeDocument/2006/relationships/chart" Target="../charts/chart44.xml"/><Relationship Id="rId10" Type="http://schemas.openxmlformats.org/officeDocument/2006/relationships/slide" Target="slide43.xml"/><Relationship Id="rId4" Type="http://schemas.openxmlformats.org/officeDocument/2006/relationships/slide" Target="slide111.xml"/><Relationship Id="rId9" Type="http://schemas.openxmlformats.org/officeDocument/2006/relationships/slide" Target="slide39.xml"/><Relationship Id="rId14" Type="http://schemas.openxmlformats.org/officeDocument/2006/relationships/slide" Target="slide48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45.xml"/><Relationship Id="rId3" Type="http://schemas.openxmlformats.org/officeDocument/2006/relationships/slide" Target="slide4.xml"/><Relationship Id="rId7" Type="http://schemas.openxmlformats.org/officeDocument/2006/relationships/slide" Target="slide16.xml"/><Relationship Id="rId12" Type="http://schemas.openxmlformats.org/officeDocument/2006/relationships/slide" Target="slide52.xml"/><Relationship Id="rId2" Type="http://schemas.openxmlformats.org/officeDocument/2006/relationships/notesSlide" Target="../notesSlides/notesSlide48.xml"/><Relationship Id="rId16" Type="http://schemas.openxmlformats.org/officeDocument/2006/relationships/chart" Target="../charts/chart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9.xml"/><Relationship Id="rId11" Type="http://schemas.openxmlformats.org/officeDocument/2006/relationships/slide" Target="slide44.xml"/><Relationship Id="rId5" Type="http://schemas.openxmlformats.org/officeDocument/2006/relationships/slide" Target="slide175.xml"/><Relationship Id="rId15" Type="http://schemas.openxmlformats.org/officeDocument/2006/relationships/slide" Target="slide47.xml"/><Relationship Id="rId10" Type="http://schemas.openxmlformats.org/officeDocument/2006/relationships/slide" Target="slide40.xml"/><Relationship Id="rId4" Type="http://schemas.openxmlformats.org/officeDocument/2006/relationships/slide" Target="slide112.xml"/><Relationship Id="rId9" Type="http://schemas.openxmlformats.org/officeDocument/2006/relationships/slide" Target="slide64.xml"/><Relationship Id="rId14" Type="http://schemas.openxmlformats.org/officeDocument/2006/relationships/slide" Target="slide46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13" Type="http://schemas.openxmlformats.org/officeDocument/2006/relationships/slide" Target="slide50.xml"/><Relationship Id="rId3" Type="http://schemas.openxmlformats.org/officeDocument/2006/relationships/slide" Target="slide4.xml"/><Relationship Id="rId7" Type="http://schemas.openxmlformats.org/officeDocument/2006/relationships/slide" Target="slide17.xml"/><Relationship Id="rId12" Type="http://schemas.openxmlformats.org/officeDocument/2006/relationships/slide" Target="slide45.xml"/><Relationship Id="rId2" Type="http://schemas.openxmlformats.org/officeDocument/2006/relationships/notesSlide" Target="../notesSlides/notesSlide49.xml"/><Relationship Id="rId16" Type="http://schemas.openxmlformats.org/officeDocument/2006/relationships/chart" Target="../charts/chart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0.xml"/><Relationship Id="rId11" Type="http://schemas.openxmlformats.org/officeDocument/2006/relationships/slide" Target="slide41.xml"/><Relationship Id="rId5" Type="http://schemas.openxmlformats.org/officeDocument/2006/relationships/slide" Target="slide176.xml"/><Relationship Id="rId15" Type="http://schemas.openxmlformats.org/officeDocument/2006/relationships/slide" Target="slide52.xml"/><Relationship Id="rId10" Type="http://schemas.openxmlformats.org/officeDocument/2006/relationships/slide" Target="slide37.xml"/><Relationship Id="rId4" Type="http://schemas.openxmlformats.org/officeDocument/2006/relationships/slide" Target="slide113.xml"/><Relationship Id="rId9" Type="http://schemas.openxmlformats.org/officeDocument/2006/relationships/slide" Target="slide65.xml"/><Relationship Id="rId14" Type="http://schemas.openxmlformats.org/officeDocument/2006/relationships/slide" Target="slide5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slide" Target="slide34.xml"/><Relationship Id="rId13" Type="http://schemas.openxmlformats.org/officeDocument/2006/relationships/slide" Target="slide49.xml"/><Relationship Id="rId3" Type="http://schemas.openxmlformats.org/officeDocument/2006/relationships/slide" Target="slide4.xml"/><Relationship Id="rId7" Type="http://schemas.openxmlformats.org/officeDocument/2006/relationships/slide" Target="slide18.xml"/><Relationship Id="rId12" Type="http://schemas.openxmlformats.org/officeDocument/2006/relationships/slide" Target="slide46.xml"/><Relationship Id="rId2" Type="http://schemas.openxmlformats.org/officeDocument/2006/relationships/notesSlide" Target="../notesSlides/notesSlide50.xml"/><Relationship Id="rId16" Type="http://schemas.openxmlformats.org/officeDocument/2006/relationships/chart" Target="../charts/chart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1.xml"/><Relationship Id="rId11" Type="http://schemas.openxmlformats.org/officeDocument/2006/relationships/slide" Target="slide42.xml"/><Relationship Id="rId5" Type="http://schemas.openxmlformats.org/officeDocument/2006/relationships/slide" Target="slide177.xml"/><Relationship Id="rId15" Type="http://schemas.openxmlformats.org/officeDocument/2006/relationships/slide" Target="slide52.xml"/><Relationship Id="rId10" Type="http://schemas.openxmlformats.org/officeDocument/2006/relationships/slide" Target="slide38.xml"/><Relationship Id="rId4" Type="http://schemas.openxmlformats.org/officeDocument/2006/relationships/slide" Target="slide114.xml"/><Relationship Id="rId9" Type="http://schemas.openxmlformats.org/officeDocument/2006/relationships/slide" Target="slide66.xml"/><Relationship Id="rId14" Type="http://schemas.openxmlformats.org/officeDocument/2006/relationships/slide" Target="slide51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slide" Target="slide35.xml"/><Relationship Id="rId13" Type="http://schemas.openxmlformats.org/officeDocument/2006/relationships/slide" Target="slide49.xml"/><Relationship Id="rId3" Type="http://schemas.openxmlformats.org/officeDocument/2006/relationships/slide" Target="slide4.xml"/><Relationship Id="rId7" Type="http://schemas.openxmlformats.org/officeDocument/2006/relationships/slide" Target="slide19.xml"/><Relationship Id="rId12" Type="http://schemas.openxmlformats.org/officeDocument/2006/relationships/slide" Target="slide47.xml"/><Relationship Id="rId2" Type="http://schemas.openxmlformats.org/officeDocument/2006/relationships/notesSlide" Target="../notesSlides/notesSlide51.xml"/><Relationship Id="rId16" Type="http://schemas.openxmlformats.org/officeDocument/2006/relationships/chart" Target="../charts/chart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2.xml"/><Relationship Id="rId11" Type="http://schemas.openxmlformats.org/officeDocument/2006/relationships/slide" Target="slide43.xml"/><Relationship Id="rId5" Type="http://schemas.openxmlformats.org/officeDocument/2006/relationships/slide" Target="slide178.xml"/><Relationship Id="rId15" Type="http://schemas.openxmlformats.org/officeDocument/2006/relationships/slide" Target="slide52.xml"/><Relationship Id="rId10" Type="http://schemas.openxmlformats.org/officeDocument/2006/relationships/slide" Target="slide39.xml"/><Relationship Id="rId4" Type="http://schemas.openxmlformats.org/officeDocument/2006/relationships/slide" Target="slide115.xml"/><Relationship Id="rId9" Type="http://schemas.openxmlformats.org/officeDocument/2006/relationships/slide" Target="slide67.xml"/><Relationship Id="rId14" Type="http://schemas.openxmlformats.org/officeDocument/2006/relationships/slide" Target="slide50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36.xml"/><Relationship Id="rId13" Type="http://schemas.openxmlformats.org/officeDocument/2006/relationships/slide" Target="slide49.xml"/><Relationship Id="rId3" Type="http://schemas.openxmlformats.org/officeDocument/2006/relationships/slide" Target="slide4.xml"/><Relationship Id="rId7" Type="http://schemas.openxmlformats.org/officeDocument/2006/relationships/slide" Target="slide20.xml"/><Relationship Id="rId12" Type="http://schemas.openxmlformats.org/officeDocument/2006/relationships/slide" Target="slide48.xml"/><Relationship Id="rId2" Type="http://schemas.openxmlformats.org/officeDocument/2006/relationships/notesSlide" Target="../notesSlides/notesSlide52.xml"/><Relationship Id="rId16" Type="http://schemas.openxmlformats.org/officeDocument/2006/relationships/chart" Target="../charts/chart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3.xml"/><Relationship Id="rId11" Type="http://schemas.openxmlformats.org/officeDocument/2006/relationships/slide" Target="slide44.xml"/><Relationship Id="rId5" Type="http://schemas.openxmlformats.org/officeDocument/2006/relationships/slide" Target="slide179.xml"/><Relationship Id="rId15" Type="http://schemas.openxmlformats.org/officeDocument/2006/relationships/slide" Target="slide51.xml"/><Relationship Id="rId10" Type="http://schemas.openxmlformats.org/officeDocument/2006/relationships/slide" Target="slide40.xml"/><Relationship Id="rId4" Type="http://schemas.openxmlformats.org/officeDocument/2006/relationships/slide" Target="slide116.xml"/><Relationship Id="rId9" Type="http://schemas.openxmlformats.org/officeDocument/2006/relationships/slide" Target="slide68.xml"/><Relationship Id="rId14" Type="http://schemas.openxmlformats.org/officeDocument/2006/relationships/slide" Target="slide50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21.xml"/><Relationship Id="rId13" Type="http://schemas.openxmlformats.org/officeDocument/2006/relationships/slide" Target="slide54.xml"/><Relationship Id="rId3" Type="http://schemas.openxmlformats.org/officeDocument/2006/relationships/slide" Target="slide4.xml"/><Relationship Id="rId7" Type="http://schemas.openxmlformats.org/officeDocument/2006/relationships/slide" Target="slide5.xml"/><Relationship Id="rId12" Type="http://schemas.openxmlformats.org/officeDocument/2006/relationships/slide" Target="slide65.xml"/><Relationship Id="rId2" Type="http://schemas.openxmlformats.org/officeDocument/2006/relationships/notesSlide" Target="../notesSlides/notesSlide53.xml"/><Relationship Id="rId16" Type="http://schemas.openxmlformats.org/officeDocument/2006/relationships/chart" Target="../charts/chart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4.xml"/><Relationship Id="rId11" Type="http://schemas.openxmlformats.org/officeDocument/2006/relationships/slide" Target="slide61.xml"/><Relationship Id="rId5" Type="http://schemas.openxmlformats.org/officeDocument/2006/relationships/slide" Target="slide180.xml"/><Relationship Id="rId15" Type="http://schemas.openxmlformats.org/officeDocument/2006/relationships/slide" Target="slide56.xml"/><Relationship Id="rId10" Type="http://schemas.openxmlformats.org/officeDocument/2006/relationships/slide" Target="slide57.xml"/><Relationship Id="rId4" Type="http://schemas.openxmlformats.org/officeDocument/2006/relationships/slide" Target="slide117.xml"/><Relationship Id="rId9" Type="http://schemas.openxmlformats.org/officeDocument/2006/relationships/slide" Target="slide37.xml"/><Relationship Id="rId14" Type="http://schemas.openxmlformats.org/officeDocument/2006/relationships/slide" Target="slide55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13" Type="http://schemas.openxmlformats.org/officeDocument/2006/relationships/slide" Target="slide53.xml"/><Relationship Id="rId3" Type="http://schemas.openxmlformats.org/officeDocument/2006/relationships/slide" Target="slide4.xml"/><Relationship Id="rId7" Type="http://schemas.openxmlformats.org/officeDocument/2006/relationships/slide" Target="slide6.xml"/><Relationship Id="rId12" Type="http://schemas.openxmlformats.org/officeDocument/2006/relationships/slide" Target="slide66.xml"/><Relationship Id="rId2" Type="http://schemas.openxmlformats.org/officeDocument/2006/relationships/notesSlide" Target="../notesSlides/notesSlide54.xml"/><Relationship Id="rId16" Type="http://schemas.openxmlformats.org/officeDocument/2006/relationships/chart" Target="../charts/chart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5.xml"/><Relationship Id="rId11" Type="http://schemas.openxmlformats.org/officeDocument/2006/relationships/slide" Target="slide62.xml"/><Relationship Id="rId5" Type="http://schemas.openxmlformats.org/officeDocument/2006/relationships/slide" Target="slide181.xml"/><Relationship Id="rId15" Type="http://schemas.openxmlformats.org/officeDocument/2006/relationships/slide" Target="slide56.xml"/><Relationship Id="rId10" Type="http://schemas.openxmlformats.org/officeDocument/2006/relationships/slide" Target="slide58.xml"/><Relationship Id="rId4" Type="http://schemas.openxmlformats.org/officeDocument/2006/relationships/slide" Target="slide118.xml"/><Relationship Id="rId9" Type="http://schemas.openxmlformats.org/officeDocument/2006/relationships/slide" Target="slide38.xml"/><Relationship Id="rId14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23.xml"/><Relationship Id="rId13" Type="http://schemas.openxmlformats.org/officeDocument/2006/relationships/slide" Target="slide53.xml"/><Relationship Id="rId3" Type="http://schemas.openxmlformats.org/officeDocument/2006/relationships/slide" Target="slide4.xml"/><Relationship Id="rId7" Type="http://schemas.openxmlformats.org/officeDocument/2006/relationships/slide" Target="slide7.xml"/><Relationship Id="rId12" Type="http://schemas.openxmlformats.org/officeDocument/2006/relationships/slide" Target="slide67.xml"/><Relationship Id="rId2" Type="http://schemas.openxmlformats.org/officeDocument/2006/relationships/notesSlide" Target="../notesSlides/notesSlide55.xml"/><Relationship Id="rId16" Type="http://schemas.openxmlformats.org/officeDocument/2006/relationships/chart" Target="../charts/chart5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6.xml"/><Relationship Id="rId11" Type="http://schemas.openxmlformats.org/officeDocument/2006/relationships/slide" Target="slide63.xml"/><Relationship Id="rId5" Type="http://schemas.openxmlformats.org/officeDocument/2006/relationships/slide" Target="slide182.xml"/><Relationship Id="rId15" Type="http://schemas.openxmlformats.org/officeDocument/2006/relationships/slide" Target="slide56.xml"/><Relationship Id="rId10" Type="http://schemas.openxmlformats.org/officeDocument/2006/relationships/slide" Target="slide59.xml"/><Relationship Id="rId4" Type="http://schemas.openxmlformats.org/officeDocument/2006/relationships/slide" Target="slide119.xml"/><Relationship Id="rId9" Type="http://schemas.openxmlformats.org/officeDocument/2006/relationships/slide" Target="slide39.xml"/><Relationship Id="rId14" Type="http://schemas.openxmlformats.org/officeDocument/2006/relationships/slide" Target="slide54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13" Type="http://schemas.openxmlformats.org/officeDocument/2006/relationships/slide" Target="slide53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12" Type="http://schemas.openxmlformats.org/officeDocument/2006/relationships/slide" Target="slide68.xml"/><Relationship Id="rId2" Type="http://schemas.openxmlformats.org/officeDocument/2006/relationships/notesSlide" Target="../notesSlides/notesSlide56.xml"/><Relationship Id="rId16" Type="http://schemas.openxmlformats.org/officeDocument/2006/relationships/chart" Target="../charts/chart5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7.xml"/><Relationship Id="rId11" Type="http://schemas.openxmlformats.org/officeDocument/2006/relationships/slide" Target="slide64.xml"/><Relationship Id="rId5" Type="http://schemas.openxmlformats.org/officeDocument/2006/relationships/slide" Target="slide183.xml"/><Relationship Id="rId15" Type="http://schemas.openxmlformats.org/officeDocument/2006/relationships/slide" Target="slide55.xml"/><Relationship Id="rId10" Type="http://schemas.openxmlformats.org/officeDocument/2006/relationships/slide" Target="slide60.xml"/><Relationship Id="rId4" Type="http://schemas.openxmlformats.org/officeDocument/2006/relationships/slide" Target="slide120.xml"/><Relationship Id="rId9" Type="http://schemas.openxmlformats.org/officeDocument/2006/relationships/slide" Target="slide40.xml"/><Relationship Id="rId14" Type="http://schemas.openxmlformats.org/officeDocument/2006/relationships/slide" Target="slide54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25.xml"/><Relationship Id="rId13" Type="http://schemas.openxmlformats.org/officeDocument/2006/relationships/slide" Target="slide58.xml"/><Relationship Id="rId3" Type="http://schemas.openxmlformats.org/officeDocument/2006/relationships/slide" Target="slide4.xml"/><Relationship Id="rId7" Type="http://schemas.openxmlformats.org/officeDocument/2006/relationships/slide" Target="slide9.xml"/><Relationship Id="rId12" Type="http://schemas.openxmlformats.org/officeDocument/2006/relationships/slide" Target="slide65.xml"/><Relationship Id="rId2" Type="http://schemas.openxmlformats.org/officeDocument/2006/relationships/notesSlide" Target="../notesSlides/notesSlide57.xml"/><Relationship Id="rId16" Type="http://schemas.openxmlformats.org/officeDocument/2006/relationships/chart" Target="../charts/chart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8.xml"/><Relationship Id="rId11" Type="http://schemas.openxmlformats.org/officeDocument/2006/relationships/slide" Target="slide61.xml"/><Relationship Id="rId5" Type="http://schemas.openxmlformats.org/officeDocument/2006/relationships/slide" Target="slide184.xml"/><Relationship Id="rId15" Type="http://schemas.openxmlformats.org/officeDocument/2006/relationships/slide" Target="slide60.xml"/><Relationship Id="rId10" Type="http://schemas.openxmlformats.org/officeDocument/2006/relationships/slide" Target="slide53.xml"/><Relationship Id="rId4" Type="http://schemas.openxmlformats.org/officeDocument/2006/relationships/slide" Target="slide121.xml"/><Relationship Id="rId9" Type="http://schemas.openxmlformats.org/officeDocument/2006/relationships/slide" Target="slide41.xml"/><Relationship Id="rId14" Type="http://schemas.openxmlformats.org/officeDocument/2006/relationships/slide" Target="slide59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26.xml"/><Relationship Id="rId13" Type="http://schemas.openxmlformats.org/officeDocument/2006/relationships/slide" Target="slide57.xml"/><Relationship Id="rId3" Type="http://schemas.openxmlformats.org/officeDocument/2006/relationships/slide" Target="slide4.xml"/><Relationship Id="rId7" Type="http://schemas.openxmlformats.org/officeDocument/2006/relationships/slide" Target="slide10.xml"/><Relationship Id="rId12" Type="http://schemas.openxmlformats.org/officeDocument/2006/relationships/slide" Target="slide66.xml"/><Relationship Id="rId2" Type="http://schemas.openxmlformats.org/officeDocument/2006/relationships/notesSlide" Target="../notesSlides/notesSlide58.xml"/><Relationship Id="rId16" Type="http://schemas.openxmlformats.org/officeDocument/2006/relationships/chart" Target="../charts/chart5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9.xml"/><Relationship Id="rId11" Type="http://schemas.openxmlformats.org/officeDocument/2006/relationships/slide" Target="slide62.xml"/><Relationship Id="rId5" Type="http://schemas.openxmlformats.org/officeDocument/2006/relationships/slide" Target="slide185.xml"/><Relationship Id="rId15" Type="http://schemas.openxmlformats.org/officeDocument/2006/relationships/slide" Target="slide60.xml"/><Relationship Id="rId10" Type="http://schemas.openxmlformats.org/officeDocument/2006/relationships/slide" Target="slide54.xml"/><Relationship Id="rId4" Type="http://schemas.openxmlformats.org/officeDocument/2006/relationships/slide" Target="slide122.xml"/><Relationship Id="rId9" Type="http://schemas.openxmlformats.org/officeDocument/2006/relationships/slide" Target="slide42.xml"/><Relationship Id="rId14" Type="http://schemas.openxmlformats.org/officeDocument/2006/relationships/slide" Target="slide59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slide" Target="slide27.xml"/><Relationship Id="rId13" Type="http://schemas.openxmlformats.org/officeDocument/2006/relationships/slide" Target="slide57.xml"/><Relationship Id="rId3" Type="http://schemas.openxmlformats.org/officeDocument/2006/relationships/slide" Target="slide4.xml"/><Relationship Id="rId7" Type="http://schemas.openxmlformats.org/officeDocument/2006/relationships/slide" Target="slide11.xml"/><Relationship Id="rId12" Type="http://schemas.openxmlformats.org/officeDocument/2006/relationships/slide" Target="slide67.xml"/><Relationship Id="rId2" Type="http://schemas.openxmlformats.org/officeDocument/2006/relationships/notesSlide" Target="../notesSlides/notesSlide59.xml"/><Relationship Id="rId16" Type="http://schemas.openxmlformats.org/officeDocument/2006/relationships/chart" Target="../charts/chart5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0.xml"/><Relationship Id="rId11" Type="http://schemas.openxmlformats.org/officeDocument/2006/relationships/slide" Target="slide63.xml"/><Relationship Id="rId5" Type="http://schemas.openxmlformats.org/officeDocument/2006/relationships/slide" Target="slide186.xml"/><Relationship Id="rId15" Type="http://schemas.openxmlformats.org/officeDocument/2006/relationships/slide" Target="slide60.xml"/><Relationship Id="rId10" Type="http://schemas.openxmlformats.org/officeDocument/2006/relationships/slide" Target="slide55.xml"/><Relationship Id="rId4" Type="http://schemas.openxmlformats.org/officeDocument/2006/relationships/slide" Target="slide123.xml"/><Relationship Id="rId9" Type="http://schemas.openxmlformats.org/officeDocument/2006/relationships/slide" Target="slide43.xml"/><Relationship Id="rId14" Type="http://schemas.openxmlformats.org/officeDocument/2006/relationships/slide" Target="slide58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13" Type="http://schemas.openxmlformats.org/officeDocument/2006/relationships/slide" Target="slide57.xml"/><Relationship Id="rId3" Type="http://schemas.openxmlformats.org/officeDocument/2006/relationships/slide" Target="slide4.xml"/><Relationship Id="rId7" Type="http://schemas.openxmlformats.org/officeDocument/2006/relationships/slide" Target="slide12.xml"/><Relationship Id="rId12" Type="http://schemas.openxmlformats.org/officeDocument/2006/relationships/slide" Target="slide68.xml"/><Relationship Id="rId2" Type="http://schemas.openxmlformats.org/officeDocument/2006/relationships/notesSlide" Target="../notesSlides/notesSlide60.xml"/><Relationship Id="rId16" Type="http://schemas.openxmlformats.org/officeDocument/2006/relationships/chart" Target="../charts/chart5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1.xml"/><Relationship Id="rId11" Type="http://schemas.openxmlformats.org/officeDocument/2006/relationships/slide" Target="slide64.xml"/><Relationship Id="rId5" Type="http://schemas.openxmlformats.org/officeDocument/2006/relationships/slide" Target="slide187.xml"/><Relationship Id="rId15" Type="http://schemas.openxmlformats.org/officeDocument/2006/relationships/slide" Target="slide59.xml"/><Relationship Id="rId10" Type="http://schemas.openxmlformats.org/officeDocument/2006/relationships/slide" Target="slide56.xml"/><Relationship Id="rId4" Type="http://schemas.openxmlformats.org/officeDocument/2006/relationships/slide" Target="slide124.xml"/><Relationship Id="rId9" Type="http://schemas.openxmlformats.org/officeDocument/2006/relationships/slide" Target="slide44.xml"/><Relationship Id="rId14" Type="http://schemas.openxmlformats.org/officeDocument/2006/relationships/slide" Target="slide58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slide" Target="slide29.xml"/><Relationship Id="rId13" Type="http://schemas.openxmlformats.org/officeDocument/2006/relationships/slide" Target="slide62.xml"/><Relationship Id="rId3" Type="http://schemas.openxmlformats.org/officeDocument/2006/relationships/slide" Target="slide4.xml"/><Relationship Id="rId7" Type="http://schemas.openxmlformats.org/officeDocument/2006/relationships/slide" Target="slide13.xml"/><Relationship Id="rId12" Type="http://schemas.openxmlformats.org/officeDocument/2006/relationships/slide" Target="slide65.xml"/><Relationship Id="rId2" Type="http://schemas.openxmlformats.org/officeDocument/2006/relationships/notesSlide" Target="../notesSlides/notesSlide61.xml"/><Relationship Id="rId16" Type="http://schemas.openxmlformats.org/officeDocument/2006/relationships/chart" Target="../charts/chart5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2.xml"/><Relationship Id="rId11" Type="http://schemas.openxmlformats.org/officeDocument/2006/relationships/slide" Target="slide57.xml"/><Relationship Id="rId5" Type="http://schemas.openxmlformats.org/officeDocument/2006/relationships/slide" Target="slide188.xml"/><Relationship Id="rId15" Type="http://schemas.openxmlformats.org/officeDocument/2006/relationships/slide" Target="slide64.xml"/><Relationship Id="rId10" Type="http://schemas.openxmlformats.org/officeDocument/2006/relationships/slide" Target="slide53.xml"/><Relationship Id="rId4" Type="http://schemas.openxmlformats.org/officeDocument/2006/relationships/slide" Target="slide125.xml"/><Relationship Id="rId9" Type="http://schemas.openxmlformats.org/officeDocument/2006/relationships/slide" Target="slide45.xml"/><Relationship Id="rId14" Type="http://schemas.openxmlformats.org/officeDocument/2006/relationships/slide" Target="slide63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61.xml"/><Relationship Id="rId3" Type="http://schemas.openxmlformats.org/officeDocument/2006/relationships/slide" Target="slide4.xml"/><Relationship Id="rId7" Type="http://schemas.openxmlformats.org/officeDocument/2006/relationships/slide" Target="slide14.xml"/><Relationship Id="rId12" Type="http://schemas.openxmlformats.org/officeDocument/2006/relationships/slide" Target="slide66.xml"/><Relationship Id="rId2" Type="http://schemas.openxmlformats.org/officeDocument/2006/relationships/notesSlide" Target="../notesSlides/notesSlide62.xml"/><Relationship Id="rId16" Type="http://schemas.openxmlformats.org/officeDocument/2006/relationships/chart" Target="../charts/chart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3.xml"/><Relationship Id="rId11" Type="http://schemas.openxmlformats.org/officeDocument/2006/relationships/slide" Target="slide58.xml"/><Relationship Id="rId5" Type="http://schemas.openxmlformats.org/officeDocument/2006/relationships/slide" Target="slide189.xml"/><Relationship Id="rId15" Type="http://schemas.openxmlformats.org/officeDocument/2006/relationships/slide" Target="slide64.xml"/><Relationship Id="rId10" Type="http://schemas.openxmlformats.org/officeDocument/2006/relationships/slide" Target="slide54.xml"/><Relationship Id="rId4" Type="http://schemas.openxmlformats.org/officeDocument/2006/relationships/slide" Target="slide126.xml"/><Relationship Id="rId9" Type="http://schemas.openxmlformats.org/officeDocument/2006/relationships/slide" Target="slide46.xml"/><Relationship Id="rId14" Type="http://schemas.openxmlformats.org/officeDocument/2006/relationships/slide" Target="slide63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61.xml"/><Relationship Id="rId3" Type="http://schemas.openxmlformats.org/officeDocument/2006/relationships/slide" Target="slide4.xml"/><Relationship Id="rId7" Type="http://schemas.openxmlformats.org/officeDocument/2006/relationships/slide" Target="slide15.xml"/><Relationship Id="rId12" Type="http://schemas.openxmlformats.org/officeDocument/2006/relationships/slide" Target="slide67.xml"/><Relationship Id="rId2" Type="http://schemas.openxmlformats.org/officeDocument/2006/relationships/notesSlide" Target="../notesSlides/notesSlide63.xml"/><Relationship Id="rId16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4.xml"/><Relationship Id="rId11" Type="http://schemas.openxmlformats.org/officeDocument/2006/relationships/slide" Target="slide59.xml"/><Relationship Id="rId5" Type="http://schemas.openxmlformats.org/officeDocument/2006/relationships/slide" Target="slide190.xml"/><Relationship Id="rId15" Type="http://schemas.openxmlformats.org/officeDocument/2006/relationships/slide" Target="slide64.xml"/><Relationship Id="rId10" Type="http://schemas.openxmlformats.org/officeDocument/2006/relationships/slide" Target="slide55.xml"/><Relationship Id="rId4" Type="http://schemas.openxmlformats.org/officeDocument/2006/relationships/slide" Target="slide127.xml"/><Relationship Id="rId9" Type="http://schemas.openxmlformats.org/officeDocument/2006/relationships/slide" Target="slide47.xml"/><Relationship Id="rId14" Type="http://schemas.openxmlformats.org/officeDocument/2006/relationships/slide" Target="slide62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61.xml"/><Relationship Id="rId3" Type="http://schemas.openxmlformats.org/officeDocument/2006/relationships/slide" Target="slide4.xml"/><Relationship Id="rId7" Type="http://schemas.openxmlformats.org/officeDocument/2006/relationships/slide" Target="slide16.xml"/><Relationship Id="rId12" Type="http://schemas.openxmlformats.org/officeDocument/2006/relationships/slide" Target="slide68.xml"/><Relationship Id="rId2" Type="http://schemas.openxmlformats.org/officeDocument/2006/relationships/notesSlide" Target="../notesSlides/notesSlide64.xml"/><Relationship Id="rId16" Type="http://schemas.openxmlformats.org/officeDocument/2006/relationships/chart" Target="../charts/chart6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5.xml"/><Relationship Id="rId11" Type="http://schemas.openxmlformats.org/officeDocument/2006/relationships/slide" Target="slide60.xml"/><Relationship Id="rId5" Type="http://schemas.openxmlformats.org/officeDocument/2006/relationships/slide" Target="slide191.xml"/><Relationship Id="rId15" Type="http://schemas.openxmlformats.org/officeDocument/2006/relationships/slide" Target="slide63.xml"/><Relationship Id="rId10" Type="http://schemas.openxmlformats.org/officeDocument/2006/relationships/slide" Target="slide56.xml"/><Relationship Id="rId4" Type="http://schemas.openxmlformats.org/officeDocument/2006/relationships/slide" Target="slide128.xml"/><Relationship Id="rId9" Type="http://schemas.openxmlformats.org/officeDocument/2006/relationships/slide" Target="slide48.xml"/><Relationship Id="rId14" Type="http://schemas.openxmlformats.org/officeDocument/2006/relationships/slide" Target="slide62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13" Type="http://schemas.openxmlformats.org/officeDocument/2006/relationships/slide" Target="slide66.xml"/><Relationship Id="rId3" Type="http://schemas.openxmlformats.org/officeDocument/2006/relationships/slide" Target="slide4.xml"/><Relationship Id="rId7" Type="http://schemas.openxmlformats.org/officeDocument/2006/relationships/slide" Target="slide17.xml"/><Relationship Id="rId12" Type="http://schemas.openxmlformats.org/officeDocument/2006/relationships/slide" Target="slide61.xml"/><Relationship Id="rId2" Type="http://schemas.openxmlformats.org/officeDocument/2006/relationships/notesSlide" Target="../notesSlides/notesSlide65.xml"/><Relationship Id="rId16" Type="http://schemas.openxmlformats.org/officeDocument/2006/relationships/chart" Target="../charts/chart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6.xml"/><Relationship Id="rId11" Type="http://schemas.openxmlformats.org/officeDocument/2006/relationships/slide" Target="slide57.xml"/><Relationship Id="rId5" Type="http://schemas.openxmlformats.org/officeDocument/2006/relationships/slide" Target="slide192.xml"/><Relationship Id="rId15" Type="http://schemas.openxmlformats.org/officeDocument/2006/relationships/slide" Target="slide68.xml"/><Relationship Id="rId10" Type="http://schemas.openxmlformats.org/officeDocument/2006/relationships/slide" Target="slide53.xml"/><Relationship Id="rId4" Type="http://schemas.openxmlformats.org/officeDocument/2006/relationships/slide" Target="slide129.xml"/><Relationship Id="rId9" Type="http://schemas.openxmlformats.org/officeDocument/2006/relationships/slide" Target="slide49.xml"/><Relationship Id="rId14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slide" Target="slide34.xml"/><Relationship Id="rId13" Type="http://schemas.openxmlformats.org/officeDocument/2006/relationships/slide" Target="slide65.xml"/><Relationship Id="rId3" Type="http://schemas.openxmlformats.org/officeDocument/2006/relationships/slide" Target="slide4.xml"/><Relationship Id="rId7" Type="http://schemas.openxmlformats.org/officeDocument/2006/relationships/slide" Target="slide18.xml"/><Relationship Id="rId12" Type="http://schemas.openxmlformats.org/officeDocument/2006/relationships/slide" Target="slide62.xml"/><Relationship Id="rId2" Type="http://schemas.openxmlformats.org/officeDocument/2006/relationships/notesSlide" Target="../notesSlides/notesSlide66.xml"/><Relationship Id="rId16" Type="http://schemas.openxmlformats.org/officeDocument/2006/relationships/chart" Target="../charts/chart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7.xml"/><Relationship Id="rId11" Type="http://schemas.openxmlformats.org/officeDocument/2006/relationships/slide" Target="slide58.xml"/><Relationship Id="rId5" Type="http://schemas.openxmlformats.org/officeDocument/2006/relationships/slide" Target="slide193.xml"/><Relationship Id="rId15" Type="http://schemas.openxmlformats.org/officeDocument/2006/relationships/slide" Target="slide68.xml"/><Relationship Id="rId10" Type="http://schemas.openxmlformats.org/officeDocument/2006/relationships/slide" Target="slide54.xml"/><Relationship Id="rId4" Type="http://schemas.openxmlformats.org/officeDocument/2006/relationships/slide" Target="slide130.xml"/><Relationship Id="rId9" Type="http://schemas.openxmlformats.org/officeDocument/2006/relationships/slide" Target="slide50.xml"/><Relationship Id="rId14" Type="http://schemas.openxmlformats.org/officeDocument/2006/relationships/slide" Target="slide67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slide" Target="slide35.xml"/><Relationship Id="rId13" Type="http://schemas.openxmlformats.org/officeDocument/2006/relationships/slide" Target="slide65.xml"/><Relationship Id="rId3" Type="http://schemas.openxmlformats.org/officeDocument/2006/relationships/slide" Target="slide4.xml"/><Relationship Id="rId7" Type="http://schemas.openxmlformats.org/officeDocument/2006/relationships/slide" Target="slide19.xml"/><Relationship Id="rId12" Type="http://schemas.openxmlformats.org/officeDocument/2006/relationships/slide" Target="slide63.xml"/><Relationship Id="rId2" Type="http://schemas.openxmlformats.org/officeDocument/2006/relationships/notesSlide" Target="../notesSlides/notesSlide67.xml"/><Relationship Id="rId16" Type="http://schemas.openxmlformats.org/officeDocument/2006/relationships/chart" Target="../charts/chart6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8.xml"/><Relationship Id="rId11" Type="http://schemas.openxmlformats.org/officeDocument/2006/relationships/slide" Target="slide59.xml"/><Relationship Id="rId5" Type="http://schemas.openxmlformats.org/officeDocument/2006/relationships/slide" Target="slide194.xml"/><Relationship Id="rId15" Type="http://schemas.openxmlformats.org/officeDocument/2006/relationships/slide" Target="slide68.xml"/><Relationship Id="rId10" Type="http://schemas.openxmlformats.org/officeDocument/2006/relationships/slide" Target="slide55.xml"/><Relationship Id="rId4" Type="http://schemas.openxmlformats.org/officeDocument/2006/relationships/slide" Target="slide131.xml"/><Relationship Id="rId9" Type="http://schemas.openxmlformats.org/officeDocument/2006/relationships/slide" Target="slide51.xml"/><Relationship Id="rId14" Type="http://schemas.openxmlformats.org/officeDocument/2006/relationships/slide" Target="slide66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slide" Target="slide36.xml"/><Relationship Id="rId13" Type="http://schemas.openxmlformats.org/officeDocument/2006/relationships/slide" Target="slide65.xml"/><Relationship Id="rId3" Type="http://schemas.openxmlformats.org/officeDocument/2006/relationships/slide" Target="slide4.xml"/><Relationship Id="rId7" Type="http://schemas.openxmlformats.org/officeDocument/2006/relationships/slide" Target="slide20.xml"/><Relationship Id="rId12" Type="http://schemas.openxmlformats.org/officeDocument/2006/relationships/slide" Target="slide64.xml"/><Relationship Id="rId2" Type="http://schemas.openxmlformats.org/officeDocument/2006/relationships/notesSlide" Target="../notesSlides/notesSlide68.xml"/><Relationship Id="rId16" Type="http://schemas.openxmlformats.org/officeDocument/2006/relationships/chart" Target="../charts/chart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9.xml"/><Relationship Id="rId11" Type="http://schemas.openxmlformats.org/officeDocument/2006/relationships/slide" Target="slide60.xml"/><Relationship Id="rId5" Type="http://schemas.openxmlformats.org/officeDocument/2006/relationships/slide" Target="slide195.xml"/><Relationship Id="rId15" Type="http://schemas.openxmlformats.org/officeDocument/2006/relationships/slide" Target="slide67.xml"/><Relationship Id="rId10" Type="http://schemas.openxmlformats.org/officeDocument/2006/relationships/slide" Target="slide56.xml"/><Relationship Id="rId4" Type="http://schemas.openxmlformats.org/officeDocument/2006/relationships/slide" Target="slide132.xml"/><Relationship Id="rId9" Type="http://schemas.openxmlformats.org/officeDocument/2006/relationships/slide" Target="slide52.xml"/><Relationship Id="rId14" Type="http://schemas.openxmlformats.org/officeDocument/2006/relationships/slide" Target="slide66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slide" Target="slide101.xml"/><Relationship Id="rId13" Type="http://schemas.openxmlformats.org/officeDocument/2006/relationships/slide" Target="slide70.xml"/><Relationship Id="rId3" Type="http://schemas.openxmlformats.org/officeDocument/2006/relationships/slide" Target="slide4.xml"/><Relationship Id="rId7" Type="http://schemas.openxmlformats.org/officeDocument/2006/relationships/slide" Target="slide85.xml"/><Relationship Id="rId12" Type="http://schemas.openxmlformats.org/officeDocument/2006/relationships/slide" Target="slide81.xml"/><Relationship Id="rId2" Type="http://schemas.openxmlformats.org/officeDocument/2006/relationships/notesSlide" Target="../notesSlides/notesSlide69.xml"/><Relationship Id="rId16" Type="http://schemas.openxmlformats.org/officeDocument/2006/relationships/chart" Target="../charts/chart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6.xml"/><Relationship Id="rId11" Type="http://schemas.openxmlformats.org/officeDocument/2006/relationships/slide" Target="slide77.xml"/><Relationship Id="rId5" Type="http://schemas.openxmlformats.org/officeDocument/2006/relationships/slide" Target="slide133.xml"/><Relationship Id="rId15" Type="http://schemas.openxmlformats.org/officeDocument/2006/relationships/slide" Target="slide72.xml"/><Relationship Id="rId10" Type="http://schemas.openxmlformats.org/officeDocument/2006/relationships/slide" Target="slide73.xml"/><Relationship Id="rId4" Type="http://schemas.openxmlformats.org/officeDocument/2006/relationships/slide" Target="slide5.xml"/><Relationship Id="rId9" Type="http://schemas.openxmlformats.org/officeDocument/2006/relationships/slide" Target="slide117.xml"/><Relationship Id="rId14" Type="http://schemas.openxmlformats.org/officeDocument/2006/relationships/slide" Target="slide71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slide" Target="slide102.xml"/><Relationship Id="rId13" Type="http://schemas.openxmlformats.org/officeDocument/2006/relationships/slide" Target="slide69.xml"/><Relationship Id="rId3" Type="http://schemas.openxmlformats.org/officeDocument/2006/relationships/slide" Target="slide4.xml"/><Relationship Id="rId7" Type="http://schemas.openxmlformats.org/officeDocument/2006/relationships/slide" Target="slide86.xml"/><Relationship Id="rId12" Type="http://schemas.openxmlformats.org/officeDocument/2006/relationships/slide" Target="slide82.xml"/><Relationship Id="rId2" Type="http://schemas.openxmlformats.org/officeDocument/2006/relationships/notesSlide" Target="../notesSlides/notesSlide70.xml"/><Relationship Id="rId16" Type="http://schemas.openxmlformats.org/officeDocument/2006/relationships/chart" Target="../charts/chart6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7.xml"/><Relationship Id="rId11" Type="http://schemas.openxmlformats.org/officeDocument/2006/relationships/slide" Target="slide78.xml"/><Relationship Id="rId5" Type="http://schemas.openxmlformats.org/officeDocument/2006/relationships/slide" Target="slide134.xml"/><Relationship Id="rId15" Type="http://schemas.openxmlformats.org/officeDocument/2006/relationships/slide" Target="slide72.xml"/><Relationship Id="rId10" Type="http://schemas.openxmlformats.org/officeDocument/2006/relationships/slide" Target="slide74.xml"/><Relationship Id="rId4" Type="http://schemas.openxmlformats.org/officeDocument/2006/relationships/slide" Target="slide6.xml"/><Relationship Id="rId9" Type="http://schemas.openxmlformats.org/officeDocument/2006/relationships/slide" Target="slide118.xml"/><Relationship Id="rId14" Type="http://schemas.openxmlformats.org/officeDocument/2006/relationships/slide" Target="slide71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slide" Target="slide103.xml"/><Relationship Id="rId13" Type="http://schemas.openxmlformats.org/officeDocument/2006/relationships/slide" Target="slide69.xml"/><Relationship Id="rId3" Type="http://schemas.openxmlformats.org/officeDocument/2006/relationships/slide" Target="slide4.xml"/><Relationship Id="rId7" Type="http://schemas.openxmlformats.org/officeDocument/2006/relationships/slide" Target="slide87.xml"/><Relationship Id="rId12" Type="http://schemas.openxmlformats.org/officeDocument/2006/relationships/slide" Target="slide83.xml"/><Relationship Id="rId2" Type="http://schemas.openxmlformats.org/officeDocument/2006/relationships/notesSlide" Target="../notesSlides/notesSlide71.xml"/><Relationship Id="rId16" Type="http://schemas.openxmlformats.org/officeDocument/2006/relationships/chart" Target="../charts/chart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8.xml"/><Relationship Id="rId11" Type="http://schemas.openxmlformats.org/officeDocument/2006/relationships/slide" Target="slide79.xml"/><Relationship Id="rId5" Type="http://schemas.openxmlformats.org/officeDocument/2006/relationships/slide" Target="slide135.xml"/><Relationship Id="rId15" Type="http://schemas.openxmlformats.org/officeDocument/2006/relationships/slide" Target="slide72.xml"/><Relationship Id="rId10" Type="http://schemas.openxmlformats.org/officeDocument/2006/relationships/slide" Target="slide75.xml"/><Relationship Id="rId4" Type="http://schemas.openxmlformats.org/officeDocument/2006/relationships/slide" Target="slide7.xml"/><Relationship Id="rId9" Type="http://schemas.openxmlformats.org/officeDocument/2006/relationships/slide" Target="slide119.xml"/><Relationship Id="rId14" Type="http://schemas.openxmlformats.org/officeDocument/2006/relationships/slide" Target="slide70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slide" Target="slide104.xml"/><Relationship Id="rId13" Type="http://schemas.openxmlformats.org/officeDocument/2006/relationships/slide" Target="slide69.xml"/><Relationship Id="rId3" Type="http://schemas.openxmlformats.org/officeDocument/2006/relationships/slide" Target="slide4.xml"/><Relationship Id="rId7" Type="http://schemas.openxmlformats.org/officeDocument/2006/relationships/slide" Target="slide88.xml"/><Relationship Id="rId12" Type="http://schemas.openxmlformats.org/officeDocument/2006/relationships/slide" Target="slide84.xml"/><Relationship Id="rId2" Type="http://schemas.openxmlformats.org/officeDocument/2006/relationships/notesSlide" Target="../notesSlides/notesSlide72.xml"/><Relationship Id="rId16" Type="http://schemas.openxmlformats.org/officeDocument/2006/relationships/chart" Target="../charts/chart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9.xml"/><Relationship Id="rId11" Type="http://schemas.openxmlformats.org/officeDocument/2006/relationships/slide" Target="slide80.xml"/><Relationship Id="rId5" Type="http://schemas.openxmlformats.org/officeDocument/2006/relationships/slide" Target="slide136.xml"/><Relationship Id="rId15" Type="http://schemas.openxmlformats.org/officeDocument/2006/relationships/slide" Target="slide71.xml"/><Relationship Id="rId10" Type="http://schemas.openxmlformats.org/officeDocument/2006/relationships/slide" Target="slide76.xml"/><Relationship Id="rId4" Type="http://schemas.openxmlformats.org/officeDocument/2006/relationships/slide" Target="slide8.xml"/><Relationship Id="rId9" Type="http://schemas.openxmlformats.org/officeDocument/2006/relationships/slide" Target="slide120.xml"/><Relationship Id="rId14" Type="http://schemas.openxmlformats.org/officeDocument/2006/relationships/slide" Target="slide70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slide" Target="slide105.xml"/><Relationship Id="rId13" Type="http://schemas.openxmlformats.org/officeDocument/2006/relationships/slide" Target="slide74.xml"/><Relationship Id="rId3" Type="http://schemas.openxmlformats.org/officeDocument/2006/relationships/slide" Target="slide4.xml"/><Relationship Id="rId7" Type="http://schemas.openxmlformats.org/officeDocument/2006/relationships/slide" Target="slide89.xml"/><Relationship Id="rId12" Type="http://schemas.openxmlformats.org/officeDocument/2006/relationships/slide" Target="slide81.xml"/><Relationship Id="rId2" Type="http://schemas.openxmlformats.org/officeDocument/2006/relationships/notesSlide" Target="../notesSlides/notesSlide73.xml"/><Relationship Id="rId16" Type="http://schemas.openxmlformats.org/officeDocument/2006/relationships/chart" Target="../charts/chart7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0.xml"/><Relationship Id="rId11" Type="http://schemas.openxmlformats.org/officeDocument/2006/relationships/slide" Target="slide77.xml"/><Relationship Id="rId5" Type="http://schemas.openxmlformats.org/officeDocument/2006/relationships/slide" Target="slide137.xml"/><Relationship Id="rId15" Type="http://schemas.openxmlformats.org/officeDocument/2006/relationships/slide" Target="slide76.xml"/><Relationship Id="rId10" Type="http://schemas.openxmlformats.org/officeDocument/2006/relationships/slide" Target="slide69.xml"/><Relationship Id="rId4" Type="http://schemas.openxmlformats.org/officeDocument/2006/relationships/slide" Target="slide9.xml"/><Relationship Id="rId9" Type="http://schemas.openxmlformats.org/officeDocument/2006/relationships/slide" Target="slide121.xml"/><Relationship Id="rId14" Type="http://schemas.openxmlformats.org/officeDocument/2006/relationships/slide" Target="slide75.xml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slide" Target="slide106.xml"/><Relationship Id="rId13" Type="http://schemas.openxmlformats.org/officeDocument/2006/relationships/slide" Target="slide73.xml"/><Relationship Id="rId3" Type="http://schemas.openxmlformats.org/officeDocument/2006/relationships/slide" Target="slide4.xml"/><Relationship Id="rId7" Type="http://schemas.openxmlformats.org/officeDocument/2006/relationships/slide" Target="slide90.xml"/><Relationship Id="rId12" Type="http://schemas.openxmlformats.org/officeDocument/2006/relationships/slide" Target="slide82.xml"/><Relationship Id="rId2" Type="http://schemas.openxmlformats.org/officeDocument/2006/relationships/notesSlide" Target="../notesSlides/notesSlide74.xml"/><Relationship Id="rId16" Type="http://schemas.openxmlformats.org/officeDocument/2006/relationships/chart" Target="../charts/chart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1.xml"/><Relationship Id="rId11" Type="http://schemas.openxmlformats.org/officeDocument/2006/relationships/slide" Target="slide78.xml"/><Relationship Id="rId5" Type="http://schemas.openxmlformats.org/officeDocument/2006/relationships/slide" Target="slide138.xml"/><Relationship Id="rId15" Type="http://schemas.openxmlformats.org/officeDocument/2006/relationships/slide" Target="slide76.xml"/><Relationship Id="rId10" Type="http://schemas.openxmlformats.org/officeDocument/2006/relationships/slide" Target="slide70.xml"/><Relationship Id="rId4" Type="http://schemas.openxmlformats.org/officeDocument/2006/relationships/slide" Target="slide10.xml"/><Relationship Id="rId9" Type="http://schemas.openxmlformats.org/officeDocument/2006/relationships/slide" Target="slide122.xml"/><Relationship Id="rId14" Type="http://schemas.openxmlformats.org/officeDocument/2006/relationships/slide" Target="slide75.xml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slide" Target="slide107.xml"/><Relationship Id="rId13" Type="http://schemas.openxmlformats.org/officeDocument/2006/relationships/slide" Target="slide73.xml"/><Relationship Id="rId3" Type="http://schemas.openxmlformats.org/officeDocument/2006/relationships/slide" Target="slide4.xml"/><Relationship Id="rId7" Type="http://schemas.openxmlformats.org/officeDocument/2006/relationships/slide" Target="slide91.xml"/><Relationship Id="rId12" Type="http://schemas.openxmlformats.org/officeDocument/2006/relationships/slide" Target="slide83.xml"/><Relationship Id="rId2" Type="http://schemas.openxmlformats.org/officeDocument/2006/relationships/notesSlide" Target="../notesSlides/notesSlide75.xml"/><Relationship Id="rId16" Type="http://schemas.openxmlformats.org/officeDocument/2006/relationships/chart" Target="../charts/chart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2.xml"/><Relationship Id="rId11" Type="http://schemas.openxmlformats.org/officeDocument/2006/relationships/slide" Target="slide79.xml"/><Relationship Id="rId5" Type="http://schemas.openxmlformats.org/officeDocument/2006/relationships/slide" Target="slide139.xml"/><Relationship Id="rId15" Type="http://schemas.openxmlformats.org/officeDocument/2006/relationships/slide" Target="slide76.xml"/><Relationship Id="rId10" Type="http://schemas.openxmlformats.org/officeDocument/2006/relationships/slide" Target="slide71.xml"/><Relationship Id="rId4" Type="http://schemas.openxmlformats.org/officeDocument/2006/relationships/slide" Target="slide11.xml"/><Relationship Id="rId9" Type="http://schemas.openxmlformats.org/officeDocument/2006/relationships/slide" Target="slide123.xml"/><Relationship Id="rId14" Type="http://schemas.openxmlformats.org/officeDocument/2006/relationships/slide" Target="slide74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slide" Target="slide108.xml"/><Relationship Id="rId13" Type="http://schemas.openxmlformats.org/officeDocument/2006/relationships/slide" Target="slide73.xml"/><Relationship Id="rId3" Type="http://schemas.openxmlformats.org/officeDocument/2006/relationships/slide" Target="slide4.xml"/><Relationship Id="rId7" Type="http://schemas.openxmlformats.org/officeDocument/2006/relationships/slide" Target="slide92.xml"/><Relationship Id="rId12" Type="http://schemas.openxmlformats.org/officeDocument/2006/relationships/slide" Target="slide84.xml"/><Relationship Id="rId2" Type="http://schemas.openxmlformats.org/officeDocument/2006/relationships/notesSlide" Target="../notesSlides/notesSlide76.xml"/><Relationship Id="rId16" Type="http://schemas.openxmlformats.org/officeDocument/2006/relationships/chart" Target="../charts/chart7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3.xml"/><Relationship Id="rId11" Type="http://schemas.openxmlformats.org/officeDocument/2006/relationships/slide" Target="slide80.xml"/><Relationship Id="rId5" Type="http://schemas.openxmlformats.org/officeDocument/2006/relationships/slide" Target="slide140.xml"/><Relationship Id="rId15" Type="http://schemas.openxmlformats.org/officeDocument/2006/relationships/slide" Target="slide75.xml"/><Relationship Id="rId10" Type="http://schemas.openxmlformats.org/officeDocument/2006/relationships/slide" Target="slide72.xml"/><Relationship Id="rId4" Type="http://schemas.openxmlformats.org/officeDocument/2006/relationships/slide" Target="slide12.xml"/><Relationship Id="rId9" Type="http://schemas.openxmlformats.org/officeDocument/2006/relationships/slide" Target="slide124.xml"/><Relationship Id="rId14" Type="http://schemas.openxmlformats.org/officeDocument/2006/relationships/slide" Target="slide74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slide" Target="slide109.xml"/><Relationship Id="rId13" Type="http://schemas.openxmlformats.org/officeDocument/2006/relationships/slide" Target="slide78.xml"/><Relationship Id="rId3" Type="http://schemas.openxmlformats.org/officeDocument/2006/relationships/slide" Target="slide4.xml"/><Relationship Id="rId7" Type="http://schemas.openxmlformats.org/officeDocument/2006/relationships/slide" Target="slide93.xml"/><Relationship Id="rId12" Type="http://schemas.openxmlformats.org/officeDocument/2006/relationships/slide" Target="slide81.xml"/><Relationship Id="rId2" Type="http://schemas.openxmlformats.org/officeDocument/2006/relationships/notesSlide" Target="../notesSlides/notesSlide77.xml"/><Relationship Id="rId16" Type="http://schemas.openxmlformats.org/officeDocument/2006/relationships/chart" Target="../charts/chart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4.xml"/><Relationship Id="rId11" Type="http://schemas.openxmlformats.org/officeDocument/2006/relationships/slide" Target="slide73.xml"/><Relationship Id="rId5" Type="http://schemas.openxmlformats.org/officeDocument/2006/relationships/slide" Target="slide141.xml"/><Relationship Id="rId15" Type="http://schemas.openxmlformats.org/officeDocument/2006/relationships/slide" Target="slide80.xml"/><Relationship Id="rId10" Type="http://schemas.openxmlformats.org/officeDocument/2006/relationships/slide" Target="slide69.xml"/><Relationship Id="rId4" Type="http://schemas.openxmlformats.org/officeDocument/2006/relationships/slide" Target="slide13.xml"/><Relationship Id="rId9" Type="http://schemas.openxmlformats.org/officeDocument/2006/relationships/slide" Target="slide125.xml"/><Relationship Id="rId14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slide" Target="slide110.xml"/><Relationship Id="rId13" Type="http://schemas.openxmlformats.org/officeDocument/2006/relationships/slide" Target="slide77.xml"/><Relationship Id="rId3" Type="http://schemas.openxmlformats.org/officeDocument/2006/relationships/slide" Target="slide4.xml"/><Relationship Id="rId7" Type="http://schemas.openxmlformats.org/officeDocument/2006/relationships/slide" Target="slide94.xml"/><Relationship Id="rId12" Type="http://schemas.openxmlformats.org/officeDocument/2006/relationships/slide" Target="slide82.xml"/><Relationship Id="rId2" Type="http://schemas.openxmlformats.org/officeDocument/2006/relationships/notesSlide" Target="../notesSlides/notesSlide78.xml"/><Relationship Id="rId16" Type="http://schemas.openxmlformats.org/officeDocument/2006/relationships/chart" Target="../charts/chart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5.xml"/><Relationship Id="rId11" Type="http://schemas.openxmlformats.org/officeDocument/2006/relationships/slide" Target="slide74.xml"/><Relationship Id="rId5" Type="http://schemas.openxmlformats.org/officeDocument/2006/relationships/slide" Target="slide142.xml"/><Relationship Id="rId15" Type="http://schemas.openxmlformats.org/officeDocument/2006/relationships/slide" Target="slide80.xml"/><Relationship Id="rId10" Type="http://schemas.openxmlformats.org/officeDocument/2006/relationships/slide" Target="slide70.xml"/><Relationship Id="rId4" Type="http://schemas.openxmlformats.org/officeDocument/2006/relationships/slide" Target="slide14.xml"/><Relationship Id="rId9" Type="http://schemas.openxmlformats.org/officeDocument/2006/relationships/slide" Target="slide126.xml"/><Relationship Id="rId14" Type="http://schemas.openxmlformats.org/officeDocument/2006/relationships/slide" Target="slide79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slide" Target="slide111.xml"/><Relationship Id="rId13" Type="http://schemas.openxmlformats.org/officeDocument/2006/relationships/slide" Target="slide77.xml"/><Relationship Id="rId3" Type="http://schemas.openxmlformats.org/officeDocument/2006/relationships/slide" Target="slide4.xml"/><Relationship Id="rId7" Type="http://schemas.openxmlformats.org/officeDocument/2006/relationships/slide" Target="slide95.xml"/><Relationship Id="rId12" Type="http://schemas.openxmlformats.org/officeDocument/2006/relationships/slide" Target="slide83.xml"/><Relationship Id="rId2" Type="http://schemas.openxmlformats.org/officeDocument/2006/relationships/notesSlide" Target="../notesSlides/notesSlide79.xml"/><Relationship Id="rId16" Type="http://schemas.openxmlformats.org/officeDocument/2006/relationships/chart" Target="../charts/chart7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6.xml"/><Relationship Id="rId11" Type="http://schemas.openxmlformats.org/officeDocument/2006/relationships/slide" Target="slide75.xml"/><Relationship Id="rId5" Type="http://schemas.openxmlformats.org/officeDocument/2006/relationships/slide" Target="slide143.xml"/><Relationship Id="rId15" Type="http://schemas.openxmlformats.org/officeDocument/2006/relationships/slide" Target="slide80.xml"/><Relationship Id="rId10" Type="http://schemas.openxmlformats.org/officeDocument/2006/relationships/slide" Target="slide71.xml"/><Relationship Id="rId4" Type="http://schemas.openxmlformats.org/officeDocument/2006/relationships/slide" Target="slide15.xml"/><Relationship Id="rId9" Type="http://schemas.openxmlformats.org/officeDocument/2006/relationships/slide" Target="slide127.xml"/><Relationship Id="rId14" Type="http://schemas.openxmlformats.org/officeDocument/2006/relationships/slide" Target="slide78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slide" Target="slide112.xml"/><Relationship Id="rId13" Type="http://schemas.openxmlformats.org/officeDocument/2006/relationships/slide" Target="slide77.xml"/><Relationship Id="rId3" Type="http://schemas.openxmlformats.org/officeDocument/2006/relationships/slide" Target="slide4.xml"/><Relationship Id="rId7" Type="http://schemas.openxmlformats.org/officeDocument/2006/relationships/slide" Target="slide96.xml"/><Relationship Id="rId12" Type="http://schemas.openxmlformats.org/officeDocument/2006/relationships/slide" Target="slide84.xml"/><Relationship Id="rId2" Type="http://schemas.openxmlformats.org/officeDocument/2006/relationships/notesSlide" Target="../notesSlides/notesSlide80.xml"/><Relationship Id="rId16" Type="http://schemas.openxmlformats.org/officeDocument/2006/relationships/chart" Target="../charts/chart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7.xml"/><Relationship Id="rId11" Type="http://schemas.openxmlformats.org/officeDocument/2006/relationships/slide" Target="slide76.xml"/><Relationship Id="rId5" Type="http://schemas.openxmlformats.org/officeDocument/2006/relationships/slide" Target="slide144.xml"/><Relationship Id="rId15" Type="http://schemas.openxmlformats.org/officeDocument/2006/relationships/slide" Target="slide79.xml"/><Relationship Id="rId10" Type="http://schemas.openxmlformats.org/officeDocument/2006/relationships/slide" Target="slide72.xml"/><Relationship Id="rId4" Type="http://schemas.openxmlformats.org/officeDocument/2006/relationships/slide" Target="slide16.xml"/><Relationship Id="rId9" Type="http://schemas.openxmlformats.org/officeDocument/2006/relationships/slide" Target="slide128.xml"/><Relationship Id="rId14" Type="http://schemas.openxmlformats.org/officeDocument/2006/relationships/slide" Target="slide78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slide" Target="slide113.xml"/><Relationship Id="rId13" Type="http://schemas.openxmlformats.org/officeDocument/2006/relationships/slide" Target="slide82.xml"/><Relationship Id="rId3" Type="http://schemas.openxmlformats.org/officeDocument/2006/relationships/slide" Target="slide4.xml"/><Relationship Id="rId7" Type="http://schemas.openxmlformats.org/officeDocument/2006/relationships/slide" Target="slide97.xml"/><Relationship Id="rId12" Type="http://schemas.openxmlformats.org/officeDocument/2006/relationships/slide" Target="slide77.xml"/><Relationship Id="rId2" Type="http://schemas.openxmlformats.org/officeDocument/2006/relationships/notesSlide" Target="../notesSlides/notesSlide81.xml"/><Relationship Id="rId16" Type="http://schemas.openxmlformats.org/officeDocument/2006/relationships/chart" Target="../charts/chart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8.xml"/><Relationship Id="rId11" Type="http://schemas.openxmlformats.org/officeDocument/2006/relationships/slide" Target="slide73.xml"/><Relationship Id="rId5" Type="http://schemas.openxmlformats.org/officeDocument/2006/relationships/slide" Target="slide145.xml"/><Relationship Id="rId15" Type="http://schemas.openxmlformats.org/officeDocument/2006/relationships/slide" Target="slide84.xml"/><Relationship Id="rId10" Type="http://schemas.openxmlformats.org/officeDocument/2006/relationships/slide" Target="slide69.xml"/><Relationship Id="rId4" Type="http://schemas.openxmlformats.org/officeDocument/2006/relationships/slide" Target="slide17.xml"/><Relationship Id="rId9" Type="http://schemas.openxmlformats.org/officeDocument/2006/relationships/slide" Target="slide129.xml"/><Relationship Id="rId14" Type="http://schemas.openxmlformats.org/officeDocument/2006/relationships/slide" Target="slide83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slide" Target="slide114.xml"/><Relationship Id="rId13" Type="http://schemas.openxmlformats.org/officeDocument/2006/relationships/slide" Target="slide81.xml"/><Relationship Id="rId3" Type="http://schemas.openxmlformats.org/officeDocument/2006/relationships/slide" Target="slide4.xml"/><Relationship Id="rId7" Type="http://schemas.openxmlformats.org/officeDocument/2006/relationships/slide" Target="slide98.xml"/><Relationship Id="rId12" Type="http://schemas.openxmlformats.org/officeDocument/2006/relationships/slide" Target="slide78.xml"/><Relationship Id="rId2" Type="http://schemas.openxmlformats.org/officeDocument/2006/relationships/notesSlide" Target="../notesSlides/notesSlide82.xml"/><Relationship Id="rId16" Type="http://schemas.openxmlformats.org/officeDocument/2006/relationships/chart" Target="../charts/chart7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9.xml"/><Relationship Id="rId11" Type="http://schemas.openxmlformats.org/officeDocument/2006/relationships/slide" Target="slide74.xml"/><Relationship Id="rId5" Type="http://schemas.openxmlformats.org/officeDocument/2006/relationships/slide" Target="slide146.xml"/><Relationship Id="rId15" Type="http://schemas.openxmlformats.org/officeDocument/2006/relationships/slide" Target="slide84.xml"/><Relationship Id="rId10" Type="http://schemas.openxmlformats.org/officeDocument/2006/relationships/slide" Target="slide70.xml"/><Relationship Id="rId4" Type="http://schemas.openxmlformats.org/officeDocument/2006/relationships/slide" Target="slide18.xml"/><Relationship Id="rId9" Type="http://schemas.openxmlformats.org/officeDocument/2006/relationships/slide" Target="slide130.xml"/><Relationship Id="rId14" Type="http://schemas.openxmlformats.org/officeDocument/2006/relationships/slide" Target="slide83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slide" Target="slide115.xml"/><Relationship Id="rId13" Type="http://schemas.openxmlformats.org/officeDocument/2006/relationships/slide" Target="slide81.xml"/><Relationship Id="rId3" Type="http://schemas.openxmlformats.org/officeDocument/2006/relationships/slide" Target="slide4.xml"/><Relationship Id="rId7" Type="http://schemas.openxmlformats.org/officeDocument/2006/relationships/slide" Target="slide99.xml"/><Relationship Id="rId12" Type="http://schemas.openxmlformats.org/officeDocument/2006/relationships/slide" Target="slide79.xml"/><Relationship Id="rId2" Type="http://schemas.openxmlformats.org/officeDocument/2006/relationships/notesSlide" Target="../notesSlides/notesSlide83.xml"/><Relationship Id="rId16" Type="http://schemas.openxmlformats.org/officeDocument/2006/relationships/chart" Target="../charts/chart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0.xml"/><Relationship Id="rId11" Type="http://schemas.openxmlformats.org/officeDocument/2006/relationships/slide" Target="slide75.xml"/><Relationship Id="rId5" Type="http://schemas.openxmlformats.org/officeDocument/2006/relationships/slide" Target="slide147.xml"/><Relationship Id="rId15" Type="http://schemas.openxmlformats.org/officeDocument/2006/relationships/slide" Target="slide84.xml"/><Relationship Id="rId10" Type="http://schemas.openxmlformats.org/officeDocument/2006/relationships/slide" Target="slide71.xml"/><Relationship Id="rId4" Type="http://schemas.openxmlformats.org/officeDocument/2006/relationships/slide" Target="slide19.xml"/><Relationship Id="rId9" Type="http://schemas.openxmlformats.org/officeDocument/2006/relationships/slide" Target="slide131.xml"/><Relationship Id="rId14" Type="http://schemas.openxmlformats.org/officeDocument/2006/relationships/slide" Target="slide82.xml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slide" Target="slide116.xml"/><Relationship Id="rId13" Type="http://schemas.openxmlformats.org/officeDocument/2006/relationships/slide" Target="slide81.xml"/><Relationship Id="rId3" Type="http://schemas.openxmlformats.org/officeDocument/2006/relationships/slide" Target="slide4.xml"/><Relationship Id="rId7" Type="http://schemas.openxmlformats.org/officeDocument/2006/relationships/slide" Target="slide100.xml"/><Relationship Id="rId12" Type="http://schemas.openxmlformats.org/officeDocument/2006/relationships/slide" Target="slide80.xml"/><Relationship Id="rId2" Type="http://schemas.openxmlformats.org/officeDocument/2006/relationships/notesSlide" Target="../notesSlides/notesSlide84.xml"/><Relationship Id="rId16" Type="http://schemas.openxmlformats.org/officeDocument/2006/relationships/chart" Target="../charts/chart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1.xml"/><Relationship Id="rId11" Type="http://schemas.openxmlformats.org/officeDocument/2006/relationships/slide" Target="slide76.xml"/><Relationship Id="rId5" Type="http://schemas.openxmlformats.org/officeDocument/2006/relationships/slide" Target="slide148.xml"/><Relationship Id="rId15" Type="http://schemas.openxmlformats.org/officeDocument/2006/relationships/slide" Target="slide83.xml"/><Relationship Id="rId10" Type="http://schemas.openxmlformats.org/officeDocument/2006/relationships/slide" Target="slide72.xml"/><Relationship Id="rId4" Type="http://schemas.openxmlformats.org/officeDocument/2006/relationships/slide" Target="slide20.xml"/><Relationship Id="rId9" Type="http://schemas.openxmlformats.org/officeDocument/2006/relationships/slide" Target="slide132.xml"/><Relationship Id="rId14" Type="http://schemas.openxmlformats.org/officeDocument/2006/relationships/slide" Target="slide82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slide" Target="slide101.xml"/><Relationship Id="rId13" Type="http://schemas.openxmlformats.org/officeDocument/2006/relationships/slide" Target="slide86.xml"/><Relationship Id="rId3" Type="http://schemas.openxmlformats.org/officeDocument/2006/relationships/slide" Target="slide4.xml"/><Relationship Id="rId7" Type="http://schemas.openxmlformats.org/officeDocument/2006/relationships/slide" Target="slide69.xml"/><Relationship Id="rId12" Type="http://schemas.openxmlformats.org/officeDocument/2006/relationships/slide" Target="slide97.xml"/><Relationship Id="rId2" Type="http://schemas.openxmlformats.org/officeDocument/2006/relationships/notesSlide" Target="../notesSlides/notesSlide85.xml"/><Relationship Id="rId16" Type="http://schemas.openxmlformats.org/officeDocument/2006/relationships/chart" Target="../charts/chart8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2.xml"/><Relationship Id="rId11" Type="http://schemas.openxmlformats.org/officeDocument/2006/relationships/slide" Target="slide93.xml"/><Relationship Id="rId5" Type="http://schemas.openxmlformats.org/officeDocument/2006/relationships/slide" Target="slide149.xml"/><Relationship Id="rId15" Type="http://schemas.openxmlformats.org/officeDocument/2006/relationships/slide" Target="slide88.xml"/><Relationship Id="rId10" Type="http://schemas.openxmlformats.org/officeDocument/2006/relationships/slide" Target="slide89.xml"/><Relationship Id="rId4" Type="http://schemas.openxmlformats.org/officeDocument/2006/relationships/slide" Target="slide21.xml"/><Relationship Id="rId9" Type="http://schemas.openxmlformats.org/officeDocument/2006/relationships/slide" Target="slide117.xml"/><Relationship Id="rId14" Type="http://schemas.openxmlformats.org/officeDocument/2006/relationships/slide" Target="slide87.xml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slide" Target="slide102.xml"/><Relationship Id="rId13" Type="http://schemas.openxmlformats.org/officeDocument/2006/relationships/slide" Target="slide85.xml"/><Relationship Id="rId3" Type="http://schemas.openxmlformats.org/officeDocument/2006/relationships/slide" Target="slide4.xml"/><Relationship Id="rId7" Type="http://schemas.openxmlformats.org/officeDocument/2006/relationships/slide" Target="slide70.xml"/><Relationship Id="rId12" Type="http://schemas.openxmlformats.org/officeDocument/2006/relationships/slide" Target="slide98.xml"/><Relationship Id="rId2" Type="http://schemas.openxmlformats.org/officeDocument/2006/relationships/notesSlide" Target="../notesSlides/notesSlide86.xml"/><Relationship Id="rId16" Type="http://schemas.openxmlformats.org/officeDocument/2006/relationships/chart" Target="../charts/chart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3.xml"/><Relationship Id="rId11" Type="http://schemas.openxmlformats.org/officeDocument/2006/relationships/slide" Target="slide94.xml"/><Relationship Id="rId5" Type="http://schemas.openxmlformats.org/officeDocument/2006/relationships/slide" Target="slide150.xml"/><Relationship Id="rId15" Type="http://schemas.openxmlformats.org/officeDocument/2006/relationships/slide" Target="slide88.xml"/><Relationship Id="rId10" Type="http://schemas.openxmlformats.org/officeDocument/2006/relationships/slide" Target="slide90.xml"/><Relationship Id="rId4" Type="http://schemas.openxmlformats.org/officeDocument/2006/relationships/slide" Target="slide22.xml"/><Relationship Id="rId9" Type="http://schemas.openxmlformats.org/officeDocument/2006/relationships/slide" Target="slide118.xml"/><Relationship Id="rId14" Type="http://schemas.openxmlformats.org/officeDocument/2006/relationships/slide" Target="slide87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slide" Target="slide103.xml"/><Relationship Id="rId13" Type="http://schemas.openxmlformats.org/officeDocument/2006/relationships/slide" Target="slide85.xml"/><Relationship Id="rId3" Type="http://schemas.openxmlformats.org/officeDocument/2006/relationships/slide" Target="slide4.xml"/><Relationship Id="rId7" Type="http://schemas.openxmlformats.org/officeDocument/2006/relationships/slide" Target="slide71.xml"/><Relationship Id="rId12" Type="http://schemas.openxmlformats.org/officeDocument/2006/relationships/slide" Target="slide99.xml"/><Relationship Id="rId2" Type="http://schemas.openxmlformats.org/officeDocument/2006/relationships/notesSlide" Target="../notesSlides/notesSlide87.xml"/><Relationship Id="rId16" Type="http://schemas.openxmlformats.org/officeDocument/2006/relationships/chart" Target="../charts/chart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4.xml"/><Relationship Id="rId11" Type="http://schemas.openxmlformats.org/officeDocument/2006/relationships/slide" Target="slide95.xml"/><Relationship Id="rId5" Type="http://schemas.openxmlformats.org/officeDocument/2006/relationships/slide" Target="slide151.xml"/><Relationship Id="rId15" Type="http://schemas.openxmlformats.org/officeDocument/2006/relationships/slide" Target="slide88.xml"/><Relationship Id="rId10" Type="http://schemas.openxmlformats.org/officeDocument/2006/relationships/slide" Target="slide91.xml"/><Relationship Id="rId4" Type="http://schemas.openxmlformats.org/officeDocument/2006/relationships/slide" Target="slide23.xml"/><Relationship Id="rId9" Type="http://schemas.openxmlformats.org/officeDocument/2006/relationships/slide" Target="slide119.xml"/><Relationship Id="rId14" Type="http://schemas.openxmlformats.org/officeDocument/2006/relationships/slide" Target="slide86.xml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slide" Target="slide104.xml"/><Relationship Id="rId13" Type="http://schemas.openxmlformats.org/officeDocument/2006/relationships/slide" Target="slide85.xml"/><Relationship Id="rId3" Type="http://schemas.openxmlformats.org/officeDocument/2006/relationships/slide" Target="slide4.xml"/><Relationship Id="rId7" Type="http://schemas.openxmlformats.org/officeDocument/2006/relationships/slide" Target="slide72.xml"/><Relationship Id="rId12" Type="http://schemas.openxmlformats.org/officeDocument/2006/relationships/slide" Target="slide100.xml"/><Relationship Id="rId2" Type="http://schemas.openxmlformats.org/officeDocument/2006/relationships/notesSlide" Target="../notesSlides/notesSlide88.xml"/><Relationship Id="rId16" Type="http://schemas.openxmlformats.org/officeDocument/2006/relationships/chart" Target="../charts/chart8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5.xml"/><Relationship Id="rId11" Type="http://schemas.openxmlformats.org/officeDocument/2006/relationships/slide" Target="slide96.xml"/><Relationship Id="rId5" Type="http://schemas.openxmlformats.org/officeDocument/2006/relationships/slide" Target="slide152.xml"/><Relationship Id="rId15" Type="http://schemas.openxmlformats.org/officeDocument/2006/relationships/slide" Target="slide87.xml"/><Relationship Id="rId10" Type="http://schemas.openxmlformats.org/officeDocument/2006/relationships/slide" Target="slide92.xml"/><Relationship Id="rId4" Type="http://schemas.openxmlformats.org/officeDocument/2006/relationships/slide" Target="slide24.xml"/><Relationship Id="rId9" Type="http://schemas.openxmlformats.org/officeDocument/2006/relationships/slide" Target="slide120.xml"/><Relationship Id="rId14" Type="http://schemas.openxmlformats.org/officeDocument/2006/relationships/slide" Target="slide86.xml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slide" Target="slide105.xml"/><Relationship Id="rId13" Type="http://schemas.openxmlformats.org/officeDocument/2006/relationships/slide" Target="slide90.xml"/><Relationship Id="rId3" Type="http://schemas.openxmlformats.org/officeDocument/2006/relationships/slide" Target="slide4.xml"/><Relationship Id="rId7" Type="http://schemas.openxmlformats.org/officeDocument/2006/relationships/slide" Target="slide73.xml"/><Relationship Id="rId12" Type="http://schemas.openxmlformats.org/officeDocument/2006/relationships/slide" Target="slide97.xml"/><Relationship Id="rId2" Type="http://schemas.openxmlformats.org/officeDocument/2006/relationships/notesSlide" Target="../notesSlides/notesSlide89.xml"/><Relationship Id="rId16" Type="http://schemas.openxmlformats.org/officeDocument/2006/relationships/chart" Target="../charts/chart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6.xml"/><Relationship Id="rId11" Type="http://schemas.openxmlformats.org/officeDocument/2006/relationships/slide" Target="slide93.xml"/><Relationship Id="rId5" Type="http://schemas.openxmlformats.org/officeDocument/2006/relationships/slide" Target="slide153.xml"/><Relationship Id="rId15" Type="http://schemas.openxmlformats.org/officeDocument/2006/relationships/slide" Target="slide92.xml"/><Relationship Id="rId10" Type="http://schemas.openxmlformats.org/officeDocument/2006/relationships/slide" Target="slide85.xml"/><Relationship Id="rId4" Type="http://schemas.openxmlformats.org/officeDocument/2006/relationships/slide" Target="slide25.xml"/><Relationship Id="rId9" Type="http://schemas.openxmlformats.org/officeDocument/2006/relationships/slide" Target="slide121.xml"/><Relationship Id="rId14" Type="http://schemas.openxmlformats.org/officeDocument/2006/relationships/slide" Target="slide91.xm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slide" Target="slide106.xml"/><Relationship Id="rId13" Type="http://schemas.openxmlformats.org/officeDocument/2006/relationships/slide" Target="slide89.xml"/><Relationship Id="rId3" Type="http://schemas.openxmlformats.org/officeDocument/2006/relationships/slide" Target="slide4.xml"/><Relationship Id="rId7" Type="http://schemas.openxmlformats.org/officeDocument/2006/relationships/slide" Target="slide74.xml"/><Relationship Id="rId12" Type="http://schemas.openxmlformats.org/officeDocument/2006/relationships/slide" Target="slide98.xml"/><Relationship Id="rId2" Type="http://schemas.openxmlformats.org/officeDocument/2006/relationships/notesSlide" Target="../notesSlides/notesSlide90.xml"/><Relationship Id="rId16" Type="http://schemas.openxmlformats.org/officeDocument/2006/relationships/chart" Target="../charts/chart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7.xml"/><Relationship Id="rId11" Type="http://schemas.openxmlformats.org/officeDocument/2006/relationships/slide" Target="slide94.xml"/><Relationship Id="rId5" Type="http://schemas.openxmlformats.org/officeDocument/2006/relationships/slide" Target="slide154.xml"/><Relationship Id="rId15" Type="http://schemas.openxmlformats.org/officeDocument/2006/relationships/slide" Target="slide92.xml"/><Relationship Id="rId10" Type="http://schemas.openxmlformats.org/officeDocument/2006/relationships/slide" Target="slide86.xml"/><Relationship Id="rId4" Type="http://schemas.openxmlformats.org/officeDocument/2006/relationships/slide" Target="slide26.xml"/><Relationship Id="rId9" Type="http://schemas.openxmlformats.org/officeDocument/2006/relationships/slide" Target="slide122.xml"/><Relationship Id="rId14" Type="http://schemas.openxmlformats.org/officeDocument/2006/relationships/slide" Target="slide91.xml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slide" Target="slide107.xml"/><Relationship Id="rId13" Type="http://schemas.openxmlformats.org/officeDocument/2006/relationships/slide" Target="slide89.xml"/><Relationship Id="rId3" Type="http://schemas.openxmlformats.org/officeDocument/2006/relationships/slide" Target="slide4.xml"/><Relationship Id="rId7" Type="http://schemas.openxmlformats.org/officeDocument/2006/relationships/slide" Target="slide75.xml"/><Relationship Id="rId12" Type="http://schemas.openxmlformats.org/officeDocument/2006/relationships/slide" Target="slide99.xml"/><Relationship Id="rId2" Type="http://schemas.openxmlformats.org/officeDocument/2006/relationships/notesSlide" Target="../notesSlides/notesSlide91.xml"/><Relationship Id="rId16" Type="http://schemas.openxmlformats.org/officeDocument/2006/relationships/chart" Target="../charts/chart8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8.xml"/><Relationship Id="rId11" Type="http://schemas.openxmlformats.org/officeDocument/2006/relationships/slide" Target="slide95.xml"/><Relationship Id="rId5" Type="http://schemas.openxmlformats.org/officeDocument/2006/relationships/slide" Target="slide155.xml"/><Relationship Id="rId15" Type="http://schemas.openxmlformats.org/officeDocument/2006/relationships/slide" Target="slide92.xml"/><Relationship Id="rId10" Type="http://schemas.openxmlformats.org/officeDocument/2006/relationships/slide" Target="slide87.xml"/><Relationship Id="rId4" Type="http://schemas.openxmlformats.org/officeDocument/2006/relationships/slide" Target="slide27.xml"/><Relationship Id="rId9" Type="http://schemas.openxmlformats.org/officeDocument/2006/relationships/slide" Target="slide123.xml"/><Relationship Id="rId14" Type="http://schemas.openxmlformats.org/officeDocument/2006/relationships/slide" Target="slide90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slide" Target="slide108.xml"/><Relationship Id="rId13" Type="http://schemas.openxmlformats.org/officeDocument/2006/relationships/slide" Target="slide89.xml"/><Relationship Id="rId3" Type="http://schemas.openxmlformats.org/officeDocument/2006/relationships/slide" Target="slide4.xml"/><Relationship Id="rId7" Type="http://schemas.openxmlformats.org/officeDocument/2006/relationships/slide" Target="slide76.xml"/><Relationship Id="rId12" Type="http://schemas.openxmlformats.org/officeDocument/2006/relationships/slide" Target="slide100.xml"/><Relationship Id="rId2" Type="http://schemas.openxmlformats.org/officeDocument/2006/relationships/notesSlide" Target="../notesSlides/notesSlide92.xml"/><Relationship Id="rId16" Type="http://schemas.openxmlformats.org/officeDocument/2006/relationships/chart" Target="../charts/chart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9.xml"/><Relationship Id="rId11" Type="http://schemas.openxmlformats.org/officeDocument/2006/relationships/slide" Target="slide96.xml"/><Relationship Id="rId5" Type="http://schemas.openxmlformats.org/officeDocument/2006/relationships/slide" Target="slide156.xml"/><Relationship Id="rId15" Type="http://schemas.openxmlformats.org/officeDocument/2006/relationships/slide" Target="slide91.xml"/><Relationship Id="rId10" Type="http://schemas.openxmlformats.org/officeDocument/2006/relationships/slide" Target="slide88.xml"/><Relationship Id="rId4" Type="http://schemas.openxmlformats.org/officeDocument/2006/relationships/slide" Target="slide28.xml"/><Relationship Id="rId9" Type="http://schemas.openxmlformats.org/officeDocument/2006/relationships/slide" Target="slide124.xml"/><Relationship Id="rId14" Type="http://schemas.openxmlformats.org/officeDocument/2006/relationships/slide" Target="slide90.xml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slide" Target="slide109.xml"/><Relationship Id="rId13" Type="http://schemas.openxmlformats.org/officeDocument/2006/relationships/slide" Target="slide94.xml"/><Relationship Id="rId3" Type="http://schemas.openxmlformats.org/officeDocument/2006/relationships/slide" Target="slide4.xml"/><Relationship Id="rId7" Type="http://schemas.openxmlformats.org/officeDocument/2006/relationships/slide" Target="slide77.xml"/><Relationship Id="rId12" Type="http://schemas.openxmlformats.org/officeDocument/2006/relationships/slide" Target="slide97.xml"/><Relationship Id="rId2" Type="http://schemas.openxmlformats.org/officeDocument/2006/relationships/notesSlide" Target="../notesSlides/notesSlide93.xml"/><Relationship Id="rId16" Type="http://schemas.openxmlformats.org/officeDocument/2006/relationships/chart" Target="../charts/chart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0.xml"/><Relationship Id="rId11" Type="http://schemas.openxmlformats.org/officeDocument/2006/relationships/slide" Target="slide89.xml"/><Relationship Id="rId5" Type="http://schemas.openxmlformats.org/officeDocument/2006/relationships/slide" Target="slide157.xml"/><Relationship Id="rId15" Type="http://schemas.openxmlformats.org/officeDocument/2006/relationships/slide" Target="slide96.xml"/><Relationship Id="rId10" Type="http://schemas.openxmlformats.org/officeDocument/2006/relationships/slide" Target="slide85.xml"/><Relationship Id="rId4" Type="http://schemas.openxmlformats.org/officeDocument/2006/relationships/slide" Target="slide29.xml"/><Relationship Id="rId9" Type="http://schemas.openxmlformats.org/officeDocument/2006/relationships/slide" Target="slide125.xml"/><Relationship Id="rId14" Type="http://schemas.openxmlformats.org/officeDocument/2006/relationships/slide" Target="slide95.xml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slide" Target="slide110.xml"/><Relationship Id="rId13" Type="http://schemas.openxmlformats.org/officeDocument/2006/relationships/slide" Target="slide93.xml"/><Relationship Id="rId3" Type="http://schemas.openxmlformats.org/officeDocument/2006/relationships/slide" Target="slide4.xml"/><Relationship Id="rId7" Type="http://schemas.openxmlformats.org/officeDocument/2006/relationships/slide" Target="slide78.xml"/><Relationship Id="rId12" Type="http://schemas.openxmlformats.org/officeDocument/2006/relationships/slide" Target="slide98.xml"/><Relationship Id="rId2" Type="http://schemas.openxmlformats.org/officeDocument/2006/relationships/notesSlide" Target="../notesSlides/notesSlide94.xml"/><Relationship Id="rId16" Type="http://schemas.openxmlformats.org/officeDocument/2006/relationships/chart" Target="../charts/chart9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1.xml"/><Relationship Id="rId11" Type="http://schemas.openxmlformats.org/officeDocument/2006/relationships/slide" Target="slide90.xml"/><Relationship Id="rId5" Type="http://schemas.openxmlformats.org/officeDocument/2006/relationships/slide" Target="slide158.xml"/><Relationship Id="rId15" Type="http://schemas.openxmlformats.org/officeDocument/2006/relationships/slide" Target="slide96.xml"/><Relationship Id="rId10" Type="http://schemas.openxmlformats.org/officeDocument/2006/relationships/slide" Target="slide86.xml"/><Relationship Id="rId4" Type="http://schemas.openxmlformats.org/officeDocument/2006/relationships/slide" Target="slide30.xml"/><Relationship Id="rId9" Type="http://schemas.openxmlformats.org/officeDocument/2006/relationships/slide" Target="slide126.xml"/><Relationship Id="rId14" Type="http://schemas.openxmlformats.org/officeDocument/2006/relationships/slide" Target="slide95.xml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slide" Target="slide111.xml"/><Relationship Id="rId13" Type="http://schemas.openxmlformats.org/officeDocument/2006/relationships/slide" Target="slide93.xml"/><Relationship Id="rId3" Type="http://schemas.openxmlformats.org/officeDocument/2006/relationships/slide" Target="slide4.xml"/><Relationship Id="rId7" Type="http://schemas.openxmlformats.org/officeDocument/2006/relationships/slide" Target="slide79.xml"/><Relationship Id="rId12" Type="http://schemas.openxmlformats.org/officeDocument/2006/relationships/slide" Target="slide99.xml"/><Relationship Id="rId2" Type="http://schemas.openxmlformats.org/officeDocument/2006/relationships/notesSlide" Target="../notesSlides/notesSlide95.xml"/><Relationship Id="rId16" Type="http://schemas.openxmlformats.org/officeDocument/2006/relationships/chart" Target="../charts/chart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2.xml"/><Relationship Id="rId11" Type="http://schemas.openxmlformats.org/officeDocument/2006/relationships/slide" Target="slide91.xml"/><Relationship Id="rId5" Type="http://schemas.openxmlformats.org/officeDocument/2006/relationships/slide" Target="slide159.xml"/><Relationship Id="rId15" Type="http://schemas.openxmlformats.org/officeDocument/2006/relationships/slide" Target="slide96.xml"/><Relationship Id="rId10" Type="http://schemas.openxmlformats.org/officeDocument/2006/relationships/slide" Target="slide87.xml"/><Relationship Id="rId4" Type="http://schemas.openxmlformats.org/officeDocument/2006/relationships/slide" Target="slide31.xml"/><Relationship Id="rId9" Type="http://schemas.openxmlformats.org/officeDocument/2006/relationships/slide" Target="slide127.xml"/><Relationship Id="rId14" Type="http://schemas.openxmlformats.org/officeDocument/2006/relationships/slide" Target="slide94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slide" Target="slide112.xml"/><Relationship Id="rId13" Type="http://schemas.openxmlformats.org/officeDocument/2006/relationships/slide" Target="slide93.xml"/><Relationship Id="rId3" Type="http://schemas.openxmlformats.org/officeDocument/2006/relationships/slide" Target="slide4.xml"/><Relationship Id="rId7" Type="http://schemas.openxmlformats.org/officeDocument/2006/relationships/slide" Target="slide80.xml"/><Relationship Id="rId12" Type="http://schemas.openxmlformats.org/officeDocument/2006/relationships/slide" Target="slide100.xml"/><Relationship Id="rId2" Type="http://schemas.openxmlformats.org/officeDocument/2006/relationships/notesSlide" Target="../notesSlides/notesSlide96.xml"/><Relationship Id="rId16" Type="http://schemas.openxmlformats.org/officeDocument/2006/relationships/chart" Target="../charts/chart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3.xml"/><Relationship Id="rId11" Type="http://schemas.openxmlformats.org/officeDocument/2006/relationships/slide" Target="slide92.xml"/><Relationship Id="rId5" Type="http://schemas.openxmlformats.org/officeDocument/2006/relationships/slide" Target="slide160.xml"/><Relationship Id="rId15" Type="http://schemas.openxmlformats.org/officeDocument/2006/relationships/slide" Target="slide95.xml"/><Relationship Id="rId10" Type="http://schemas.openxmlformats.org/officeDocument/2006/relationships/slide" Target="slide88.xml"/><Relationship Id="rId4" Type="http://schemas.openxmlformats.org/officeDocument/2006/relationships/slide" Target="slide32.xml"/><Relationship Id="rId9" Type="http://schemas.openxmlformats.org/officeDocument/2006/relationships/slide" Target="slide128.xml"/><Relationship Id="rId14" Type="http://schemas.openxmlformats.org/officeDocument/2006/relationships/slide" Target="slide94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slide" Target="slide113.xml"/><Relationship Id="rId13" Type="http://schemas.openxmlformats.org/officeDocument/2006/relationships/slide" Target="slide98.xml"/><Relationship Id="rId3" Type="http://schemas.openxmlformats.org/officeDocument/2006/relationships/slide" Target="slide4.xml"/><Relationship Id="rId7" Type="http://schemas.openxmlformats.org/officeDocument/2006/relationships/slide" Target="slide81.xml"/><Relationship Id="rId12" Type="http://schemas.openxmlformats.org/officeDocument/2006/relationships/slide" Target="slide93.xml"/><Relationship Id="rId2" Type="http://schemas.openxmlformats.org/officeDocument/2006/relationships/notesSlide" Target="../notesSlides/notesSlide97.xml"/><Relationship Id="rId16" Type="http://schemas.openxmlformats.org/officeDocument/2006/relationships/chart" Target="../charts/chart9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4.xml"/><Relationship Id="rId11" Type="http://schemas.openxmlformats.org/officeDocument/2006/relationships/slide" Target="slide89.xml"/><Relationship Id="rId5" Type="http://schemas.openxmlformats.org/officeDocument/2006/relationships/slide" Target="slide161.xml"/><Relationship Id="rId15" Type="http://schemas.openxmlformats.org/officeDocument/2006/relationships/slide" Target="slide100.xml"/><Relationship Id="rId10" Type="http://schemas.openxmlformats.org/officeDocument/2006/relationships/slide" Target="slide85.xml"/><Relationship Id="rId4" Type="http://schemas.openxmlformats.org/officeDocument/2006/relationships/slide" Target="slide33.xml"/><Relationship Id="rId9" Type="http://schemas.openxmlformats.org/officeDocument/2006/relationships/slide" Target="slide129.xml"/><Relationship Id="rId14" Type="http://schemas.openxmlformats.org/officeDocument/2006/relationships/slide" Target="slide99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slide" Target="slide114.xml"/><Relationship Id="rId13" Type="http://schemas.openxmlformats.org/officeDocument/2006/relationships/slide" Target="slide97.xml"/><Relationship Id="rId3" Type="http://schemas.openxmlformats.org/officeDocument/2006/relationships/slide" Target="slide4.xml"/><Relationship Id="rId7" Type="http://schemas.openxmlformats.org/officeDocument/2006/relationships/slide" Target="slide82.xml"/><Relationship Id="rId12" Type="http://schemas.openxmlformats.org/officeDocument/2006/relationships/slide" Target="slide94.xml"/><Relationship Id="rId2" Type="http://schemas.openxmlformats.org/officeDocument/2006/relationships/notesSlide" Target="../notesSlides/notesSlide98.xml"/><Relationship Id="rId16" Type="http://schemas.openxmlformats.org/officeDocument/2006/relationships/chart" Target="../charts/chart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5.xml"/><Relationship Id="rId11" Type="http://schemas.openxmlformats.org/officeDocument/2006/relationships/slide" Target="slide90.xml"/><Relationship Id="rId5" Type="http://schemas.openxmlformats.org/officeDocument/2006/relationships/slide" Target="slide162.xml"/><Relationship Id="rId15" Type="http://schemas.openxmlformats.org/officeDocument/2006/relationships/slide" Target="slide100.xml"/><Relationship Id="rId10" Type="http://schemas.openxmlformats.org/officeDocument/2006/relationships/slide" Target="slide86.xml"/><Relationship Id="rId4" Type="http://schemas.openxmlformats.org/officeDocument/2006/relationships/slide" Target="slide34.xml"/><Relationship Id="rId9" Type="http://schemas.openxmlformats.org/officeDocument/2006/relationships/slide" Target="slide130.xml"/><Relationship Id="rId14" Type="http://schemas.openxmlformats.org/officeDocument/2006/relationships/slide" Target="slide99.xml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slide" Target="slide115.xml"/><Relationship Id="rId13" Type="http://schemas.openxmlformats.org/officeDocument/2006/relationships/slide" Target="slide97.xml"/><Relationship Id="rId3" Type="http://schemas.openxmlformats.org/officeDocument/2006/relationships/slide" Target="slide4.xml"/><Relationship Id="rId7" Type="http://schemas.openxmlformats.org/officeDocument/2006/relationships/slide" Target="slide83.xml"/><Relationship Id="rId12" Type="http://schemas.openxmlformats.org/officeDocument/2006/relationships/slide" Target="slide95.xml"/><Relationship Id="rId2" Type="http://schemas.openxmlformats.org/officeDocument/2006/relationships/notesSlide" Target="../notesSlides/notesSlide99.xml"/><Relationship Id="rId16" Type="http://schemas.openxmlformats.org/officeDocument/2006/relationships/chart" Target="../charts/chart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6.xml"/><Relationship Id="rId11" Type="http://schemas.openxmlformats.org/officeDocument/2006/relationships/slide" Target="slide91.xml"/><Relationship Id="rId5" Type="http://schemas.openxmlformats.org/officeDocument/2006/relationships/slide" Target="slide163.xml"/><Relationship Id="rId15" Type="http://schemas.openxmlformats.org/officeDocument/2006/relationships/slide" Target="slide100.xml"/><Relationship Id="rId10" Type="http://schemas.openxmlformats.org/officeDocument/2006/relationships/slide" Target="slide87.xml"/><Relationship Id="rId4" Type="http://schemas.openxmlformats.org/officeDocument/2006/relationships/slide" Target="slide35.xml"/><Relationship Id="rId9" Type="http://schemas.openxmlformats.org/officeDocument/2006/relationships/slide" Target="slide131.xml"/><Relationship Id="rId14" Type="http://schemas.openxmlformats.org/officeDocument/2006/relationships/slide" Target="slide98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slide" Target="slide116.xml"/><Relationship Id="rId13" Type="http://schemas.openxmlformats.org/officeDocument/2006/relationships/slide" Target="slide97.xml"/><Relationship Id="rId3" Type="http://schemas.openxmlformats.org/officeDocument/2006/relationships/slide" Target="slide4.xml"/><Relationship Id="rId7" Type="http://schemas.openxmlformats.org/officeDocument/2006/relationships/slide" Target="slide84.xml"/><Relationship Id="rId12" Type="http://schemas.openxmlformats.org/officeDocument/2006/relationships/slide" Target="slide96.xml"/><Relationship Id="rId2" Type="http://schemas.openxmlformats.org/officeDocument/2006/relationships/notesSlide" Target="../notesSlides/notesSlide100.xml"/><Relationship Id="rId16" Type="http://schemas.openxmlformats.org/officeDocument/2006/relationships/chart" Target="../charts/chart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7.xml"/><Relationship Id="rId11" Type="http://schemas.openxmlformats.org/officeDocument/2006/relationships/slide" Target="slide92.xml"/><Relationship Id="rId5" Type="http://schemas.openxmlformats.org/officeDocument/2006/relationships/slide" Target="slide164.xml"/><Relationship Id="rId15" Type="http://schemas.openxmlformats.org/officeDocument/2006/relationships/slide" Target="slide99.xml"/><Relationship Id="rId10" Type="http://schemas.openxmlformats.org/officeDocument/2006/relationships/slide" Target="slide88.xml"/><Relationship Id="rId4" Type="http://schemas.openxmlformats.org/officeDocument/2006/relationships/slide" Target="slide36.xml"/><Relationship Id="rId9" Type="http://schemas.openxmlformats.org/officeDocument/2006/relationships/slide" Target="slide132.xml"/><Relationship Id="rId14" Type="http://schemas.openxmlformats.org/officeDocument/2006/relationships/slide" Target="slide98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slide" Target="slide85.xml"/><Relationship Id="rId13" Type="http://schemas.openxmlformats.org/officeDocument/2006/relationships/slide" Target="slide102.xml"/><Relationship Id="rId3" Type="http://schemas.openxmlformats.org/officeDocument/2006/relationships/slide" Target="slide4.xml"/><Relationship Id="rId7" Type="http://schemas.openxmlformats.org/officeDocument/2006/relationships/slide" Target="slide69.xml"/><Relationship Id="rId12" Type="http://schemas.openxmlformats.org/officeDocument/2006/relationships/slide" Target="slide113.xml"/><Relationship Id="rId2" Type="http://schemas.openxmlformats.org/officeDocument/2006/relationships/notesSlide" Target="../notesSlides/notesSlide101.xml"/><Relationship Id="rId16" Type="http://schemas.openxmlformats.org/officeDocument/2006/relationships/chart" Target="../charts/chart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8.xml"/><Relationship Id="rId11" Type="http://schemas.openxmlformats.org/officeDocument/2006/relationships/slide" Target="slide109.xml"/><Relationship Id="rId5" Type="http://schemas.openxmlformats.org/officeDocument/2006/relationships/slide" Target="slide165.xml"/><Relationship Id="rId15" Type="http://schemas.openxmlformats.org/officeDocument/2006/relationships/slide" Target="slide104.xml"/><Relationship Id="rId10" Type="http://schemas.openxmlformats.org/officeDocument/2006/relationships/slide" Target="slide105.xml"/><Relationship Id="rId4" Type="http://schemas.openxmlformats.org/officeDocument/2006/relationships/slide" Target="slide37.xml"/><Relationship Id="rId9" Type="http://schemas.openxmlformats.org/officeDocument/2006/relationships/slide" Target="slide117.xml"/><Relationship Id="rId14" Type="http://schemas.openxmlformats.org/officeDocument/2006/relationships/slide" Target="slide103.xml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slide" Target="slide86.xml"/><Relationship Id="rId13" Type="http://schemas.openxmlformats.org/officeDocument/2006/relationships/slide" Target="slide101.xml"/><Relationship Id="rId3" Type="http://schemas.openxmlformats.org/officeDocument/2006/relationships/slide" Target="slide4.xml"/><Relationship Id="rId7" Type="http://schemas.openxmlformats.org/officeDocument/2006/relationships/slide" Target="slide70.xml"/><Relationship Id="rId12" Type="http://schemas.openxmlformats.org/officeDocument/2006/relationships/slide" Target="slide114.xml"/><Relationship Id="rId2" Type="http://schemas.openxmlformats.org/officeDocument/2006/relationships/notesSlide" Target="../notesSlides/notesSlide102.xml"/><Relationship Id="rId16" Type="http://schemas.openxmlformats.org/officeDocument/2006/relationships/chart" Target="../charts/chart9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9.xml"/><Relationship Id="rId11" Type="http://schemas.openxmlformats.org/officeDocument/2006/relationships/slide" Target="slide110.xml"/><Relationship Id="rId5" Type="http://schemas.openxmlformats.org/officeDocument/2006/relationships/slide" Target="slide166.xml"/><Relationship Id="rId15" Type="http://schemas.openxmlformats.org/officeDocument/2006/relationships/slide" Target="slide104.xml"/><Relationship Id="rId10" Type="http://schemas.openxmlformats.org/officeDocument/2006/relationships/slide" Target="slide106.xml"/><Relationship Id="rId4" Type="http://schemas.openxmlformats.org/officeDocument/2006/relationships/slide" Target="slide38.xml"/><Relationship Id="rId9" Type="http://schemas.openxmlformats.org/officeDocument/2006/relationships/slide" Target="slide118.xml"/><Relationship Id="rId14" Type="http://schemas.openxmlformats.org/officeDocument/2006/relationships/slide" Target="slide103.xml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slide" Target="slide87.xml"/><Relationship Id="rId13" Type="http://schemas.openxmlformats.org/officeDocument/2006/relationships/slide" Target="slide101.xml"/><Relationship Id="rId3" Type="http://schemas.openxmlformats.org/officeDocument/2006/relationships/slide" Target="slide4.xml"/><Relationship Id="rId7" Type="http://schemas.openxmlformats.org/officeDocument/2006/relationships/slide" Target="slide71.xml"/><Relationship Id="rId12" Type="http://schemas.openxmlformats.org/officeDocument/2006/relationships/slide" Target="slide115.xml"/><Relationship Id="rId2" Type="http://schemas.openxmlformats.org/officeDocument/2006/relationships/notesSlide" Target="../notesSlides/notesSlide103.xml"/><Relationship Id="rId16" Type="http://schemas.openxmlformats.org/officeDocument/2006/relationships/chart" Target="../charts/chart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0.xml"/><Relationship Id="rId11" Type="http://schemas.openxmlformats.org/officeDocument/2006/relationships/slide" Target="slide111.xml"/><Relationship Id="rId5" Type="http://schemas.openxmlformats.org/officeDocument/2006/relationships/slide" Target="slide167.xml"/><Relationship Id="rId15" Type="http://schemas.openxmlformats.org/officeDocument/2006/relationships/slide" Target="slide104.xml"/><Relationship Id="rId10" Type="http://schemas.openxmlformats.org/officeDocument/2006/relationships/slide" Target="slide107.xml"/><Relationship Id="rId4" Type="http://schemas.openxmlformats.org/officeDocument/2006/relationships/slide" Target="slide39.xml"/><Relationship Id="rId9" Type="http://schemas.openxmlformats.org/officeDocument/2006/relationships/slide" Target="slide119.xml"/><Relationship Id="rId14" Type="http://schemas.openxmlformats.org/officeDocument/2006/relationships/slide" Target="slide102.xml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slide" Target="slide88.xml"/><Relationship Id="rId13" Type="http://schemas.openxmlformats.org/officeDocument/2006/relationships/slide" Target="slide101.xml"/><Relationship Id="rId3" Type="http://schemas.openxmlformats.org/officeDocument/2006/relationships/slide" Target="slide4.xml"/><Relationship Id="rId7" Type="http://schemas.openxmlformats.org/officeDocument/2006/relationships/slide" Target="slide72.xml"/><Relationship Id="rId12" Type="http://schemas.openxmlformats.org/officeDocument/2006/relationships/slide" Target="slide116.xml"/><Relationship Id="rId2" Type="http://schemas.openxmlformats.org/officeDocument/2006/relationships/notesSlide" Target="../notesSlides/notesSlide104.xml"/><Relationship Id="rId16" Type="http://schemas.openxmlformats.org/officeDocument/2006/relationships/chart" Target="../charts/chart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1.xml"/><Relationship Id="rId11" Type="http://schemas.openxmlformats.org/officeDocument/2006/relationships/slide" Target="slide112.xml"/><Relationship Id="rId5" Type="http://schemas.openxmlformats.org/officeDocument/2006/relationships/slide" Target="slide168.xml"/><Relationship Id="rId15" Type="http://schemas.openxmlformats.org/officeDocument/2006/relationships/slide" Target="slide103.xml"/><Relationship Id="rId10" Type="http://schemas.openxmlformats.org/officeDocument/2006/relationships/slide" Target="slide108.xml"/><Relationship Id="rId4" Type="http://schemas.openxmlformats.org/officeDocument/2006/relationships/slide" Target="slide40.xml"/><Relationship Id="rId9" Type="http://schemas.openxmlformats.org/officeDocument/2006/relationships/slide" Target="slide120.xml"/><Relationship Id="rId14" Type="http://schemas.openxmlformats.org/officeDocument/2006/relationships/slide" Target="slide102.xml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slide" Target="slide89.xml"/><Relationship Id="rId13" Type="http://schemas.openxmlformats.org/officeDocument/2006/relationships/slide" Target="slide106.xml"/><Relationship Id="rId3" Type="http://schemas.openxmlformats.org/officeDocument/2006/relationships/slide" Target="slide4.xml"/><Relationship Id="rId7" Type="http://schemas.openxmlformats.org/officeDocument/2006/relationships/slide" Target="slide73.xml"/><Relationship Id="rId12" Type="http://schemas.openxmlformats.org/officeDocument/2006/relationships/slide" Target="slide113.xml"/><Relationship Id="rId2" Type="http://schemas.openxmlformats.org/officeDocument/2006/relationships/notesSlide" Target="../notesSlides/notesSlide105.xml"/><Relationship Id="rId16" Type="http://schemas.openxmlformats.org/officeDocument/2006/relationships/chart" Target="../charts/chart10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2.xml"/><Relationship Id="rId11" Type="http://schemas.openxmlformats.org/officeDocument/2006/relationships/slide" Target="slide109.xml"/><Relationship Id="rId5" Type="http://schemas.openxmlformats.org/officeDocument/2006/relationships/slide" Target="slide169.xml"/><Relationship Id="rId15" Type="http://schemas.openxmlformats.org/officeDocument/2006/relationships/slide" Target="slide108.xml"/><Relationship Id="rId10" Type="http://schemas.openxmlformats.org/officeDocument/2006/relationships/slide" Target="slide101.xml"/><Relationship Id="rId4" Type="http://schemas.openxmlformats.org/officeDocument/2006/relationships/slide" Target="slide41.xml"/><Relationship Id="rId9" Type="http://schemas.openxmlformats.org/officeDocument/2006/relationships/slide" Target="slide121.xml"/><Relationship Id="rId14" Type="http://schemas.openxmlformats.org/officeDocument/2006/relationships/slide" Target="slide107.xml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slide" Target="slide90.xml"/><Relationship Id="rId13" Type="http://schemas.openxmlformats.org/officeDocument/2006/relationships/slide" Target="slide105.xml"/><Relationship Id="rId3" Type="http://schemas.openxmlformats.org/officeDocument/2006/relationships/slide" Target="slide4.xml"/><Relationship Id="rId7" Type="http://schemas.openxmlformats.org/officeDocument/2006/relationships/slide" Target="slide74.xml"/><Relationship Id="rId12" Type="http://schemas.openxmlformats.org/officeDocument/2006/relationships/slide" Target="slide114.xml"/><Relationship Id="rId2" Type="http://schemas.openxmlformats.org/officeDocument/2006/relationships/notesSlide" Target="../notesSlides/notesSlide106.xml"/><Relationship Id="rId16" Type="http://schemas.openxmlformats.org/officeDocument/2006/relationships/chart" Target="../charts/chart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3.xml"/><Relationship Id="rId11" Type="http://schemas.openxmlformats.org/officeDocument/2006/relationships/slide" Target="slide110.xml"/><Relationship Id="rId5" Type="http://schemas.openxmlformats.org/officeDocument/2006/relationships/slide" Target="slide170.xml"/><Relationship Id="rId15" Type="http://schemas.openxmlformats.org/officeDocument/2006/relationships/slide" Target="slide108.xml"/><Relationship Id="rId10" Type="http://schemas.openxmlformats.org/officeDocument/2006/relationships/slide" Target="slide102.xml"/><Relationship Id="rId4" Type="http://schemas.openxmlformats.org/officeDocument/2006/relationships/slide" Target="slide42.xml"/><Relationship Id="rId9" Type="http://schemas.openxmlformats.org/officeDocument/2006/relationships/slide" Target="slide122.xml"/><Relationship Id="rId14" Type="http://schemas.openxmlformats.org/officeDocument/2006/relationships/slide" Target="slide107.xml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slide" Target="slide91.xml"/><Relationship Id="rId13" Type="http://schemas.openxmlformats.org/officeDocument/2006/relationships/slide" Target="slide105.xml"/><Relationship Id="rId3" Type="http://schemas.openxmlformats.org/officeDocument/2006/relationships/slide" Target="slide4.xml"/><Relationship Id="rId7" Type="http://schemas.openxmlformats.org/officeDocument/2006/relationships/slide" Target="slide75.xml"/><Relationship Id="rId12" Type="http://schemas.openxmlformats.org/officeDocument/2006/relationships/slide" Target="slide115.xml"/><Relationship Id="rId2" Type="http://schemas.openxmlformats.org/officeDocument/2006/relationships/notesSlide" Target="../notesSlides/notesSlide107.xml"/><Relationship Id="rId16" Type="http://schemas.openxmlformats.org/officeDocument/2006/relationships/chart" Target="../charts/chart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4.xml"/><Relationship Id="rId11" Type="http://schemas.openxmlformats.org/officeDocument/2006/relationships/slide" Target="slide111.xml"/><Relationship Id="rId5" Type="http://schemas.openxmlformats.org/officeDocument/2006/relationships/slide" Target="slide171.xml"/><Relationship Id="rId15" Type="http://schemas.openxmlformats.org/officeDocument/2006/relationships/slide" Target="slide108.xml"/><Relationship Id="rId10" Type="http://schemas.openxmlformats.org/officeDocument/2006/relationships/slide" Target="slide103.xml"/><Relationship Id="rId4" Type="http://schemas.openxmlformats.org/officeDocument/2006/relationships/slide" Target="slide43.xml"/><Relationship Id="rId9" Type="http://schemas.openxmlformats.org/officeDocument/2006/relationships/slide" Target="slide123.xml"/><Relationship Id="rId14" Type="http://schemas.openxmlformats.org/officeDocument/2006/relationships/slide" Target="slide106.xml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slide" Target="slide92.xml"/><Relationship Id="rId13" Type="http://schemas.openxmlformats.org/officeDocument/2006/relationships/slide" Target="slide105.xml"/><Relationship Id="rId3" Type="http://schemas.openxmlformats.org/officeDocument/2006/relationships/slide" Target="slide4.xml"/><Relationship Id="rId7" Type="http://schemas.openxmlformats.org/officeDocument/2006/relationships/slide" Target="slide76.xml"/><Relationship Id="rId12" Type="http://schemas.openxmlformats.org/officeDocument/2006/relationships/slide" Target="slide116.xml"/><Relationship Id="rId2" Type="http://schemas.openxmlformats.org/officeDocument/2006/relationships/notesSlide" Target="../notesSlides/notesSlide108.xml"/><Relationship Id="rId16" Type="http://schemas.openxmlformats.org/officeDocument/2006/relationships/chart" Target="../charts/chart10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5.xml"/><Relationship Id="rId11" Type="http://schemas.openxmlformats.org/officeDocument/2006/relationships/slide" Target="slide112.xml"/><Relationship Id="rId5" Type="http://schemas.openxmlformats.org/officeDocument/2006/relationships/slide" Target="slide172.xml"/><Relationship Id="rId15" Type="http://schemas.openxmlformats.org/officeDocument/2006/relationships/slide" Target="slide107.xml"/><Relationship Id="rId10" Type="http://schemas.openxmlformats.org/officeDocument/2006/relationships/slide" Target="slide104.xml"/><Relationship Id="rId4" Type="http://schemas.openxmlformats.org/officeDocument/2006/relationships/slide" Target="slide44.xml"/><Relationship Id="rId9" Type="http://schemas.openxmlformats.org/officeDocument/2006/relationships/slide" Target="slide124.xml"/><Relationship Id="rId14" Type="http://schemas.openxmlformats.org/officeDocument/2006/relationships/slide" Target="slide106.xml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slide" Target="slide93.xml"/><Relationship Id="rId13" Type="http://schemas.openxmlformats.org/officeDocument/2006/relationships/slide" Target="slide110.xml"/><Relationship Id="rId3" Type="http://schemas.openxmlformats.org/officeDocument/2006/relationships/slide" Target="slide4.xml"/><Relationship Id="rId7" Type="http://schemas.openxmlformats.org/officeDocument/2006/relationships/slide" Target="slide77.xml"/><Relationship Id="rId12" Type="http://schemas.openxmlformats.org/officeDocument/2006/relationships/slide" Target="slide113.xml"/><Relationship Id="rId2" Type="http://schemas.openxmlformats.org/officeDocument/2006/relationships/notesSlide" Target="../notesSlides/notesSlide109.xml"/><Relationship Id="rId16" Type="http://schemas.openxmlformats.org/officeDocument/2006/relationships/chart" Target="../charts/chart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6.xml"/><Relationship Id="rId11" Type="http://schemas.openxmlformats.org/officeDocument/2006/relationships/slide" Target="slide105.xml"/><Relationship Id="rId5" Type="http://schemas.openxmlformats.org/officeDocument/2006/relationships/slide" Target="slide173.xml"/><Relationship Id="rId15" Type="http://schemas.openxmlformats.org/officeDocument/2006/relationships/slide" Target="slide112.xml"/><Relationship Id="rId10" Type="http://schemas.openxmlformats.org/officeDocument/2006/relationships/slide" Target="slide101.xml"/><Relationship Id="rId4" Type="http://schemas.openxmlformats.org/officeDocument/2006/relationships/slide" Target="slide45.xml"/><Relationship Id="rId9" Type="http://schemas.openxmlformats.org/officeDocument/2006/relationships/slide" Target="slide125.xml"/><Relationship Id="rId14" Type="http://schemas.openxmlformats.org/officeDocument/2006/relationships/slide" Target="slide111.xml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slide" Target="slide94.xml"/><Relationship Id="rId13" Type="http://schemas.openxmlformats.org/officeDocument/2006/relationships/slide" Target="slide109.xml"/><Relationship Id="rId3" Type="http://schemas.openxmlformats.org/officeDocument/2006/relationships/slide" Target="slide4.xml"/><Relationship Id="rId7" Type="http://schemas.openxmlformats.org/officeDocument/2006/relationships/slide" Target="slide78.xml"/><Relationship Id="rId12" Type="http://schemas.openxmlformats.org/officeDocument/2006/relationships/slide" Target="slide114.xml"/><Relationship Id="rId2" Type="http://schemas.openxmlformats.org/officeDocument/2006/relationships/notesSlide" Target="../notesSlides/notesSlide110.xml"/><Relationship Id="rId16" Type="http://schemas.openxmlformats.org/officeDocument/2006/relationships/chart" Target="../charts/chart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7.xml"/><Relationship Id="rId11" Type="http://schemas.openxmlformats.org/officeDocument/2006/relationships/slide" Target="slide106.xml"/><Relationship Id="rId5" Type="http://schemas.openxmlformats.org/officeDocument/2006/relationships/slide" Target="slide174.xml"/><Relationship Id="rId15" Type="http://schemas.openxmlformats.org/officeDocument/2006/relationships/slide" Target="slide112.xml"/><Relationship Id="rId10" Type="http://schemas.openxmlformats.org/officeDocument/2006/relationships/slide" Target="slide102.xml"/><Relationship Id="rId4" Type="http://schemas.openxmlformats.org/officeDocument/2006/relationships/slide" Target="slide46.xml"/><Relationship Id="rId9" Type="http://schemas.openxmlformats.org/officeDocument/2006/relationships/slide" Target="slide126.xml"/><Relationship Id="rId14" Type="http://schemas.openxmlformats.org/officeDocument/2006/relationships/slide" Target="slide111.xml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slide" Target="slide127.xml"/><Relationship Id="rId13" Type="http://schemas.openxmlformats.org/officeDocument/2006/relationships/slide" Target="slide110.xml"/><Relationship Id="rId3" Type="http://schemas.openxmlformats.org/officeDocument/2006/relationships/slide" Target="slide4.xml"/><Relationship Id="rId7" Type="http://schemas.openxmlformats.org/officeDocument/2006/relationships/slide" Target="slide95.xml"/><Relationship Id="rId12" Type="http://schemas.openxmlformats.org/officeDocument/2006/relationships/slide" Target="slide109.xml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9.xml"/><Relationship Id="rId11" Type="http://schemas.openxmlformats.org/officeDocument/2006/relationships/slide" Target="slide115.xml"/><Relationship Id="rId5" Type="http://schemas.openxmlformats.org/officeDocument/2006/relationships/slide" Target="slide238.xml"/><Relationship Id="rId15" Type="http://schemas.openxmlformats.org/officeDocument/2006/relationships/chart" Target="../charts/chart108.xml"/><Relationship Id="rId10" Type="http://schemas.openxmlformats.org/officeDocument/2006/relationships/slide" Target="slide107.xml"/><Relationship Id="rId4" Type="http://schemas.openxmlformats.org/officeDocument/2006/relationships/slide" Target="slide47.xml"/><Relationship Id="rId9" Type="http://schemas.openxmlformats.org/officeDocument/2006/relationships/slide" Target="slide103.xml"/><Relationship Id="rId14" Type="http://schemas.openxmlformats.org/officeDocument/2006/relationships/slide" Target="slide112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slide" Target="slide96.xml"/><Relationship Id="rId13" Type="http://schemas.openxmlformats.org/officeDocument/2006/relationships/slide" Target="slide109.xml"/><Relationship Id="rId3" Type="http://schemas.openxmlformats.org/officeDocument/2006/relationships/slide" Target="slide4.xml"/><Relationship Id="rId7" Type="http://schemas.openxmlformats.org/officeDocument/2006/relationships/slide" Target="slide80.xml"/><Relationship Id="rId12" Type="http://schemas.openxmlformats.org/officeDocument/2006/relationships/slide" Target="slide116.xml"/><Relationship Id="rId2" Type="http://schemas.openxmlformats.org/officeDocument/2006/relationships/notesSlide" Target="../notesSlides/notesSlide112.xml"/><Relationship Id="rId16" Type="http://schemas.openxmlformats.org/officeDocument/2006/relationships/chart" Target="../charts/chart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9.xml"/><Relationship Id="rId11" Type="http://schemas.openxmlformats.org/officeDocument/2006/relationships/slide" Target="slide108.xml"/><Relationship Id="rId5" Type="http://schemas.openxmlformats.org/officeDocument/2006/relationships/slide" Target="slide175.xml"/><Relationship Id="rId15" Type="http://schemas.openxmlformats.org/officeDocument/2006/relationships/slide" Target="slide111.xml"/><Relationship Id="rId10" Type="http://schemas.openxmlformats.org/officeDocument/2006/relationships/slide" Target="slide104.xml"/><Relationship Id="rId4" Type="http://schemas.openxmlformats.org/officeDocument/2006/relationships/slide" Target="slide48.xml"/><Relationship Id="rId9" Type="http://schemas.openxmlformats.org/officeDocument/2006/relationships/slide" Target="slide128.xml"/><Relationship Id="rId14" Type="http://schemas.openxmlformats.org/officeDocument/2006/relationships/slide" Target="slide110.xml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slide" Target="slide97.xml"/><Relationship Id="rId13" Type="http://schemas.openxmlformats.org/officeDocument/2006/relationships/slide" Target="slide114.xml"/><Relationship Id="rId3" Type="http://schemas.openxmlformats.org/officeDocument/2006/relationships/slide" Target="slide4.xml"/><Relationship Id="rId7" Type="http://schemas.openxmlformats.org/officeDocument/2006/relationships/slide" Target="slide81.xml"/><Relationship Id="rId12" Type="http://schemas.openxmlformats.org/officeDocument/2006/relationships/slide" Target="slide109.xml"/><Relationship Id="rId2" Type="http://schemas.openxmlformats.org/officeDocument/2006/relationships/notesSlide" Target="../notesSlides/notesSlide113.xml"/><Relationship Id="rId16" Type="http://schemas.openxmlformats.org/officeDocument/2006/relationships/chart" Target="../charts/chart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0.xml"/><Relationship Id="rId11" Type="http://schemas.openxmlformats.org/officeDocument/2006/relationships/slide" Target="slide105.xml"/><Relationship Id="rId5" Type="http://schemas.openxmlformats.org/officeDocument/2006/relationships/slide" Target="slide176.xml"/><Relationship Id="rId15" Type="http://schemas.openxmlformats.org/officeDocument/2006/relationships/slide" Target="slide116.xml"/><Relationship Id="rId10" Type="http://schemas.openxmlformats.org/officeDocument/2006/relationships/slide" Target="slide101.xml"/><Relationship Id="rId4" Type="http://schemas.openxmlformats.org/officeDocument/2006/relationships/slide" Target="slide49.xml"/><Relationship Id="rId9" Type="http://schemas.openxmlformats.org/officeDocument/2006/relationships/slide" Target="slide129.xml"/><Relationship Id="rId14" Type="http://schemas.openxmlformats.org/officeDocument/2006/relationships/slide" Target="slide115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slide" Target="slide98.xml"/><Relationship Id="rId13" Type="http://schemas.openxmlformats.org/officeDocument/2006/relationships/slide" Target="slide113.xml"/><Relationship Id="rId3" Type="http://schemas.openxmlformats.org/officeDocument/2006/relationships/slide" Target="slide4.xml"/><Relationship Id="rId7" Type="http://schemas.openxmlformats.org/officeDocument/2006/relationships/slide" Target="slide82.xml"/><Relationship Id="rId12" Type="http://schemas.openxmlformats.org/officeDocument/2006/relationships/slide" Target="slide110.xml"/><Relationship Id="rId2" Type="http://schemas.openxmlformats.org/officeDocument/2006/relationships/notesSlide" Target="../notesSlides/notesSlide114.xml"/><Relationship Id="rId16" Type="http://schemas.openxmlformats.org/officeDocument/2006/relationships/chart" Target="../charts/chart11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1.xml"/><Relationship Id="rId11" Type="http://schemas.openxmlformats.org/officeDocument/2006/relationships/slide" Target="slide106.xml"/><Relationship Id="rId5" Type="http://schemas.openxmlformats.org/officeDocument/2006/relationships/slide" Target="slide177.xml"/><Relationship Id="rId15" Type="http://schemas.openxmlformats.org/officeDocument/2006/relationships/slide" Target="slide116.xml"/><Relationship Id="rId10" Type="http://schemas.openxmlformats.org/officeDocument/2006/relationships/slide" Target="slide102.xml"/><Relationship Id="rId4" Type="http://schemas.openxmlformats.org/officeDocument/2006/relationships/slide" Target="slide50.xml"/><Relationship Id="rId9" Type="http://schemas.openxmlformats.org/officeDocument/2006/relationships/slide" Target="slide130.xml"/><Relationship Id="rId14" Type="http://schemas.openxmlformats.org/officeDocument/2006/relationships/slide" Target="slide115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99.xml"/><Relationship Id="rId13" Type="http://schemas.openxmlformats.org/officeDocument/2006/relationships/slide" Target="slide113.xml"/><Relationship Id="rId3" Type="http://schemas.openxmlformats.org/officeDocument/2006/relationships/slide" Target="slide4.xml"/><Relationship Id="rId7" Type="http://schemas.openxmlformats.org/officeDocument/2006/relationships/slide" Target="slide83.xml"/><Relationship Id="rId12" Type="http://schemas.openxmlformats.org/officeDocument/2006/relationships/slide" Target="slide111.xml"/><Relationship Id="rId2" Type="http://schemas.openxmlformats.org/officeDocument/2006/relationships/notesSlide" Target="../notesSlides/notesSlide115.xml"/><Relationship Id="rId16" Type="http://schemas.openxmlformats.org/officeDocument/2006/relationships/chart" Target="../charts/chart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2.xml"/><Relationship Id="rId11" Type="http://schemas.openxmlformats.org/officeDocument/2006/relationships/slide" Target="slide107.xml"/><Relationship Id="rId5" Type="http://schemas.openxmlformats.org/officeDocument/2006/relationships/slide" Target="slide178.xml"/><Relationship Id="rId15" Type="http://schemas.openxmlformats.org/officeDocument/2006/relationships/slide" Target="slide116.xml"/><Relationship Id="rId10" Type="http://schemas.openxmlformats.org/officeDocument/2006/relationships/slide" Target="slide103.xml"/><Relationship Id="rId4" Type="http://schemas.openxmlformats.org/officeDocument/2006/relationships/slide" Target="slide51.xml"/><Relationship Id="rId9" Type="http://schemas.openxmlformats.org/officeDocument/2006/relationships/slide" Target="slide131.xml"/><Relationship Id="rId14" Type="http://schemas.openxmlformats.org/officeDocument/2006/relationships/slide" Target="slide114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slide" Target="slide100.xml"/><Relationship Id="rId13" Type="http://schemas.openxmlformats.org/officeDocument/2006/relationships/slide" Target="slide113.xml"/><Relationship Id="rId3" Type="http://schemas.openxmlformats.org/officeDocument/2006/relationships/slide" Target="slide4.xml"/><Relationship Id="rId7" Type="http://schemas.openxmlformats.org/officeDocument/2006/relationships/slide" Target="slide84.xml"/><Relationship Id="rId12" Type="http://schemas.openxmlformats.org/officeDocument/2006/relationships/slide" Target="slide112.xml"/><Relationship Id="rId2" Type="http://schemas.openxmlformats.org/officeDocument/2006/relationships/notesSlide" Target="../notesSlides/notesSlide116.xml"/><Relationship Id="rId16" Type="http://schemas.openxmlformats.org/officeDocument/2006/relationships/chart" Target="../charts/chart11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3.xml"/><Relationship Id="rId11" Type="http://schemas.openxmlformats.org/officeDocument/2006/relationships/slide" Target="slide108.xml"/><Relationship Id="rId5" Type="http://schemas.openxmlformats.org/officeDocument/2006/relationships/slide" Target="slide179.xml"/><Relationship Id="rId15" Type="http://schemas.openxmlformats.org/officeDocument/2006/relationships/slide" Target="slide115.xml"/><Relationship Id="rId10" Type="http://schemas.openxmlformats.org/officeDocument/2006/relationships/slide" Target="slide104.xml"/><Relationship Id="rId4" Type="http://schemas.openxmlformats.org/officeDocument/2006/relationships/slide" Target="slide52.xml"/><Relationship Id="rId9" Type="http://schemas.openxmlformats.org/officeDocument/2006/relationships/slide" Target="slide132.xml"/><Relationship Id="rId14" Type="http://schemas.openxmlformats.org/officeDocument/2006/relationships/slide" Target="slide114.xml"/></Relationships>
</file>

<file path=ppt/slides/_rels/slide117.xml.rels><?xml version="1.0" encoding="UTF-8" standalone="yes"?>
<Relationships xmlns="http://schemas.openxmlformats.org/package/2006/relationships"><Relationship Id="rId8" Type="http://schemas.openxmlformats.org/officeDocument/2006/relationships/slide" Target="slide85.xml"/><Relationship Id="rId13" Type="http://schemas.openxmlformats.org/officeDocument/2006/relationships/slide" Target="slide118.xml"/><Relationship Id="rId3" Type="http://schemas.openxmlformats.org/officeDocument/2006/relationships/slide" Target="slide4.xml"/><Relationship Id="rId7" Type="http://schemas.openxmlformats.org/officeDocument/2006/relationships/slide" Target="slide69.xml"/><Relationship Id="rId12" Type="http://schemas.openxmlformats.org/officeDocument/2006/relationships/slide" Target="slide129.xml"/><Relationship Id="rId2" Type="http://schemas.openxmlformats.org/officeDocument/2006/relationships/notesSlide" Target="../notesSlides/notesSlide117.xml"/><Relationship Id="rId16" Type="http://schemas.openxmlformats.org/officeDocument/2006/relationships/chart" Target="../charts/chart11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4.xml"/><Relationship Id="rId11" Type="http://schemas.openxmlformats.org/officeDocument/2006/relationships/slide" Target="slide125.xml"/><Relationship Id="rId5" Type="http://schemas.openxmlformats.org/officeDocument/2006/relationships/slide" Target="slide180.xml"/><Relationship Id="rId15" Type="http://schemas.openxmlformats.org/officeDocument/2006/relationships/slide" Target="slide120.xml"/><Relationship Id="rId10" Type="http://schemas.openxmlformats.org/officeDocument/2006/relationships/slide" Target="slide121.xml"/><Relationship Id="rId4" Type="http://schemas.openxmlformats.org/officeDocument/2006/relationships/slide" Target="slide53.xml"/><Relationship Id="rId9" Type="http://schemas.openxmlformats.org/officeDocument/2006/relationships/slide" Target="slide101.xml"/><Relationship Id="rId14" Type="http://schemas.openxmlformats.org/officeDocument/2006/relationships/slide" Target="slide119.xml"/></Relationships>
</file>

<file path=ppt/slides/_rels/slide118.xml.rels><?xml version="1.0" encoding="UTF-8" standalone="yes"?>
<Relationships xmlns="http://schemas.openxmlformats.org/package/2006/relationships"><Relationship Id="rId8" Type="http://schemas.openxmlformats.org/officeDocument/2006/relationships/slide" Target="slide86.xml"/><Relationship Id="rId13" Type="http://schemas.openxmlformats.org/officeDocument/2006/relationships/slide" Target="slide117.xml"/><Relationship Id="rId3" Type="http://schemas.openxmlformats.org/officeDocument/2006/relationships/slide" Target="slide4.xml"/><Relationship Id="rId7" Type="http://schemas.openxmlformats.org/officeDocument/2006/relationships/slide" Target="slide70.xml"/><Relationship Id="rId12" Type="http://schemas.openxmlformats.org/officeDocument/2006/relationships/slide" Target="slide130.xml"/><Relationship Id="rId2" Type="http://schemas.openxmlformats.org/officeDocument/2006/relationships/notesSlide" Target="../notesSlides/notesSlide118.xml"/><Relationship Id="rId16" Type="http://schemas.openxmlformats.org/officeDocument/2006/relationships/chart" Target="../charts/chart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5.xml"/><Relationship Id="rId11" Type="http://schemas.openxmlformats.org/officeDocument/2006/relationships/slide" Target="slide126.xml"/><Relationship Id="rId5" Type="http://schemas.openxmlformats.org/officeDocument/2006/relationships/slide" Target="slide181.xml"/><Relationship Id="rId15" Type="http://schemas.openxmlformats.org/officeDocument/2006/relationships/slide" Target="slide120.xml"/><Relationship Id="rId10" Type="http://schemas.openxmlformats.org/officeDocument/2006/relationships/slide" Target="slide122.xml"/><Relationship Id="rId4" Type="http://schemas.openxmlformats.org/officeDocument/2006/relationships/slide" Target="slide54.xml"/><Relationship Id="rId9" Type="http://schemas.openxmlformats.org/officeDocument/2006/relationships/slide" Target="slide102.xml"/><Relationship Id="rId14" Type="http://schemas.openxmlformats.org/officeDocument/2006/relationships/slide" Target="slide119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slide" Target="slide87.xml"/><Relationship Id="rId13" Type="http://schemas.openxmlformats.org/officeDocument/2006/relationships/slide" Target="slide117.xml"/><Relationship Id="rId3" Type="http://schemas.openxmlformats.org/officeDocument/2006/relationships/slide" Target="slide4.xml"/><Relationship Id="rId7" Type="http://schemas.openxmlformats.org/officeDocument/2006/relationships/slide" Target="slide71.xml"/><Relationship Id="rId12" Type="http://schemas.openxmlformats.org/officeDocument/2006/relationships/slide" Target="slide131.xml"/><Relationship Id="rId2" Type="http://schemas.openxmlformats.org/officeDocument/2006/relationships/notesSlide" Target="../notesSlides/notesSlide119.xml"/><Relationship Id="rId16" Type="http://schemas.openxmlformats.org/officeDocument/2006/relationships/chart" Target="../charts/chart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6.xml"/><Relationship Id="rId11" Type="http://schemas.openxmlformats.org/officeDocument/2006/relationships/slide" Target="slide127.xml"/><Relationship Id="rId5" Type="http://schemas.openxmlformats.org/officeDocument/2006/relationships/slide" Target="slide182.xml"/><Relationship Id="rId15" Type="http://schemas.openxmlformats.org/officeDocument/2006/relationships/slide" Target="slide120.xml"/><Relationship Id="rId10" Type="http://schemas.openxmlformats.org/officeDocument/2006/relationships/slide" Target="slide123.xml"/><Relationship Id="rId4" Type="http://schemas.openxmlformats.org/officeDocument/2006/relationships/slide" Target="slide55.xml"/><Relationship Id="rId9" Type="http://schemas.openxmlformats.org/officeDocument/2006/relationships/slide" Target="slide103.xml"/><Relationship Id="rId14" Type="http://schemas.openxmlformats.org/officeDocument/2006/relationships/slide" Target="slide118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slide" Target="slide88.xml"/><Relationship Id="rId13" Type="http://schemas.openxmlformats.org/officeDocument/2006/relationships/slide" Target="slide117.xml"/><Relationship Id="rId3" Type="http://schemas.openxmlformats.org/officeDocument/2006/relationships/slide" Target="slide4.xml"/><Relationship Id="rId7" Type="http://schemas.openxmlformats.org/officeDocument/2006/relationships/slide" Target="slide72.xml"/><Relationship Id="rId12" Type="http://schemas.openxmlformats.org/officeDocument/2006/relationships/slide" Target="slide132.xml"/><Relationship Id="rId2" Type="http://schemas.openxmlformats.org/officeDocument/2006/relationships/notesSlide" Target="../notesSlides/notesSlide120.xml"/><Relationship Id="rId16" Type="http://schemas.openxmlformats.org/officeDocument/2006/relationships/chart" Target="../charts/chart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7.xml"/><Relationship Id="rId11" Type="http://schemas.openxmlformats.org/officeDocument/2006/relationships/slide" Target="slide128.xml"/><Relationship Id="rId5" Type="http://schemas.openxmlformats.org/officeDocument/2006/relationships/slide" Target="slide183.xml"/><Relationship Id="rId15" Type="http://schemas.openxmlformats.org/officeDocument/2006/relationships/slide" Target="slide119.xml"/><Relationship Id="rId10" Type="http://schemas.openxmlformats.org/officeDocument/2006/relationships/slide" Target="slide124.xml"/><Relationship Id="rId4" Type="http://schemas.openxmlformats.org/officeDocument/2006/relationships/slide" Target="slide56.xml"/><Relationship Id="rId9" Type="http://schemas.openxmlformats.org/officeDocument/2006/relationships/slide" Target="slide104.xml"/><Relationship Id="rId14" Type="http://schemas.openxmlformats.org/officeDocument/2006/relationships/slide" Target="slide118.xml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slide" Target="slide89.xml"/><Relationship Id="rId13" Type="http://schemas.openxmlformats.org/officeDocument/2006/relationships/slide" Target="slide122.xml"/><Relationship Id="rId3" Type="http://schemas.openxmlformats.org/officeDocument/2006/relationships/slide" Target="slide4.xml"/><Relationship Id="rId7" Type="http://schemas.openxmlformats.org/officeDocument/2006/relationships/slide" Target="slide73.xml"/><Relationship Id="rId12" Type="http://schemas.openxmlformats.org/officeDocument/2006/relationships/slide" Target="slide129.xml"/><Relationship Id="rId2" Type="http://schemas.openxmlformats.org/officeDocument/2006/relationships/notesSlide" Target="../notesSlides/notesSlide121.xml"/><Relationship Id="rId16" Type="http://schemas.openxmlformats.org/officeDocument/2006/relationships/chart" Target="../charts/chart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8.xml"/><Relationship Id="rId11" Type="http://schemas.openxmlformats.org/officeDocument/2006/relationships/slide" Target="slide125.xml"/><Relationship Id="rId5" Type="http://schemas.openxmlformats.org/officeDocument/2006/relationships/slide" Target="slide184.xml"/><Relationship Id="rId15" Type="http://schemas.openxmlformats.org/officeDocument/2006/relationships/slide" Target="slide124.xml"/><Relationship Id="rId10" Type="http://schemas.openxmlformats.org/officeDocument/2006/relationships/slide" Target="slide117.xml"/><Relationship Id="rId4" Type="http://schemas.openxmlformats.org/officeDocument/2006/relationships/slide" Target="slide57.xml"/><Relationship Id="rId9" Type="http://schemas.openxmlformats.org/officeDocument/2006/relationships/slide" Target="slide105.xml"/><Relationship Id="rId14" Type="http://schemas.openxmlformats.org/officeDocument/2006/relationships/slide" Target="slide123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slide" Target="slide90.xml"/><Relationship Id="rId13" Type="http://schemas.openxmlformats.org/officeDocument/2006/relationships/slide" Target="slide121.xml"/><Relationship Id="rId3" Type="http://schemas.openxmlformats.org/officeDocument/2006/relationships/slide" Target="slide4.xml"/><Relationship Id="rId7" Type="http://schemas.openxmlformats.org/officeDocument/2006/relationships/slide" Target="slide74.xml"/><Relationship Id="rId12" Type="http://schemas.openxmlformats.org/officeDocument/2006/relationships/slide" Target="slide130.xml"/><Relationship Id="rId2" Type="http://schemas.openxmlformats.org/officeDocument/2006/relationships/notesSlide" Target="../notesSlides/notesSlide122.xml"/><Relationship Id="rId16" Type="http://schemas.openxmlformats.org/officeDocument/2006/relationships/chart" Target="../charts/chart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9.xml"/><Relationship Id="rId11" Type="http://schemas.openxmlformats.org/officeDocument/2006/relationships/slide" Target="slide126.xml"/><Relationship Id="rId5" Type="http://schemas.openxmlformats.org/officeDocument/2006/relationships/slide" Target="slide185.xml"/><Relationship Id="rId15" Type="http://schemas.openxmlformats.org/officeDocument/2006/relationships/slide" Target="slide124.xml"/><Relationship Id="rId10" Type="http://schemas.openxmlformats.org/officeDocument/2006/relationships/slide" Target="slide118.xml"/><Relationship Id="rId4" Type="http://schemas.openxmlformats.org/officeDocument/2006/relationships/slide" Target="slide58.xml"/><Relationship Id="rId9" Type="http://schemas.openxmlformats.org/officeDocument/2006/relationships/slide" Target="slide106.xml"/><Relationship Id="rId14" Type="http://schemas.openxmlformats.org/officeDocument/2006/relationships/slide" Target="slide123.xm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slide" Target="slide91.xml"/><Relationship Id="rId13" Type="http://schemas.openxmlformats.org/officeDocument/2006/relationships/slide" Target="slide121.xml"/><Relationship Id="rId3" Type="http://schemas.openxmlformats.org/officeDocument/2006/relationships/slide" Target="slide4.xml"/><Relationship Id="rId7" Type="http://schemas.openxmlformats.org/officeDocument/2006/relationships/slide" Target="slide75.xml"/><Relationship Id="rId12" Type="http://schemas.openxmlformats.org/officeDocument/2006/relationships/slide" Target="slide131.xml"/><Relationship Id="rId2" Type="http://schemas.openxmlformats.org/officeDocument/2006/relationships/notesSlide" Target="../notesSlides/notesSlide123.xml"/><Relationship Id="rId16" Type="http://schemas.openxmlformats.org/officeDocument/2006/relationships/chart" Target="../charts/chart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0.xml"/><Relationship Id="rId11" Type="http://schemas.openxmlformats.org/officeDocument/2006/relationships/slide" Target="slide127.xml"/><Relationship Id="rId5" Type="http://schemas.openxmlformats.org/officeDocument/2006/relationships/slide" Target="slide186.xml"/><Relationship Id="rId15" Type="http://schemas.openxmlformats.org/officeDocument/2006/relationships/slide" Target="slide124.xml"/><Relationship Id="rId10" Type="http://schemas.openxmlformats.org/officeDocument/2006/relationships/slide" Target="slide119.xml"/><Relationship Id="rId4" Type="http://schemas.openxmlformats.org/officeDocument/2006/relationships/slide" Target="slide59.xml"/><Relationship Id="rId9" Type="http://schemas.openxmlformats.org/officeDocument/2006/relationships/slide" Target="slide107.xml"/><Relationship Id="rId14" Type="http://schemas.openxmlformats.org/officeDocument/2006/relationships/slide" Target="slide122.xml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slide" Target="slide92.xml"/><Relationship Id="rId13" Type="http://schemas.openxmlformats.org/officeDocument/2006/relationships/slide" Target="slide121.xml"/><Relationship Id="rId3" Type="http://schemas.openxmlformats.org/officeDocument/2006/relationships/slide" Target="slide4.xml"/><Relationship Id="rId7" Type="http://schemas.openxmlformats.org/officeDocument/2006/relationships/slide" Target="slide76.xml"/><Relationship Id="rId12" Type="http://schemas.openxmlformats.org/officeDocument/2006/relationships/slide" Target="slide132.xml"/><Relationship Id="rId2" Type="http://schemas.openxmlformats.org/officeDocument/2006/relationships/notesSlide" Target="../notesSlides/notesSlide124.xml"/><Relationship Id="rId16" Type="http://schemas.openxmlformats.org/officeDocument/2006/relationships/chart" Target="../charts/chart1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1.xml"/><Relationship Id="rId11" Type="http://schemas.openxmlformats.org/officeDocument/2006/relationships/slide" Target="slide128.xml"/><Relationship Id="rId5" Type="http://schemas.openxmlformats.org/officeDocument/2006/relationships/slide" Target="slide187.xml"/><Relationship Id="rId15" Type="http://schemas.openxmlformats.org/officeDocument/2006/relationships/slide" Target="slide123.xml"/><Relationship Id="rId10" Type="http://schemas.openxmlformats.org/officeDocument/2006/relationships/slide" Target="slide120.xml"/><Relationship Id="rId4" Type="http://schemas.openxmlformats.org/officeDocument/2006/relationships/slide" Target="slide60.xml"/><Relationship Id="rId9" Type="http://schemas.openxmlformats.org/officeDocument/2006/relationships/slide" Target="slide108.xml"/><Relationship Id="rId14" Type="http://schemas.openxmlformats.org/officeDocument/2006/relationships/slide" Target="slide122.xml"/></Relationships>
</file>

<file path=ppt/slides/_rels/slide125.xml.rels><?xml version="1.0" encoding="UTF-8" standalone="yes"?>
<Relationships xmlns="http://schemas.openxmlformats.org/package/2006/relationships"><Relationship Id="rId8" Type="http://schemas.openxmlformats.org/officeDocument/2006/relationships/slide" Target="slide93.xml"/><Relationship Id="rId13" Type="http://schemas.openxmlformats.org/officeDocument/2006/relationships/slide" Target="slide126.xml"/><Relationship Id="rId3" Type="http://schemas.openxmlformats.org/officeDocument/2006/relationships/slide" Target="slide4.xml"/><Relationship Id="rId7" Type="http://schemas.openxmlformats.org/officeDocument/2006/relationships/slide" Target="slide77.xml"/><Relationship Id="rId12" Type="http://schemas.openxmlformats.org/officeDocument/2006/relationships/slide" Target="slide129.xml"/><Relationship Id="rId2" Type="http://schemas.openxmlformats.org/officeDocument/2006/relationships/notesSlide" Target="../notesSlides/notesSlide125.xml"/><Relationship Id="rId16" Type="http://schemas.openxmlformats.org/officeDocument/2006/relationships/chart" Target="../charts/chart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2.xml"/><Relationship Id="rId11" Type="http://schemas.openxmlformats.org/officeDocument/2006/relationships/slide" Target="slide121.xml"/><Relationship Id="rId5" Type="http://schemas.openxmlformats.org/officeDocument/2006/relationships/slide" Target="slide188.xml"/><Relationship Id="rId15" Type="http://schemas.openxmlformats.org/officeDocument/2006/relationships/slide" Target="slide128.xml"/><Relationship Id="rId10" Type="http://schemas.openxmlformats.org/officeDocument/2006/relationships/slide" Target="slide117.xml"/><Relationship Id="rId4" Type="http://schemas.openxmlformats.org/officeDocument/2006/relationships/slide" Target="slide61.xml"/><Relationship Id="rId9" Type="http://schemas.openxmlformats.org/officeDocument/2006/relationships/slide" Target="slide109.xml"/><Relationship Id="rId14" Type="http://schemas.openxmlformats.org/officeDocument/2006/relationships/slide" Target="slide127.xml"/></Relationships>
</file>

<file path=ppt/slides/_rels/slide126.xml.rels><?xml version="1.0" encoding="UTF-8" standalone="yes"?>
<Relationships xmlns="http://schemas.openxmlformats.org/package/2006/relationships"><Relationship Id="rId8" Type="http://schemas.openxmlformats.org/officeDocument/2006/relationships/slide" Target="slide94.xml"/><Relationship Id="rId13" Type="http://schemas.openxmlformats.org/officeDocument/2006/relationships/slide" Target="slide125.xml"/><Relationship Id="rId3" Type="http://schemas.openxmlformats.org/officeDocument/2006/relationships/slide" Target="slide4.xml"/><Relationship Id="rId7" Type="http://schemas.openxmlformats.org/officeDocument/2006/relationships/slide" Target="slide78.xml"/><Relationship Id="rId12" Type="http://schemas.openxmlformats.org/officeDocument/2006/relationships/slide" Target="slide130.xml"/><Relationship Id="rId2" Type="http://schemas.openxmlformats.org/officeDocument/2006/relationships/notesSlide" Target="../notesSlides/notesSlide126.xml"/><Relationship Id="rId16" Type="http://schemas.openxmlformats.org/officeDocument/2006/relationships/chart" Target="../charts/chart1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3.xml"/><Relationship Id="rId11" Type="http://schemas.openxmlformats.org/officeDocument/2006/relationships/slide" Target="slide122.xml"/><Relationship Id="rId5" Type="http://schemas.openxmlformats.org/officeDocument/2006/relationships/slide" Target="slide189.xml"/><Relationship Id="rId15" Type="http://schemas.openxmlformats.org/officeDocument/2006/relationships/slide" Target="slide128.xml"/><Relationship Id="rId10" Type="http://schemas.openxmlformats.org/officeDocument/2006/relationships/slide" Target="slide118.xml"/><Relationship Id="rId4" Type="http://schemas.openxmlformats.org/officeDocument/2006/relationships/slide" Target="slide62.xml"/><Relationship Id="rId9" Type="http://schemas.openxmlformats.org/officeDocument/2006/relationships/slide" Target="slide110.xml"/><Relationship Id="rId14" Type="http://schemas.openxmlformats.org/officeDocument/2006/relationships/slide" Target="slide127.xml"/></Relationships>
</file>

<file path=ppt/slides/_rels/slide127.xml.rels><?xml version="1.0" encoding="UTF-8" standalone="yes"?>
<Relationships xmlns="http://schemas.openxmlformats.org/package/2006/relationships"><Relationship Id="rId8" Type="http://schemas.openxmlformats.org/officeDocument/2006/relationships/slide" Target="slide95.xml"/><Relationship Id="rId13" Type="http://schemas.openxmlformats.org/officeDocument/2006/relationships/slide" Target="slide125.xml"/><Relationship Id="rId3" Type="http://schemas.openxmlformats.org/officeDocument/2006/relationships/slide" Target="slide4.xml"/><Relationship Id="rId7" Type="http://schemas.openxmlformats.org/officeDocument/2006/relationships/slide" Target="slide79.xml"/><Relationship Id="rId12" Type="http://schemas.openxmlformats.org/officeDocument/2006/relationships/slide" Target="slide131.xml"/><Relationship Id="rId2" Type="http://schemas.openxmlformats.org/officeDocument/2006/relationships/notesSlide" Target="../notesSlides/notesSlide127.xml"/><Relationship Id="rId16" Type="http://schemas.openxmlformats.org/officeDocument/2006/relationships/chart" Target="../charts/chart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4.xml"/><Relationship Id="rId11" Type="http://schemas.openxmlformats.org/officeDocument/2006/relationships/slide" Target="slide123.xml"/><Relationship Id="rId5" Type="http://schemas.openxmlformats.org/officeDocument/2006/relationships/slide" Target="slide190.xml"/><Relationship Id="rId15" Type="http://schemas.openxmlformats.org/officeDocument/2006/relationships/slide" Target="slide128.xml"/><Relationship Id="rId10" Type="http://schemas.openxmlformats.org/officeDocument/2006/relationships/slide" Target="slide119.xml"/><Relationship Id="rId4" Type="http://schemas.openxmlformats.org/officeDocument/2006/relationships/slide" Target="slide63.xml"/><Relationship Id="rId9" Type="http://schemas.openxmlformats.org/officeDocument/2006/relationships/slide" Target="slide111.xml"/><Relationship Id="rId14" Type="http://schemas.openxmlformats.org/officeDocument/2006/relationships/slide" Target="slide126.xml"/></Relationships>
</file>

<file path=ppt/slides/_rels/slide128.xml.rels><?xml version="1.0" encoding="UTF-8" standalone="yes"?>
<Relationships xmlns="http://schemas.openxmlformats.org/package/2006/relationships"><Relationship Id="rId8" Type="http://schemas.openxmlformats.org/officeDocument/2006/relationships/slide" Target="slide96.xml"/><Relationship Id="rId13" Type="http://schemas.openxmlformats.org/officeDocument/2006/relationships/slide" Target="slide125.xml"/><Relationship Id="rId3" Type="http://schemas.openxmlformats.org/officeDocument/2006/relationships/slide" Target="slide4.xml"/><Relationship Id="rId7" Type="http://schemas.openxmlformats.org/officeDocument/2006/relationships/slide" Target="slide80.xml"/><Relationship Id="rId12" Type="http://schemas.openxmlformats.org/officeDocument/2006/relationships/slide" Target="slide132.xml"/><Relationship Id="rId2" Type="http://schemas.openxmlformats.org/officeDocument/2006/relationships/notesSlide" Target="../notesSlides/notesSlide128.xml"/><Relationship Id="rId16" Type="http://schemas.openxmlformats.org/officeDocument/2006/relationships/chart" Target="../charts/chart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5.xml"/><Relationship Id="rId11" Type="http://schemas.openxmlformats.org/officeDocument/2006/relationships/slide" Target="slide124.xml"/><Relationship Id="rId5" Type="http://schemas.openxmlformats.org/officeDocument/2006/relationships/slide" Target="slide191.xml"/><Relationship Id="rId15" Type="http://schemas.openxmlformats.org/officeDocument/2006/relationships/slide" Target="slide127.xml"/><Relationship Id="rId10" Type="http://schemas.openxmlformats.org/officeDocument/2006/relationships/slide" Target="slide120.xml"/><Relationship Id="rId4" Type="http://schemas.openxmlformats.org/officeDocument/2006/relationships/slide" Target="slide64.xml"/><Relationship Id="rId9" Type="http://schemas.openxmlformats.org/officeDocument/2006/relationships/slide" Target="slide112.xml"/><Relationship Id="rId14" Type="http://schemas.openxmlformats.org/officeDocument/2006/relationships/slide" Target="slide126.xml"/></Relationships>
</file>

<file path=ppt/slides/_rels/slide129.xml.rels><?xml version="1.0" encoding="UTF-8" standalone="yes"?>
<Relationships xmlns="http://schemas.openxmlformats.org/package/2006/relationships"><Relationship Id="rId8" Type="http://schemas.openxmlformats.org/officeDocument/2006/relationships/slide" Target="slide97.xml"/><Relationship Id="rId13" Type="http://schemas.openxmlformats.org/officeDocument/2006/relationships/slide" Target="slide130.xml"/><Relationship Id="rId3" Type="http://schemas.openxmlformats.org/officeDocument/2006/relationships/slide" Target="slide4.xml"/><Relationship Id="rId7" Type="http://schemas.openxmlformats.org/officeDocument/2006/relationships/slide" Target="slide81.xml"/><Relationship Id="rId12" Type="http://schemas.openxmlformats.org/officeDocument/2006/relationships/slide" Target="slide125.xml"/><Relationship Id="rId2" Type="http://schemas.openxmlformats.org/officeDocument/2006/relationships/notesSlide" Target="../notesSlides/notesSlide129.xml"/><Relationship Id="rId16" Type="http://schemas.openxmlformats.org/officeDocument/2006/relationships/chart" Target="../charts/chart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6.xml"/><Relationship Id="rId11" Type="http://schemas.openxmlformats.org/officeDocument/2006/relationships/slide" Target="slide121.xml"/><Relationship Id="rId5" Type="http://schemas.openxmlformats.org/officeDocument/2006/relationships/slide" Target="slide192.xml"/><Relationship Id="rId15" Type="http://schemas.openxmlformats.org/officeDocument/2006/relationships/slide" Target="slide132.xml"/><Relationship Id="rId10" Type="http://schemas.openxmlformats.org/officeDocument/2006/relationships/slide" Target="slide117.xml"/><Relationship Id="rId4" Type="http://schemas.openxmlformats.org/officeDocument/2006/relationships/slide" Target="slide65.xml"/><Relationship Id="rId9" Type="http://schemas.openxmlformats.org/officeDocument/2006/relationships/slide" Target="slide113.xml"/><Relationship Id="rId14" Type="http://schemas.openxmlformats.org/officeDocument/2006/relationships/slide" Target="slide131.xml"/></Relationships>
</file>

<file path=ppt/slides/_rels/slide130.xml.rels><?xml version="1.0" encoding="UTF-8" standalone="yes"?>
<Relationships xmlns="http://schemas.openxmlformats.org/package/2006/relationships"><Relationship Id="rId8" Type="http://schemas.openxmlformats.org/officeDocument/2006/relationships/slide" Target="slide98.xml"/><Relationship Id="rId13" Type="http://schemas.openxmlformats.org/officeDocument/2006/relationships/slide" Target="slide129.xml"/><Relationship Id="rId3" Type="http://schemas.openxmlformats.org/officeDocument/2006/relationships/slide" Target="slide4.xml"/><Relationship Id="rId7" Type="http://schemas.openxmlformats.org/officeDocument/2006/relationships/slide" Target="slide82.xml"/><Relationship Id="rId12" Type="http://schemas.openxmlformats.org/officeDocument/2006/relationships/slide" Target="slide126.xml"/><Relationship Id="rId2" Type="http://schemas.openxmlformats.org/officeDocument/2006/relationships/notesSlide" Target="../notesSlides/notesSlide130.xml"/><Relationship Id="rId16" Type="http://schemas.openxmlformats.org/officeDocument/2006/relationships/chart" Target="../charts/chart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7.xml"/><Relationship Id="rId11" Type="http://schemas.openxmlformats.org/officeDocument/2006/relationships/slide" Target="slide122.xml"/><Relationship Id="rId5" Type="http://schemas.openxmlformats.org/officeDocument/2006/relationships/slide" Target="slide193.xml"/><Relationship Id="rId15" Type="http://schemas.openxmlformats.org/officeDocument/2006/relationships/slide" Target="slide132.xml"/><Relationship Id="rId10" Type="http://schemas.openxmlformats.org/officeDocument/2006/relationships/slide" Target="slide118.xml"/><Relationship Id="rId4" Type="http://schemas.openxmlformats.org/officeDocument/2006/relationships/slide" Target="slide66.xml"/><Relationship Id="rId9" Type="http://schemas.openxmlformats.org/officeDocument/2006/relationships/slide" Target="slide114.xml"/><Relationship Id="rId14" Type="http://schemas.openxmlformats.org/officeDocument/2006/relationships/slide" Target="slide131.xml"/></Relationships>
</file>

<file path=ppt/slides/_rels/slide131.xml.rels><?xml version="1.0" encoding="UTF-8" standalone="yes"?>
<Relationships xmlns="http://schemas.openxmlformats.org/package/2006/relationships"><Relationship Id="rId8" Type="http://schemas.openxmlformats.org/officeDocument/2006/relationships/slide" Target="slide99.xml"/><Relationship Id="rId13" Type="http://schemas.openxmlformats.org/officeDocument/2006/relationships/slide" Target="slide129.xml"/><Relationship Id="rId3" Type="http://schemas.openxmlformats.org/officeDocument/2006/relationships/slide" Target="slide4.xml"/><Relationship Id="rId7" Type="http://schemas.openxmlformats.org/officeDocument/2006/relationships/slide" Target="slide83.xml"/><Relationship Id="rId12" Type="http://schemas.openxmlformats.org/officeDocument/2006/relationships/slide" Target="slide127.xml"/><Relationship Id="rId2" Type="http://schemas.openxmlformats.org/officeDocument/2006/relationships/notesSlide" Target="../notesSlides/notesSlide131.xml"/><Relationship Id="rId16" Type="http://schemas.openxmlformats.org/officeDocument/2006/relationships/chart" Target="../charts/chart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8.xml"/><Relationship Id="rId11" Type="http://schemas.openxmlformats.org/officeDocument/2006/relationships/slide" Target="slide123.xml"/><Relationship Id="rId5" Type="http://schemas.openxmlformats.org/officeDocument/2006/relationships/slide" Target="slide194.xml"/><Relationship Id="rId15" Type="http://schemas.openxmlformats.org/officeDocument/2006/relationships/slide" Target="slide132.xml"/><Relationship Id="rId10" Type="http://schemas.openxmlformats.org/officeDocument/2006/relationships/slide" Target="slide119.xml"/><Relationship Id="rId4" Type="http://schemas.openxmlformats.org/officeDocument/2006/relationships/slide" Target="slide67.xml"/><Relationship Id="rId9" Type="http://schemas.openxmlformats.org/officeDocument/2006/relationships/slide" Target="slide115.xml"/><Relationship Id="rId14" Type="http://schemas.openxmlformats.org/officeDocument/2006/relationships/slide" Target="slide130.xml"/></Relationships>
</file>

<file path=ppt/slides/_rels/slide132.xml.rels><?xml version="1.0" encoding="UTF-8" standalone="yes"?>
<Relationships xmlns="http://schemas.openxmlformats.org/package/2006/relationships"><Relationship Id="rId8" Type="http://schemas.openxmlformats.org/officeDocument/2006/relationships/slide" Target="slide100.xml"/><Relationship Id="rId13" Type="http://schemas.openxmlformats.org/officeDocument/2006/relationships/slide" Target="slide129.xml"/><Relationship Id="rId3" Type="http://schemas.openxmlformats.org/officeDocument/2006/relationships/slide" Target="slide4.xml"/><Relationship Id="rId7" Type="http://schemas.openxmlformats.org/officeDocument/2006/relationships/slide" Target="slide84.xml"/><Relationship Id="rId12" Type="http://schemas.openxmlformats.org/officeDocument/2006/relationships/slide" Target="slide128.xml"/><Relationship Id="rId2" Type="http://schemas.openxmlformats.org/officeDocument/2006/relationships/notesSlide" Target="../notesSlides/notesSlide132.xml"/><Relationship Id="rId16" Type="http://schemas.openxmlformats.org/officeDocument/2006/relationships/chart" Target="../charts/chart1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9.xml"/><Relationship Id="rId11" Type="http://schemas.openxmlformats.org/officeDocument/2006/relationships/slide" Target="slide124.xml"/><Relationship Id="rId5" Type="http://schemas.openxmlformats.org/officeDocument/2006/relationships/slide" Target="slide195.xml"/><Relationship Id="rId15" Type="http://schemas.openxmlformats.org/officeDocument/2006/relationships/slide" Target="slide131.xml"/><Relationship Id="rId10" Type="http://schemas.openxmlformats.org/officeDocument/2006/relationships/slide" Target="slide120.xml"/><Relationship Id="rId4" Type="http://schemas.openxmlformats.org/officeDocument/2006/relationships/slide" Target="slide68.xml"/><Relationship Id="rId9" Type="http://schemas.openxmlformats.org/officeDocument/2006/relationships/slide" Target="slide116.xml"/><Relationship Id="rId14" Type="http://schemas.openxmlformats.org/officeDocument/2006/relationships/slide" Target="slide130.xm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slide" Target="slide165.xml"/><Relationship Id="rId13" Type="http://schemas.openxmlformats.org/officeDocument/2006/relationships/slide" Target="slide134.xml"/><Relationship Id="rId3" Type="http://schemas.openxmlformats.org/officeDocument/2006/relationships/slide" Target="slide4.xml"/><Relationship Id="rId7" Type="http://schemas.openxmlformats.org/officeDocument/2006/relationships/slide" Target="slide149.xml"/><Relationship Id="rId12" Type="http://schemas.openxmlformats.org/officeDocument/2006/relationships/slide" Target="slide145.xml"/><Relationship Id="rId2" Type="http://schemas.openxmlformats.org/officeDocument/2006/relationships/notesSlide" Target="../notesSlides/notesSlide133.xml"/><Relationship Id="rId16" Type="http://schemas.openxmlformats.org/officeDocument/2006/relationships/chart" Target="../charts/chart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6.xml"/><Relationship Id="rId11" Type="http://schemas.openxmlformats.org/officeDocument/2006/relationships/slide" Target="slide141.xml"/><Relationship Id="rId5" Type="http://schemas.openxmlformats.org/officeDocument/2006/relationships/slide" Target="slide69.xml"/><Relationship Id="rId15" Type="http://schemas.openxmlformats.org/officeDocument/2006/relationships/slide" Target="slide136.xml"/><Relationship Id="rId10" Type="http://schemas.openxmlformats.org/officeDocument/2006/relationships/slide" Target="slide137.xml"/><Relationship Id="rId4" Type="http://schemas.openxmlformats.org/officeDocument/2006/relationships/slide" Target="slide5.xml"/><Relationship Id="rId9" Type="http://schemas.openxmlformats.org/officeDocument/2006/relationships/slide" Target="slide180.xml"/><Relationship Id="rId14" Type="http://schemas.openxmlformats.org/officeDocument/2006/relationships/slide" Target="slide135.xml"/></Relationships>
</file>

<file path=ppt/slides/_rels/slide134.xml.rels><?xml version="1.0" encoding="UTF-8" standalone="yes"?>
<Relationships xmlns="http://schemas.openxmlformats.org/package/2006/relationships"><Relationship Id="rId8" Type="http://schemas.openxmlformats.org/officeDocument/2006/relationships/slide" Target="slide166.xml"/><Relationship Id="rId13" Type="http://schemas.openxmlformats.org/officeDocument/2006/relationships/slide" Target="slide133.xml"/><Relationship Id="rId3" Type="http://schemas.openxmlformats.org/officeDocument/2006/relationships/slide" Target="slide4.xml"/><Relationship Id="rId7" Type="http://schemas.openxmlformats.org/officeDocument/2006/relationships/slide" Target="slide150.xml"/><Relationship Id="rId12" Type="http://schemas.openxmlformats.org/officeDocument/2006/relationships/slide" Target="slide146.xml"/><Relationship Id="rId2" Type="http://schemas.openxmlformats.org/officeDocument/2006/relationships/notesSlide" Target="../notesSlides/notesSlide134.xml"/><Relationship Id="rId16" Type="http://schemas.openxmlformats.org/officeDocument/2006/relationships/chart" Target="../charts/chart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7.xml"/><Relationship Id="rId11" Type="http://schemas.openxmlformats.org/officeDocument/2006/relationships/slide" Target="slide142.xml"/><Relationship Id="rId5" Type="http://schemas.openxmlformats.org/officeDocument/2006/relationships/slide" Target="slide70.xml"/><Relationship Id="rId15" Type="http://schemas.openxmlformats.org/officeDocument/2006/relationships/slide" Target="slide136.xml"/><Relationship Id="rId10" Type="http://schemas.openxmlformats.org/officeDocument/2006/relationships/slide" Target="slide138.xml"/><Relationship Id="rId4" Type="http://schemas.openxmlformats.org/officeDocument/2006/relationships/slide" Target="slide6.xml"/><Relationship Id="rId9" Type="http://schemas.openxmlformats.org/officeDocument/2006/relationships/slide" Target="slide181.xml"/><Relationship Id="rId14" Type="http://schemas.openxmlformats.org/officeDocument/2006/relationships/slide" Target="slide135.xml"/></Relationships>
</file>

<file path=ppt/slides/_rels/slide135.xml.rels><?xml version="1.0" encoding="UTF-8" standalone="yes"?>
<Relationships xmlns="http://schemas.openxmlformats.org/package/2006/relationships"><Relationship Id="rId8" Type="http://schemas.openxmlformats.org/officeDocument/2006/relationships/slide" Target="slide167.xml"/><Relationship Id="rId13" Type="http://schemas.openxmlformats.org/officeDocument/2006/relationships/slide" Target="slide133.xml"/><Relationship Id="rId3" Type="http://schemas.openxmlformats.org/officeDocument/2006/relationships/slide" Target="slide4.xml"/><Relationship Id="rId7" Type="http://schemas.openxmlformats.org/officeDocument/2006/relationships/slide" Target="slide151.xml"/><Relationship Id="rId12" Type="http://schemas.openxmlformats.org/officeDocument/2006/relationships/slide" Target="slide147.xml"/><Relationship Id="rId2" Type="http://schemas.openxmlformats.org/officeDocument/2006/relationships/notesSlide" Target="../notesSlides/notesSlide135.xml"/><Relationship Id="rId16" Type="http://schemas.openxmlformats.org/officeDocument/2006/relationships/chart" Target="../charts/chart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8.xml"/><Relationship Id="rId11" Type="http://schemas.openxmlformats.org/officeDocument/2006/relationships/slide" Target="slide143.xml"/><Relationship Id="rId5" Type="http://schemas.openxmlformats.org/officeDocument/2006/relationships/slide" Target="slide71.xml"/><Relationship Id="rId15" Type="http://schemas.openxmlformats.org/officeDocument/2006/relationships/slide" Target="slide136.xml"/><Relationship Id="rId10" Type="http://schemas.openxmlformats.org/officeDocument/2006/relationships/slide" Target="slide139.xml"/><Relationship Id="rId4" Type="http://schemas.openxmlformats.org/officeDocument/2006/relationships/slide" Target="slide7.xml"/><Relationship Id="rId9" Type="http://schemas.openxmlformats.org/officeDocument/2006/relationships/slide" Target="slide182.xml"/><Relationship Id="rId14" Type="http://schemas.openxmlformats.org/officeDocument/2006/relationships/slide" Target="slide134.xml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slide" Target="slide168.xml"/><Relationship Id="rId13" Type="http://schemas.openxmlformats.org/officeDocument/2006/relationships/slide" Target="slide133.xml"/><Relationship Id="rId3" Type="http://schemas.openxmlformats.org/officeDocument/2006/relationships/slide" Target="slide4.xml"/><Relationship Id="rId7" Type="http://schemas.openxmlformats.org/officeDocument/2006/relationships/slide" Target="slide152.xml"/><Relationship Id="rId12" Type="http://schemas.openxmlformats.org/officeDocument/2006/relationships/slide" Target="slide148.xml"/><Relationship Id="rId2" Type="http://schemas.openxmlformats.org/officeDocument/2006/relationships/notesSlide" Target="../notesSlides/notesSlide136.xml"/><Relationship Id="rId16" Type="http://schemas.openxmlformats.org/officeDocument/2006/relationships/chart" Target="../charts/chart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9.xml"/><Relationship Id="rId11" Type="http://schemas.openxmlformats.org/officeDocument/2006/relationships/slide" Target="slide144.xml"/><Relationship Id="rId5" Type="http://schemas.openxmlformats.org/officeDocument/2006/relationships/slide" Target="slide72.xml"/><Relationship Id="rId15" Type="http://schemas.openxmlformats.org/officeDocument/2006/relationships/slide" Target="slide135.xml"/><Relationship Id="rId10" Type="http://schemas.openxmlformats.org/officeDocument/2006/relationships/slide" Target="slide140.xml"/><Relationship Id="rId4" Type="http://schemas.openxmlformats.org/officeDocument/2006/relationships/slide" Target="slide8.xml"/><Relationship Id="rId9" Type="http://schemas.openxmlformats.org/officeDocument/2006/relationships/slide" Target="slide183.xml"/><Relationship Id="rId14" Type="http://schemas.openxmlformats.org/officeDocument/2006/relationships/slide" Target="slide134.xml"/></Relationships>
</file>

<file path=ppt/slides/_rels/slide137.xml.rels><?xml version="1.0" encoding="UTF-8" standalone="yes"?>
<Relationships xmlns="http://schemas.openxmlformats.org/package/2006/relationships"><Relationship Id="rId8" Type="http://schemas.openxmlformats.org/officeDocument/2006/relationships/slide" Target="slide169.xml"/><Relationship Id="rId13" Type="http://schemas.openxmlformats.org/officeDocument/2006/relationships/slide" Target="slide138.xml"/><Relationship Id="rId3" Type="http://schemas.openxmlformats.org/officeDocument/2006/relationships/slide" Target="slide4.xml"/><Relationship Id="rId7" Type="http://schemas.openxmlformats.org/officeDocument/2006/relationships/slide" Target="slide153.xml"/><Relationship Id="rId12" Type="http://schemas.openxmlformats.org/officeDocument/2006/relationships/slide" Target="slide145.xml"/><Relationship Id="rId2" Type="http://schemas.openxmlformats.org/officeDocument/2006/relationships/notesSlide" Target="../notesSlides/notesSlide137.xml"/><Relationship Id="rId16" Type="http://schemas.openxmlformats.org/officeDocument/2006/relationships/chart" Target="../charts/chart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0.xml"/><Relationship Id="rId11" Type="http://schemas.openxmlformats.org/officeDocument/2006/relationships/slide" Target="slide141.xml"/><Relationship Id="rId5" Type="http://schemas.openxmlformats.org/officeDocument/2006/relationships/slide" Target="slide73.xml"/><Relationship Id="rId15" Type="http://schemas.openxmlformats.org/officeDocument/2006/relationships/slide" Target="slide140.xml"/><Relationship Id="rId10" Type="http://schemas.openxmlformats.org/officeDocument/2006/relationships/slide" Target="slide133.xml"/><Relationship Id="rId4" Type="http://schemas.openxmlformats.org/officeDocument/2006/relationships/slide" Target="slide9.xml"/><Relationship Id="rId9" Type="http://schemas.openxmlformats.org/officeDocument/2006/relationships/slide" Target="slide184.xml"/><Relationship Id="rId14" Type="http://schemas.openxmlformats.org/officeDocument/2006/relationships/slide" Target="slide139.xml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slide" Target="slide170.xml"/><Relationship Id="rId13" Type="http://schemas.openxmlformats.org/officeDocument/2006/relationships/slide" Target="slide137.xml"/><Relationship Id="rId3" Type="http://schemas.openxmlformats.org/officeDocument/2006/relationships/slide" Target="slide4.xml"/><Relationship Id="rId7" Type="http://schemas.openxmlformats.org/officeDocument/2006/relationships/slide" Target="slide154.xml"/><Relationship Id="rId12" Type="http://schemas.openxmlformats.org/officeDocument/2006/relationships/slide" Target="slide146.xml"/><Relationship Id="rId2" Type="http://schemas.openxmlformats.org/officeDocument/2006/relationships/notesSlide" Target="../notesSlides/notesSlide138.xml"/><Relationship Id="rId16" Type="http://schemas.openxmlformats.org/officeDocument/2006/relationships/chart" Target="../charts/chart1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1.xml"/><Relationship Id="rId11" Type="http://schemas.openxmlformats.org/officeDocument/2006/relationships/slide" Target="slide142.xml"/><Relationship Id="rId5" Type="http://schemas.openxmlformats.org/officeDocument/2006/relationships/slide" Target="slide74.xml"/><Relationship Id="rId15" Type="http://schemas.openxmlformats.org/officeDocument/2006/relationships/slide" Target="slide140.xml"/><Relationship Id="rId10" Type="http://schemas.openxmlformats.org/officeDocument/2006/relationships/slide" Target="slide134.xml"/><Relationship Id="rId4" Type="http://schemas.openxmlformats.org/officeDocument/2006/relationships/slide" Target="slide10.xml"/><Relationship Id="rId9" Type="http://schemas.openxmlformats.org/officeDocument/2006/relationships/slide" Target="slide185.xml"/><Relationship Id="rId14" Type="http://schemas.openxmlformats.org/officeDocument/2006/relationships/slide" Target="slide139.xml"/></Relationships>
</file>

<file path=ppt/slides/_rels/slide139.xml.rels><?xml version="1.0" encoding="UTF-8" standalone="yes"?>
<Relationships xmlns="http://schemas.openxmlformats.org/package/2006/relationships"><Relationship Id="rId8" Type="http://schemas.openxmlformats.org/officeDocument/2006/relationships/slide" Target="slide171.xml"/><Relationship Id="rId13" Type="http://schemas.openxmlformats.org/officeDocument/2006/relationships/slide" Target="slide137.xml"/><Relationship Id="rId3" Type="http://schemas.openxmlformats.org/officeDocument/2006/relationships/slide" Target="slide4.xml"/><Relationship Id="rId7" Type="http://schemas.openxmlformats.org/officeDocument/2006/relationships/slide" Target="slide155.xml"/><Relationship Id="rId12" Type="http://schemas.openxmlformats.org/officeDocument/2006/relationships/slide" Target="slide147.xml"/><Relationship Id="rId2" Type="http://schemas.openxmlformats.org/officeDocument/2006/relationships/notesSlide" Target="../notesSlides/notesSlide139.xml"/><Relationship Id="rId16" Type="http://schemas.openxmlformats.org/officeDocument/2006/relationships/chart" Target="../charts/chart1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2.xml"/><Relationship Id="rId11" Type="http://schemas.openxmlformats.org/officeDocument/2006/relationships/slide" Target="slide143.xml"/><Relationship Id="rId5" Type="http://schemas.openxmlformats.org/officeDocument/2006/relationships/slide" Target="slide75.xml"/><Relationship Id="rId15" Type="http://schemas.openxmlformats.org/officeDocument/2006/relationships/slide" Target="slide140.xml"/><Relationship Id="rId10" Type="http://schemas.openxmlformats.org/officeDocument/2006/relationships/slide" Target="slide135.xml"/><Relationship Id="rId4" Type="http://schemas.openxmlformats.org/officeDocument/2006/relationships/slide" Target="slide11.xml"/><Relationship Id="rId9" Type="http://schemas.openxmlformats.org/officeDocument/2006/relationships/slide" Target="slide186.xml"/><Relationship Id="rId14" Type="http://schemas.openxmlformats.org/officeDocument/2006/relationships/slide" Target="slide138.xml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slide" Target="slide172.xml"/><Relationship Id="rId13" Type="http://schemas.openxmlformats.org/officeDocument/2006/relationships/slide" Target="slide137.xml"/><Relationship Id="rId3" Type="http://schemas.openxmlformats.org/officeDocument/2006/relationships/slide" Target="slide4.xml"/><Relationship Id="rId7" Type="http://schemas.openxmlformats.org/officeDocument/2006/relationships/slide" Target="slide156.xml"/><Relationship Id="rId12" Type="http://schemas.openxmlformats.org/officeDocument/2006/relationships/slide" Target="slide148.xml"/><Relationship Id="rId2" Type="http://schemas.openxmlformats.org/officeDocument/2006/relationships/notesSlide" Target="../notesSlides/notesSlide140.xml"/><Relationship Id="rId16" Type="http://schemas.openxmlformats.org/officeDocument/2006/relationships/chart" Target="../charts/chart1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3.xml"/><Relationship Id="rId11" Type="http://schemas.openxmlformats.org/officeDocument/2006/relationships/slide" Target="slide144.xml"/><Relationship Id="rId5" Type="http://schemas.openxmlformats.org/officeDocument/2006/relationships/slide" Target="slide76.xml"/><Relationship Id="rId15" Type="http://schemas.openxmlformats.org/officeDocument/2006/relationships/slide" Target="slide139.xml"/><Relationship Id="rId10" Type="http://schemas.openxmlformats.org/officeDocument/2006/relationships/slide" Target="slide136.xml"/><Relationship Id="rId4" Type="http://schemas.openxmlformats.org/officeDocument/2006/relationships/slide" Target="slide12.xml"/><Relationship Id="rId9" Type="http://schemas.openxmlformats.org/officeDocument/2006/relationships/slide" Target="slide187.xml"/><Relationship Id="rId14" Type="http://schemas.openxmlformats.org/officeDocument/2006/relationships/slide" Target="slide138.xml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slide" Target="slide173.xml"/><Relationship Id="rId13" Type="http://schemas.openxmlformats.org/officeDocument/2006/relationships/slide" Target="slide142.xml"/><Relationship Id="rId3" Type="http://schemas.openxmlformats.org/officeDocument/2006/relationships/slide" Target="slide4.xml"/><Relationship Id="rId7" Type="http://schemas.openxmlformats.org/officeDocument/2006/relationships/slide" Target="slide157.xml"/><Relationship Id="rId12" Type="http://schemas.openxmlformats.org/officeDocument/2006/relationships/slide" Target="slide145.xml"/><Relationship Id="rId2" Type="http://schemas.openxmlformats.org/officeDocument/2006/relationships/notesSlide" Target="../notesSlides/notesSlide141.xml"/><Relationship Id="rId16" Type="http://schemas.openxmlformats.org/officeDocument/2006/relationships/chart" Target="../charts/chart1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4.xml"/><Relationship Id="rId11" Type="http://schemas.openxmlformats.org/officeDocument/2006/relationships/slide" Target="slide137.xml"/><Relationship Id="rId5" Type="http://schemas.openxmlformats.org/officeDocument/2006/relationships/slide" Target="slide77.xml"/><Relationship Id="rId15" Type="http://schemas.openxmlformats.org/officeDocument/2006/relationships/slide" Target="slide144.xml"/><Relationship Id="rId10" Type="http://schemas.openxmlformats.org/officeDocument/2006/relationships/slide" Target="slide133.xml"/><Relationship Id="rId4" Type="http://schemas.openxmlformats.org/officeDocument/2006/relationships/slide" Target="slide13.xml"/><Relationship Id="rId9" Type="http://schemas.openxmlformats.org/officeDocument/2006/relationships/slide" Target="slide188.xml"/><Relationship Id="rId14" Type="http://schemas.openxmlformats.org/officeDocument/2006/relationships/slide" Target="slide143.xml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slide" Target="slide174.xml"/><Relationship Id="rId13" Type="http://schemas.openxmlformats.org/officeDocument/2006/relationships/slide" Target="slide141.xml"/><Relationship Id="rId3" Type="http://schemas.openxmlformats.org/officeDocument/2006/relationships/slide" Target="slide4.xml"/><Relationship Id="rId7" Type="http://schemas.openxmlformats.org/officeDocument/2006/relationships/slide" Target="slide158.xml"/><Relationship Id="rId12" Type="http://schemas.openxmlformats.org/officeDocument/2006/relationships/slide" Target="slide146.xml"/><Relationship Id="rId2" Type="http://schemas.openxmlformats.org/officeDocument/2006/relationships/notesSlide" Target="../notesSlides/notesSlide142.xml"/><Relationship Id="rId16" Type="http://schemas.openxmlformats.org/officeDocument/2006/relationships/chart" Target="../charts/chart1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5.xml"/><Relationship Id="rId11" Type="http://schemas.openxmlformats.org/officeDocument/2006/relationships/slide" Target="slide138.xml"/><Relationship Id="rId5" Type="http://schemas.openxmlformats.org/officeDocument/2006/relationships/slide" Target="slide78.xml"/><Relationship Id="rId15" Type="http://schemas.openxmlformats.org/officeDocument/2006/relationships/slide" Target="slide144.xml"/><Relationship Id="rId10" Type="http://schemas.openxmlformats.org/officeDocument/2006/relationships/slide" Target="slide134.xml"/><Relationship Id="rId4" Type="http://schemas.openxmlformats.org/officeDocument/2006/relationships/slide" Target="slide14.xml"/><Relationship Id="rId9" Type="http://schemas.openxmlformats.org/officeDocument/2006/relationships/slide" Target="slide189.xml"/><Relationship Id="rId14" Type="http://schemas.openxmlformats.org/officeDocument/2006/relationships/slide" Target="slide143.xml"/></Relationships>
</file>

<file path=ppt/slides/_rels/slide143.xml.rels><?xml version="1.0" encoding="UTF-8" standalone="yes"?>
<Relationships xmlns="http://schemas.openxmlformats.org/package/2006/relationships"><Relationship Id="rId8" Type="http://schemas.openxmlformats.org/officeDocument/2006/relationships/slide" Target="slide190.xml"/><Relationship Id="rId13" Type="http://schemas.openxmlformats.org/officeDocument/2006/relationships/slide" Target="slide142.xml"/><Relationship Id="rId3" Type="http://schemas.openxmlformats.org/officeDocument/2006/relationships/slide" Target="slide4.xml"/><Relationship Id="rId7" Type="http://schemas.openxmlformats.org/officeDocument/2006/relationships/slide" Target="slide159.xml"/><Relationship Id="rId12" Type="http://schemas.openxmlformats.org/officeDocument/2006/relationships/slide" Target="slide141.xml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6.xml"/><Relationship Id="rId11" Type="http://schemas.openxmlformats.org/officeDocument/2006/relationships/slide" Target="slide147.xml"/><Relationship Id="rId5" Type="http://schemas.openxmlformats.org/officeDocument/2006/relationships/slide" Target="slide79.xml"/><Relationship Id="rId15" Type="http://schemas.openxmlformats.org/officeDocument/2006/relationships/chart" Target="../charts/chart140.xml"/><Relationship Id="rId10" Type="http://schemas.openxmlformats.org/officeDocument/2006/relationships/slide" Target="slide139.xml"/><Relationship Id="rId4" Type="http://schemas.openxmlformats.org/officeDocument/2006/relationships/slide" Target="slide15.xml"/><Relationship Id="rId9" Type="http://schemas.openxmlformats.org/officeDocument/2006/relationships/slide" Target="slide135.xml"/><Relationship Id="rId14" Type="http://schemas.openxmlformats.org/officeDocument/2006/relationships/slide" Target="slide144.xml"/></Relationships>
</file>

<file path=ppt/slides/_rels/slide144.xml.rels><?xml version="1.0" encoding="UTF-8" standalone="yes"?>
<Relationships xmlns="http://schemas.openxmlformats.org/package/2006/relationships"><Relationship Id="rId8" Type="http://schemas.openxmlformats.org/officeDocument/2006/relationships/slide" Target="slide175.xml"/><Relationship Id="rId13" Type="http://schemas.openxmlformats.org/officeDocument/2006/relationships/slide" Target="slide141.xml"/><Relationship Id="rId3" Type="http://schemas.openxmlformats.org/officeDocument/2006/relationships/slide" Target="slide4.xml"/><Relationship Id="rId7" Type="http://schemas.openxmlformats.org/officeDocument/2006/relationships/slide" Target="slide160.xml"/><Relationship Id="rId12" Type="http://schemas.openxmlformats.org/officeDocument/2006/relationships/slide" Target="slide148.xml"/><Relationship Id="rId2" Type="http://schemas.openxmlformats.org/officeDocument/2006/relationships/notesSlide" Target="../notesSlides/notesSlide144.xml"/><Relationship Id="rId16" Type="http://schemas.openxmlformats.org/officeDocument/2006/relationships/chart" Target="../charts/chart1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7.xml"/><Relationship Id="rId11" Type="http://schemas.openxmlformats.org/officeDocument/2006/relationships/slide" Target="slide140.xml"/><Relationship Id="rId5" Type="http://schemas.openxmlformats.org/officeDocument/2006/relationships/slide" Target="slide80.xml"/><Relationship Id="rId15" Type="http://schemas.openxmlformats.org/officeDocument/2006/relationships/slide" Target="slide143.xml"/><Relationship Id="rId10" Type="http://schemas.openxmlformats.org/officeDocument/2006/relationships/slide" Target="slide136.xml"/><Relationship Id="rId4" Type="http://schemas.openxmlformats.org/officeDocument/2006/relationships/slide" Target="slide16.xml"/><Relationship Id="rId9" Type="http://schemas.openxmlformats.org/officeDocument/2006/relationships/slide" Target="slide191.xml"/><Relationship Id="rId14" Type="http://schemas.openxmlformats.org/officeDocument/2006/relationships/slide" Target="slide142.xml"/></Relationships>
</file>

<file path=ppt/slides/_rels/slide145.xml.rels><?xml version="1.0" encoding="UTF-8" standalone="yes"?>
<Relationships xmlns="http://schemas.openxmlformats.org/package/2006/relationships"><Relationship Id="rId8" Type="http://schemas.openxmlformats.org/officeDocument/2006/relationships/slide" Target="slide176.xml"/><Relationship Id="rId13" Type="http://schemas.openxmlformats.org/officeDocument/2006/relationships/slide" Target="slide146.xml"/><Relationship Id="rId3" Type="http://schemas.openxmlformats.org/officeDocument/2006/relationships/slide" Target="slide4.xml"/><Relationship Id="rId7" Type="http://schemas.openxmlformats.org/officeDocument/2006/relationships/slide" Target="slide161.xml"/><Relationship Id="rId12" Type="http://schemas.openxmlformats.org/officeDocument/2006/relationships/slide" Target="slide141.xml"/><Relationship Id="rId2" Type="http://schemas.openxmlformats.org/officeDocument/2006/relationships/notesSlide" Target="../notesSlides/notesSlide145.xml"/><Relationship Id="rId16" Type="http://schemas.openxmlformats.org/officeDocument/2006/relationships/chart" Target="../charts/chart1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8.xml"/><Relationship Id="rId11" Type="http://schemas.openxmlformats.org/officeDocument/2006/relationships/slide" Target="slide137.xml"/><Relationship Id="rId5" Type="http://schemas.openxmlformats.org/officeDocument/2006/relationships/slide" Target="slide81.xml"/><Relationship Id="rId15" Type="http://schemas.openxmlformats.org/officeDocument/2006/relationships/slide" Target="slide148.xml"/><Relationship Id="rId10" Type="http://schemas.openxmlformats.org/officeDocument/2006/relationships/slide" Target="slide133.xml"/><Relationship Id="rId4" Type="http://schemas.openxmlformats.org/officeDocument/2006/relationships/slide" Target="slide17.xml"/><Relationship Id="rId9" Type="http://schemas.openxmlformats.org/officeDocument/2006/relationships/slide" Target="slide192.xml"/><Relationship Id="rId14" Type="http://schemas.openxmlformats.org/officeDocument/2006/relationships/slide" Target="slide147.xml"/></Relationships>
</file>

<file path=ppt/slides/_rels/slide146.xml.rels><?xml version="1.0" encoding="UTF-8" standalone="yes"?>
<Relationships xmlns="http://schemas.openxmlformats.org/package/2006/relationships"><Relationship Id="rId8" Type="http://schemas.openxmlformats.org/officeDocument/2006/relationships/slide" Target="slide177.xml"/><Relationship Id="rId13" Type="http://schemas.openxmlformats.org/officeDocument/2006/relationships/slide" Target="slide145.xml"/><Relationship Id="rId3" Type="http://schemas.openxmlformats.org/officeDocument/2006/relationships/slide" Target="slide4.xml"/><Relationship Id="rId7" Type="http://schemas.openxmlformats.org/officeDocument/2006/relationships/slide" Target="slide162.xml"/><Relationship Id="rId12" Type="http://schemas.openxmlformats.org/officeDocument/2006/relationships/slide" Target="slide142.xml"/><Relationship Id="rId2" Type="http://schemas.openxmlformats.org/officeDocument/2006/relationships/notesSlide" Target="../notesSlides/notesSlide146.xml"/><Relationship Id="rId16" Type="http://schemas.openxmlformats.org/officeDocument/2006/relationships/chart" Target="../charts/chart1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9.xml"/><Relationship Id="rId11" Type="http://schemas.openxmlformats.org/officeDocument/2006/relationships/slide" Target="slide138.xml"/><Relationship Id="rId5" Type="http://schemas.openxmlformats.org/officeDocument/2006/relationships/slide" Target="slide82.xml"/><Relationship Id="rId15" Type="http://schemas.openxmlformats.org/officeDocument/2006/relationships/slide" Target="slide148.xml"/><Relationship Id="rId10" Type="http://schemas.openxmlformats.org/officeDocument/2006/relationships/slide" Target="slide134.xml"/><Relationship Id="rId4" Type="http://schemas.openxmlformats.org/officeDocument/2006/relationships/slide" Target="slide18.xml"/><Relationship Id="rId9" Type="http://schemas.openxmlformats.org/officeDocument/2006/relationships/slide" Target="slide193.xml"/><Relationship Id="rId14" Type="http://schemas.openxmlformats.org/officeDocument/2006/relationships/slide" Target="slide147.xml"/></Relationships>
</file>

<file path=ppt/slides/_rels/slide147.xml.rels><?xml version="1.0" encoding="UTF-8" standalone="yes"?>
<Relationships xmlns="http://schemas.openxmlformats.org/package/2006/relationships"><Relationship Id="rId8" Type="http://schemas.openxmlformats.org/officeDocument/2006/relationships/slide" Target="slide178.xml"/><Relationship Id="rId13" Type="http://schemas.openxmlformats.org/officeDocument/2006/relationships/slide" Target="slide145.xml"/><Relationship Id="rId3" Type="http://schemas.openxmlformats.org/officeDocument/2006/relationships/slide" Target="slide4.xml"/><Relationship Id="rId7" Type="http://schemas.openxmlformats.org/officeDocument/2006/relationships/slide" Target="slide163.xml"/><Relationship Id="rId12" Type="http://schemas.openxmlformats.org/officeDocument/2006/relationships/slide" Target="slide143.xml"/><Relationship Id="rId2" Type="http://schemas.openxmlformats.org/officeDocument/2006/relationships/notesSlide" Target="../notesSlides/notesSlide147.xml"/><Relationship Id="rId16" Type="http://schemas.openxmlformats.org/officeDocument/2006/relationships/chart" Target="../charts/chart1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0.xml"/><Relationship Id="rId11" Type="http://schemas.openxmlformats.org/officeDocument/2006/relationships/slide" Target="slide139.xml"/><Relationship Id="rId5" Type="http://schemas.openxmlformats.org/officeDocument/2006/relationships/slide" Target="slide83.xml"/><Relationship Id="rId15" Type="http://schemas.openxmlformats.org/officeDocument/2006/relationships/slide" Target="slide148.xml"/><Relationship Id="rId10" Type="http://schemas.openxmlformats.org/officeDocument/2006/relationships/slide" Target="slide135.xml"/><Relationship Id="rId4" Type="http://schemas.openxmlformats.org/officeDocument/2006/relationships/slide" Target="slide19.xml"/><Relationship Id="rId9" Type="http://schemas.openxmlformats.org/officeDocument/2006/relationships/slide" Target="slide194.xml"/><Relationship Id="rId14" Type="http://schemas.openxmlformats.org/officeDocument/2006/relationships/slide" Target="slide146.xml"/></Relationships>
</file>

<file path=ppt/slides/_rels/slide148.xml.rels><?xml version="1.0" encoding="UTF-8" standalone="yes"?>
<Relationships xmlns="http://schemas.openxmlformats.org/package/2006/relationships"><Relationship Id="rId8" Type="http://schemas.openxmlformats.org/officeDocument/2006/relationships/slide" Target="slide179.xml"/><Relationship Id="rId13" Type="http://schemas.openxmlformats.org/officeDocument/2006/relationships/slide" Target="slide145.xml"/><Relationship Id="rId3" Type="http://schemas.openxmlformats.org/officeDocument/2006/relationships/slide" Target="slide4.xml"/><Relationship Id="rId7" Type="http://schemas.openxmlformats.org/officeDocument/2006/relationships/slide" Target="slide164.xml"/><Relationship Id="rId12" Type="http://schemas.openxmlformats.org/officeDocument/2006/relationships/slide" Target="slide144.xml"/><Relationship Id="rId2" Type="http://schemas.openxmlformats.org/officeDocument/2006/relationships/notesSlide" Target="../notesSlides/notesSlide148.xml"/><Relationship Id="rId16" Type="http://schemas.openxmlformats.org/officeDocument/2006/relationships/chart" Target="../charts/chart1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1.xml"/><Relationship Id="rId11" Type="http://schemas.openxmlformats.org/officeDocument/2006/relationships/slide" Target="slide140.xml"/><Relationship Id="rId5" Type="http://schemas.openxmlformats.org/officeDocument/2006/relationships/slide" Target="slide84.xml"/><Relationship Id="rId15" Type="http://schemas.openxmlformats.org/officeDocument/2006/relationships/slide" Target="slide147.xml"/><Relationship Id="rId10" Type="http://schemas.openxmlformats.org/officeDocument/2006/relationships/slide" Target="slide136.xml"/><Relationship Id="rId4" Type="http://schemas.openxmlformats.org/officeDocument/2006/relationships/slide" Target="slide20.xml"/><Relationship Id="rId9" Type="http://schemas.openxmlformats.org/officeDocument/2006/relationships/slide" Target="slide195.xml"/><Relationship Id="rId14" Type="http://schemas.openxmlformats.org/officeDocument/2006/relationships/slide" Target="slide146.xml"/></Relationships>
</file>

<file path=ppt/slides/_rels/slide149.xml.rels><?xml version="1.0" encoding="UTF-8" standalone="yes"?>
<Relationships xmlns="http://schemas.openxmlformats.org/package/2006/relationships"><Relationship Id="rId8" Type="http://schemas.openxmlformats.org/officeDocument/2006/relationships/slide" Target="slide165.xml"/><Relationship Id="rId13" Type="http://schemas.openxmlformats.org/officeDocument/2006/relationships/slide" Target="slide150.xml"/><Relationship Id="rId3" Type="http://schemas.openxmlformats.org/officeDocument/2006/relationships/slide" Target="slide4.xml"/><Relationship Id="rId7" Type="http://schemas.openxmlformats.org/officeDocument/2006/relationships/slide" Target="slide133.xml"/><Relationship Id="rId12" Type="http://schemas.openxmlformats.org/officeDocument/2006/relationships/slide" Target="slide161.xml"/><Relationship Id="rId2" Type="http://schemas.openxmlformats.org/officeDocument/2006/relationships/notesSlide" Target="../notesSlides/notesSlide149.xml"/><Relationship Id="rId16" Type="http://schemas.openxmlformats.org/officeDocument/2006/relationships/chart" Target="../charts/chart1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2.xml"/><Relationship Id="rId11" Type="http://schemas.openxmlformats.org/officeDocument/2006/relationships/slide" Target="slide157.xml"/><Relationship Id="rId5" Type="http://schemas.openxmlformats.org/officeDocument/2006/relationships/slide" Target="slide85.xml"/><Relationship Id="rId15" Type="http://schemas.openxmlformats.org/officeDocument/2006/relationships/slide" Target="slide152.xml"/><Relationship Id="rId10" Type="http://schemas.openxmlformats.org/officeDocument/2006/relationships/slide" Target="slide153.xml"/><Relationship Id="rId4" Type="http://schemas.openxmlformats.org/officeDocument/2006/relationships/slide" Target="slide21.xml"/><Relationship Id="rId9" Type="http://schemas.openxmlformats.org/officeDocument/2006/relationships/slide" Target="slide180.xml"/><Relationship Id="rId14" Type="http://schemas.openxmlformats.org/officeDocument/2006/relationships/slide" Target="slide151.xml"/></Relationships>
</file>

<file path=ppt/slides/_rels/slide150.xml.rels><?xml version="1.0" encoding="UTF-8" standalone="yes"?>
<Relationships xmlns="http://schemas.openxmlformats.org/package/2006/relationships"><Relationship Id="rId8" Type="http://schemas.openxmlformats.org/officeDocument/2006/relationships/slide" Target="slide166.xml"/><Relationship Id="rId13" Type="http://schemas.openxmlformats.org/officeDocument/2006/relationships/slide" Target="slide149.xml"/><Relationship Id="rId3" Type="http://schemas.openxmlformats.org/officeDocument/2006/relationships/slide" Target="slide4.xml"/><Relationship Id="rId7" Type="http://schemas.openxmlformats.org/officeDocument/2006/relationships/slide" Target="slide134.xml"/><Relationship Id="rId12" Type="http://schemas.openxmlformats.org/officeDocument/2006/relationships/slide" Target="slide162.xml"/><Relationship Id="rId2" Type="http://schemas.openxmlformats.org/officeDocument/2006/relationships/notesSlide" Target="../notesSlides/notesSlide150.xml"/><Relationship Id="rId16" Type="http://schemas.openxmlformats.org/officeDocument/2006/relationships/chart" Target="../charts/chart1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3.xml"/><Relationship Id="rId11" Type="http://schemas.openxmlformats.org/officeDocument/2006/relationships/slide" Target="slide158.xml"/><Relationship Id="rId5" Type="http://schemas.openxmlformats.org/officeDocument/2006/relationships/slide" Target="slide86.xml"/><Relationship Id="rId15" Type="http://schemas.openxmlformats.org/officeDocument/2006/relationships/slide" Target="slide152.xml"/><Relationship Id="rId10" Type="http://schemas.openxmlformats.org/officeDocument/2006/relationships/slide" Target="slide154.xml"/><Relationship Id="rId4" Type="http://schemas.openxmlformats.org/officeDocument/2006/relationships/slide" Target="slide22.xml"/><Relationship Id="rId9" Type="http://schemas.openxmlformats.org/officeDocument/2006/relationships/slide" Target="slide181.xml"/><Relationship Id="rId14" Type="http://schemas.openxmlformats.org/officeDocument/2006/relationships/slide" Target="slide151.xml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slide" Target="slide167.xml"/><Relationship Id="rId13" Type="http://schemas.openxmlformats.org/officeDocument/2006/relationships/slide" Target="slide149.xml"/><Relationship Id="rId3" Type="http://schemas.openxmlformats.org/officeDocument/2006/relationships/slide" Target="slide4.xml"/><Relationship Id="rId7" Type="http://schemas.openxmlformats.org/officeDocument/2006/relationships/slide" Target="slide135.xml"/><Relationship Id="rId12" Type="http://schemas.openxmlformats.org/officeDocument/2006/relationships/slide" Target="slide163.xml"/><Relationship Id="rId2" Type="http://schemas.openxmlformats.org/officeDocument/2006/relationships/notesSlide" Target="../notesSlides/notesSlide151.xml"/><Relationship Id="rId16" Type="http://schemas.openxmlformats.org/officeDocument/2006/relationships/chart" Target="../charts/chart1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4.xml"/><Relationship Id="rId11" Type="http://schemas.openxmlformats.org/officeDocument/2006/relationships/slide" Target="slide159.xml"/><Relationship Id="rId5" Type="http://schemas.openxmlformats.org/officeDocument/2006/relationships/slide" Target="slide87.xml"/><Relationship Id="rId15" Type="http://schemas.openxmlformats.org/officeDocument/2006/relationships/slide" Target="slide152.xml"/><Relationship Id="rId10" Type="http://schemas.openxmlformats.org/officeDocument/2006/relationships/slide" Target="slide155.xml"/><Relationship Id="rId4" Type="http://schemas.openxmlformats.org/officeDocument/2006/relationships/slide" Target="slide23.xml"/><Relationship Id="rId9" Type="http://schemas.openxmlformats.org/officeDocument/2006/relationships/slide" Target="slide182.xml"/><Relationship Id="rId14" Type="http://schemas.openxmlformats.org/officeDocument/2006/relationships/slide" Target="slide150.xml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slide" Target="slide168.xml"/><Relationship Id="rId13" Type="http://schemas.openxmlformats.org/officeDocument/2006/relationships/slide" Target="slide149.xml"/><Relationship Id="rId3" Type="http://schemas.openxmlformats.org/officeDocument/2006/relationships/slide" Target="slide4.xml"/><Relationship Id="rId7" Type="http://schemas.openxmlformats.org/officeDocument/2006/relationships/slide" Target="slide136.xml"/><Relationship Id="rId12" Type="http://schemas.openxmlformats.org/officeDocument/2006/relationships/slide" Target="slide164.xml"/><Relationship Id="rId2" Type="http://schemas.openxmlformats.org/officeDocument/2006/relationships/notesSlide" Target="../notesSlides/notesSlide152.xml"/><Relationship Id="rId16" Type="http://schemas.openxmlformats.org/officeDocument/2006/relationships/chart" Target="../charts/chart1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5.xml"/><Relationship Id="rId11" Type="http://schemas.openxmlformats.org/officeDocument/2006/relationships/slide" Target="slide160.xml"/><Relationship Id="rId5" Type="http://schemas.openxmlformats.org/officeDocument/2006/relationships/slide" Target="slide88.xml"/><Relationship Id="rId15" Type="http://schemas.openxmlformats.org/officeDocument/2006/relationships/slide" Target="slide151.xml"/><Relationship Id="rId10" Type="http://schemas.openxmlformats.org/officeDocument/2006/relationships/slide" Target="slide156.xml"/><Relationship Id="rId4" Type="http://schemas.openxmlformats.org/officeDocument/2006/relationships/slide" Target="slide24.xml"/><Relationship Id="rId9" Type="http://schemas.openxmlformats.org/officeDocument/2006/relationships/slide" Target="slide183.xml"/><Relationship Id="rId14" Type="http://schemas.openxmlformats.org/officeDocument/2006/relationships/slide" Target="slide150.xml"/></Relationships>
</file>

<file path=ppt/slides/_rels/slide153.xml.rels><?xml version="1.0" encoding="UTF-8" standalone="yes"?>
<Relationships xmlns="http://schemas.openxmlformats.org/package/2006/relationships"><Relationship Id="rId8" Type="http://schemas.openxmlformats.org/officeDocument/2006/relationships/slide" Target="slide169.xml"/><Relationship Id="rId13" Type="http://schemas.openxmlformats.org/officeDocument/2006/relationships/slide" Target="slide154.xml"/><Relationship Id="rId3" Type="http://schemas.openxmlformats.org/officeDocument/2006/relationships/slide" Target="slide4.xml"/><Relationship Id="rId7" Type="http://schemas.openxmlformats.org/officeDocument/2006/relationships/slide" Target="slide137.xml"/><Relationship Id="rId12" Type="http://schemas.openxmlformats.org/officeDocument/2006/relationships/slide" Target="slide161.xml"/><Relationship Id="rId2" Type="http://schemas.openxmlformats.org/officeDocument/2006/relationships/notesSlide" Target="../notesSlides/notesSlide153.xml"/><Relationship Id="rId16" Type="http://schemas.openxmlformats.org/officeDocument/2006/relationships/chart" Target="../charts/chart1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6.xml"/><Relationship Id="rId11" Type="http://schemas.openxmlformats.org/officeDocument/2006/relationships/slide" Target="slide157.xml"/><Relationship Id="rId5" Type="http://schemas.openxmlformats.org/officeDocument/2006/relationships/slide" Target="slide89.xml"/><Relationship Id="rId15" Type="http://schemas.openxmlformats.org/officeDocument/2006/relationships/slide" Target="slide156.xml"/><Relationship Id="rId10" Type="http://schemas.openxmlformats.org/officeDocument/2006/relationships/slide" Target="slide149.xml"/><Relationship Id="rId4" Type="http://schemas.openxmlformats.org/officeDocument/2006/relationships/slide" Target="slide25.xml"/><Relationship Id="rId9" Type="http://schemas.openxmlformats.org/officeDocument/2006/relationships/slide" Target="slide184.xml"/><Relationship Id="rId14" Type="http://schemas.openxmlformats.org/officeDocument/2006/relationships/slide" Target="slide155.xml"/></Relationships>
</file>

<file path=ppt/slides/_rels/slide154.xml.rels><?xml version="1.0" encoding="UTF-8" standalone="yes"?>
<Relationships xmlns="http://schemas.openxmlformats.org/package/2006/relationships"><Relationship Id="rId8" Type="http://schemas.openxmlformats.org/officeDocument/2006/relationships/slide" Target="slide170.xml"/><Relationship Id="rId13" Type="http://schemas.openxmlformats.org/officeDocument/2006/relationships/slide" Target="slide153.xml"/><Relationship Id="rId3" Type="http://schemas.openxmlformats.org/officeDocument/2006/relationships/slide" Target="slide4.xml"/><Relationship Id="rId7" Type="http://schemas.openxmlformats.org/officeDocument/2006/relationships/slide" Target="slide138.xml"/><Relationship Id="rId12" Type="http://schemas.openxmlformats.org/officeDocument/2006/relationships/slide" Target="slide162.xml"/><Relationship Id="rId2" Type="http://schemas.openxmlformats.org/officeDocument/2006/relationships/notesSlide" Target="../notesSlides/notesSlide154.xml"/><Relationship Id="rId16" Type="http://schemas.openxmlformats.org/officeDocument/2006/relationships/chart" Target="../charts/chart1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7.xml"/><Relationship Id="rId11" Type="http://schemas.openxmlformats.org/officeDocument/2006/relationships/slide" Target="slide158.xml"/><Relationship Id="rId5" Type="http://schemas.openxmlformats.org/officeDocument/2006/relationships/slide" Target="slide90.xml"/><Relationship Id="rId15" Type="http://schemas.openxmlformats.org/officeDocument/2006/relationships/slide" Target="slide156.xml"/><Relationship Id="rId10" Type="http://schemas.openxmlformats.org/officeDocument/2006/relationships/slide" Target="slide150.xml"/><Relationship Id="rId4" Type="http://schemas.openxmlformats.org/officeDocument/2006/relationships/slide" Target="slide26.xml"/><Relationship Id="rId9" Type="http://schemas.openxmlformats.org/officeDocument/2006/relationships/slide" Target="slide185.xml"/><Relationship Id="rId14" Type="http://schemas.openxmlformats.org/officeDocument/2006/relationships/slide" Target="slide155.xml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slide" Target="slide171.xml"/><Relationship Id="rId13" Type="http://schemas.openxmlformats.org/officeDocument/2006/relationships/slide" Target="slide153.xml"/><Relationship Id="rId3" Type="http://schemas.openxmlformats.org/officeDocument/2006/relationships/slide" Target="slide4.xml"/><Relationship Id="rId7" Type="http://schemas.openxmlformats.org/officeDocument/2006/relationships/slide" Target="slide139.xml"/><Relationship Id="rId12" Type="http://schemas.openxmlformats.org/officeDocument/2006/relationships/slide" Target="slide163.xml"/><Relationship Id="rId2" Type="http://schemas.openxmlformats.org/officeDocument/2006/relationships/notesSlide" Target="../notesSlides/notesSlide155.xml"/><Relationship Id="rId16" Type="http://schemas.openxmlformats.org/officeDocument/2006/relationships/chart" Target="../charts/chart15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8.xml"/><Relationship Id="rId11" Type="http://schemas.openxmlformats.org/officeDocument/2006/relationships/slide" Target="slide159.xml"/><Relationship Id="rId5" Type="http://schemas.openxmlformats.org/officeDocument/2006/relationships/slide" Target="slide91.xml"/><Relationship Id="rId15" Type="http://schemas.openxmlformats.org/officeDocument/2006/relationships/slide" Target="slide156.xml"/><Relationship Id="rId10" Type="http://schemas.openxmlformats.org/officeDocument/2006/relationships/slide" Target="slide151.xml"/><Relationship Id="rId4" Type="http://schemas.openxmlformats.org/officeDocument/2006/relationships/slide" Target="slide27.xml"/><Relationship Id="rId9" Type="http://schemas.openxmlformats.org/officeDocument/2006/relationships/slide" Target="slide186.xml"/><Relationship Id="rId14" Type="http://schemas.openxmlformats.org/officeDocument/2006/relationships/slide" Target="slide154.xml"/></Relationships>
</file>

<file path=ppt/slides/_rels/slide156.xml.rels><?xml version="1.0" encoding="UTF-8" standalone="yes"?>
<Relationships xmlns="http://schemas.openxmlformats.org/package/2006/relationships"><Relationship Id="rId8" Type="http://schemas.openxmlformats.org/officeDocument/2006/relationships/slide" Target="slide172.xml"/><Relationship Id="rId13" Type="http://schemas.openxmlformats.org/officeDocument/2006/relationships/slide" Target="slide153.xml"/><Relationship Id="rId3" Type="http://schemas.openxmlformats.org/officeDocument/2006/relationships/slide" Target="slide4.xml"/><Relationship Id="rId7" Type="http://schemas.openxmlformats.org/officeDocument/2006/relationships/slide" Target="slide140.xml"/><Relationship Id="rId12" Type="http://schemas.openxmlformats.org/officeDocument/2006/relationships/slide" Target="slide164.xml"/><Relationship Id="rId2" Type="http://schemas.openxmlformats.org/officeDocument/2006/relationships/notesSlide" Target="../notesSlides/notesSlide156.xml"/><Relationship Id="rId16" Type="http://schemas.openxmlformats.org/officeDocument/2006/relationships/chart" Target="../charts/chart15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9.xml"/><Relationship Id="rId11" Type="http://schemas.openxmlformats.org/officeDocument/2006/relationships/slide" Target="slide160.xml"/><Relationship Id="rId5" Type="http://schemas.openxmlformats.org/officeDocument/2006/relationships/slide" Target="slide92.xml"/><Relationship Id="rId15" Type="http://schemas.openxmlformats.org/officeDocument/2006/relationships/slide" Target="slide155.xml"/><Relationship Id="rId10" Type="http://schemas.openxmlformats.org/officeDocument/2006/relationships/slide" Target="slide152.xml"/><Relationship Id="rId4" Type="http://schemas.openxmlformats.org/officeDocument/2006/relationships/slide" Target="slide28.xml"/><Relationship Id="rId9" Type="http://schemas.openxmlformats.org/officeDocument/2006/relationships/slide" Target="slide187.xml"/><Relationship Id="rId14" Type="http://schemas.openxmlformats.org/officeDocument/2006/relationships/slide" Target="slide154.xml"/></Relationships>
</file>

<file path=ppt/slides/_rels/slide157.xml.rels><?xml version="1.0" encoding="UTF-8" standalone="yes"?>
<Relationships xmlns="http://schemas.openxmlformats.org/package/2006/relationships"><Relationship Id="rId8" Type="http://schemas.openxmlformats.org/officeDocument/2006/relationships/slide" Target="slide173.xml"/><Relationship Id="rId13" Type="http://schemas.openxmlformats.org/officeDocument/2006/relationships/slide" Target="slide158.xml"/><Relationship Id="rId3" Type="http://schemas.openxmlformats.org/officeDocument/2006/relationships/slide" Target="slide4.xml"/><Relationship Id="rId7" Type="http://schemas.openxmlformats.org/officeDocument/2006/relationships/slide" Target="slide141.xml"/><Relationship Id="rId12" Type="http://schemas.openxmlformats.org/officeDocument/2006/relationships/slide" Target="slide161.xml"/><Relationship Id="rId2" Type="http://schemas.openxmlformats.org/officeDocument/2006/relationships/notesSlide" Target="../notesSlides/notesSlide157.xml"/><Relationship Id="rId16" Type="http://schemas.openxmlformats.org/officeDocument/2006/relationships/chart" Target="../charts/chart1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0.xml"/><Relationship Id="rId11" Type="http://schemas.openxmlformats.org/officeDocument/2006/relationships/slide" Target="slide153.xml"/><Relationship Id="rId5" Type="http://schemas.openxmlformats.org/officeDocument/2006/relationships/slide" Target="slide93.xml"/><Relationship Id="rId15" Type="http://schemas.openxmlformats.org/officeDocument/2006/relationships/slide" Target="slide160.xml"/><Relationship Id="rId10" Type="http://schemas.openxmlformats.org/officeDocument/2006/relationships/slide" Target="slide149.xml"/><Relationship Id="rId4" Type="http://schemas.openxmlformats.org/officeDocument/2006/relationships/slide" Target="slide29.xml"/><Relationship Id="rId9" Type="http://schemas.openxmlformats.org/officeDocument/2006/relationships/slide" Target="slide188.xml"/><Relationship Id="rId14" Type="http://schemas.openxmlformats.org/officeDocument/2006/relationships/slide" Target="slide159.xml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slide" Target="slide174.xml"/><Relationship Id="rId13" Type="http://schemas.openxmlformats.org/officeDocument/2006/relationships/slide" Target="slide157.xml"/><Relationship Id="rId3" Type="http://schemas.openxmlformats.org/officeDocument/2006/relationships/slide" Target="slide4.xml"/><Relationship Id="rId7" Type="http://schemas.openxmlformats.org/officeDocument/2006/relationships/slide" Target="slide142.xml"/><Relationship Id="rId12" Type="http://schemas.openxmlformats.org/officeDocument/2006/relationships/slide" Target="slide162.xml"/><Relationship Id="rId2" Type="http://schemas.openxmlformats.org/officeDocument/2006/relationships/notesSlide" Target="../notesSlides/notesSlide158.xml"/><Relationship Id="rId16" Type="http://schemas.openxmlformats.org/officeDocument/2006/relationships/chart" Target="../charts/chart15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1.xml"/><Relationship Id="rId11" Type="http://schemas.openxmlformats.org/officeDocument/2006/relationships/slide" Target="slide154.xml"/><Relationship Id="rId5" Type="http://schemas.openxmlformats.org/officeDocument/2006/relationships/slide" Target="slide94.xml"/><Relationship Id="rId15" Type="http://schemas.openxmlformats.org/officeDocument/2006/relationships/slide" Target="slide160.xml"/><Relationship Id="rId10" Type="http://schemas.openxmlformats.org/officeDocument/2006/relationships/slide" Target="slide150.xml"/><Relationship Id="rId4" Type="http://schemas.openxmlformats.org/officeDocument/2006/relationships/slide" Target="slide30.xml"/><Relationship Id="rId9" Type="http://schemas.openxmlformats.org/officeDocument/2006/relationships/slide" Target="slide189.xml"/><Relationship Id="rId14" Type="http://schemas.openxmlformats.org/officeDocument/2006/relationships/slide" Target="slide159.xm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slide" Target="slide190.xml"/><Relationship Id="rId13" Type="http://schemas.openxmlformats.org/officeDocument/2006/relationships/slide" Target="slide158.xml"/><Relationship Id="rId3" Type="http://schemas.openxmlformats.org/officeDocument/2006/relationships/slide" Target="slide4.xml"/><Relationship Id="rId7" Type="http://schemas.openxmlformats.org/officeDocument/2006/relationships/slide" Target="slide143.xml"/><Relationship Id="rId12" Type="http://schemas.openxmlformats.org/officeDocument/2006/relationships/slide" Target="slide157.xml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2.xml"/><Relationship Id="rId11" Type="http://schemas.openxmlformats.org/officeDocument/2006/relationships/slide" Target="slide163.xml"/><Relationship Id="rId5" Type="http://schemas.openxmlformats.org/officeDocument/2006/relationships/slide" Target="slide95.xml"/><Relationship Id="rId15" Type="http://schemas.openxmlformats.org/officeDocument/2006/relationships/chart" Target="../charts/chart156.xml"/><Relationship Id="rId10" Type="http://schemas.openxmlformats.org/officeDocument/2006/relationships/slide" Target="slide155.xml"/><Relationship Id="rId4" Type="http://schemas.openxmlformats.org/officeDocument/2006/relationships/slide" Target="slide31.xml"/><Relationship Id="rId9" Type="http://schemas.openxmlformats.org/officeDocument/2006/relationships/slide" Target="slide151.xml"/><Relationship Id="rId14" Type="http://schemas.openxmlformats.org/officeDocument/2006/relationships/slide" Target="slide160.xml"/></Relationships>
</file>

<file path=ppt/slides/_rels/slide160.xml.rels><?xml version="1.0" encoding="UTF-8" standalone="yes"?>
<Relationships xmlns="http://schemas.openxmlformats.org/package/2006/relationships"><Relationship Id="rId8" Type="http://schemas.openxmlformats.org/officeDocument/2006/relationships/slide" Target="slide175.xml"/><Relationship Id="rId13" Type="http://schemas.openxmlformats.org/officeDocument/2006/relationships/slide" Target="slide157.xml"/><Relationship Id="rId3" Type="http://schemas.openxmlformats.org/officeDocument/2006/relationships/slide" Target="slide4.xml"/><Relationship Id="rId7" Type="http://schemas.openxmlformats.org/officeDocument/2006/relationships/slide" Target="slide144.xml"/><Relationship Id="rId12" Type="http://schemas.openxmlformats.org/officeDocument/2006/relationships/slide" Target="slide164.xml"/><Relationship Id="rId2" Type="http://schemas.openxmlformats.org/officeDocument/2006/relationships/notesSlide" Target="../notesSlides/notesSlide160.xml"/><Relationship Id="rId16" Type="http://schemas.openxmlformats.org/officeDocument/2006/relationships/chart" Target="../charts/chart15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3.xml"/><Relationship Id="rId11" Type="http://schemas.openxmlformats.org/officeDocument/2006/relationships/slide" Target="slide156.xml"/><Relationship Id="rId5" Type="http://schemas.openxmlformats.org/officeDocument/2006/relationships/slide" Target="slide96.xml"/><Relationship Id="rId15" Type="http://schemas.openxmlformats.org/officeDocument/2006/relationships/slide" Target="slide159.xml"/><Relationship Id="rId10" Type="http://schemas.openxmlformats.org/officeDocument/2006/relationships/slide" Target="slide152.xml"/><Relationship Id="rId4" Type="http://schemas.openxmlformats.org/officeDocument/2006/relationships/slide" Target="slide32.xml"/><Relationship Id="rId9" Type="http://schemas.openxmlformats.org/officeDocument/2006/relationships/slide" Target="slide191.xml"/><Relationship Id="rId14" Type="http://schemas.openxmlformats.org/officeDocument/2006/relationships/slide" Target="slide158.xml"/></Relationships>
</file>

<file path=ppt/slides/_rels/slide161.xml.rels><?xml version="1.0" encoding="UTF-8" standalone="yes"?>
<Relationships xmlns="http://schemas.openxmlformats.org/package/2006/relationships"><Relationship Id="rId8" Type="http://schemas.openxmlformats.org/officeDocument/2006/relationships/slide" Target="slide176.xml"/><Relationship Id="rId13" Type="http://schemas.openxmlformats.org/officeDocument/2006/relationships/slide" Target="slide162.xml"/><Relationship Id="rId3" Type="http://schemas.openxmlformats.org/officeDocument/2006/relationships/slide" Target="slide4.xml"/><Relationship Id="rId7" Type="http://schemas.openxmlformats.org/officeDocument/2006/relationships/slide" Target="slide145.xml"/><Relationship Id="rId12" Type="http://schemas.openxmlformats.org/officeDocument/2006/relationships/slide" Target="slide157.xml"/><Relationship Id="rId2" Type="http://schemas.openxmlformats.org/officeDocument/2006/relationships/notesSlide" Target="../notesSlides/notesSlide161.xml"/><Relationship Id="rId16" Type="http://schemas.openxmlformats.org/officeDocument/2006/relationships/chart" Target="../charts/chart15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4.xml"/><Relationship Id="rId11" Type="http://schemas.openxmlformats.org/officeDocument/2006/relationships/slide" Target="slide153.xml"/><Relationship Id="rId5" Type="http://schemas.openxmlformats.org/officeDocument/2006/relationships/slide" Target="slide97.xml"/><Relationship Id="rId15" Type="http://schemas.openxmlformats.org/officeDocument/2006/relationships/slide" Target="slide164.xml"/><Relationship Id="rId10" Type="http://schemas.openxmlformats.org/officeDocument/2006/relationships/slide" Target="slide149.xml"/><Relationship Id="rId4" Type="http://schemas.openxmlformats.org/officeDocument/2006/relationships/slide" Target="slide33.xml"/><Relationship Id="rId9" Type="http://schemas.openxmlformats.org/officeDocument/2006/relationships/slide" Target="slide192.xml"/><Relationship Id="rId14" Type="http://schemas.openxmlformats.org/officeDocument/2006/relationships/slide" Target="slide163.xml"/></Relationships>
</file>

<file path=ppt/slides/_rels/slide162.xml.rels><?xml version="1.0" encoding="UTF-8" standalone="yes"?>
<Relationships xmlns="http://schemas.openxmlformats.org/package/2006/relationships"><Relationship Id="rId8" Type="http://schemas.openxmlformats.org/officeDocument/2006/relationships/slide" Target="slide177.xml"/><Relationship Id="rId13" Type="http://schemas.openxmlformats.org/officeDocument/2006/relationships/slide" Target="slide161.xml"/><Relationship Id="rId3" Type="http://schemas.openxmlformats.org/officeDocument/2006/relationships/slide" Target="slide4.xml"/><Relationship Id="rId7" Type="http://schemas.openxmlformats.org/officeDocument/2006/relationships/slide" Target="slide146.xml"/><Relationship Id="rId12" Type="http://schemas.openxmlformats.org/officeDocument/2006/relationships/slide" Target="slide158.xml"/><Relationship Id="rId2" Type="http://schemas.openxmlformats.org/officeDocument/2006/relationships/notesSlide" Target="../notesSlides/notesSlide162.xml"/><Relationship Id="rId16" Type="http://schemas.openxmlformats.org/officeDocument/2006/relationships/chart" Target="../charts/chart1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5.xml"/><Relationship Id="rId11" Type="http://schemas.openxmlformats.org/officeDocument/2006/relationships/slide" Target="slide154.xml"/><Relationship Id="rId5" Type="http://schemas.openxmlformats.org/officeDocument/2006/relationships/slide" Target="slide98.xml"/><Relationship Id="rId15" Type="http://schemas.openxmlformats.org/officeDocument/2006/relationships/slide" Target="slide164.xml"/><Relationship Id="rId10" Type="http://schemas.openxmlformats.org/officeDocument/2006/relationships/slide" Target="slide150.xml"/><Relationship Id="rId4" Type="http://schemas.openxmlformats.org/officeDocument/2006/relationships/slide" Target="slide34.xml"/><Relationship Id="rId9" Type="http://schemas.openxmlformats.org/officeDocument/2006/relationships/slide" Target="slide193.xml"/><Relationship Id="rId14" Type="http://schemas.openxmlformats.org/officeDocument/2006/relationships/slide" Target="slide163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slide" Target="slide178.xml"/><Relationship Id="rId13" Type="http://schemas.openxmlformats.org/officeDocument/2006/relationships/slide" Target="slide161.xml"/><Relationship Id="rId3" Type="http://schemas.openxmlformats.org/officeDocument/2006/relationships/slide" Target="slide4.xml"/><Relationship Id="rId7" Type="http://schemas.openxmlformats.org/officeDocument/2006/relationships/slide" Target="slide147.xml"/><Relationship Id="rId12" Type="http://schemas.openxmlformats.org/officeDocument/2006/relationships/slide" Target="slide159.xml"/><Relationship Id="rId2" Type="http://schemas.openxmlformats.org/officeDocument/2006/relationships/notesSlide" Target="../notesSlides/notesSlide163.xml"/><Relationship Id="rId16" Type="http://schemas.openxmlformats.org/officeDocument/2006/relationships/chart" Target="../charts/chart1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6.xml"/><Relationship Id="rId11" Type="http://schemas.openxmlformats.org/officeDocument/2006/relationships/slide" Target="slide155.xml"/><Relationship Id="rId5" Type="http://schemas.openxmlformats.org/officeDocument/2006/relationships/slide" Target="slide99.xml"/><Relationship Id="rId15" Type="http://schemas.openxmlformats.org/officeDocument/2006/relationships/slide" Target="slide164.xml"/><Relationship Id="rId10" Type="http://schemas.openxmlformats.org/officeDocument/2006/relationships/slide" Target="slide151.xml"/><Relationship Id="rId4" Type="http://schemas.openxmlformats.org/officeDocument/2006/relationships/slide" Target="slide35.xml"/><Relationship Id="rId9" Type="http://schemas.openxmlformats.org/officeDocument/2006/relationships/slide" Target="slide194.xml"/><Relationship Id="rId14" Type="http://schemas.openxmlformats.org/officeDocument/2006/relationships/slide" Target="slide162.xml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slide" Target="slide179.xml"/><Relationship Id="rId13" Type="http://schemas.openxmlformats.org/officeDocument/2006/relationships/slide" Target="slide161.xml"/><Relationship Id="rId3" Type="http://schemas.openxmlformats.org/officeDocument/2006/relationships/slide" Target="slide4.xml"/><Relationship Id="rId7" Type="http://schemas.openxmlformats.org/officeDocument/2006/relationships/slide" Target="slide148.xml"/><Relationship Id="rId12" Type="http://schemas.openxmlformats.org/officeDocument/2006/relationships/slide" Target="slide160.xml"/><Relationship Id="rId2" Type="http://schemas.openxmlformats.org/officeDocument/2006/relationships/notesSlide" Target="../notesSlides/notesSlide164.xml"/><Relationship Id="rId16" Type="http://schemas.openxmlformats.org/officeDocument/2006/relationships/chart" Target="../charts/chart16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7.xml"/><Relationship Id="rId11" Type="http://schemas.openxmlformats.org/officeDocument/2006/relationships/slide" Target="slide156.xml"/><Relationship Id="rId5" Type="http://schemas.openxmlformats.org/officeDocument/2006/relationships/slide" Target="slide100.xml"/><Relationship Id="rId15" Type="http://schemas.openxmlformats.org/officeDocument/2006/relationships/slide" Target="slide163.xml"/><Relationship Id="rId10" Type="http://schemas.openxmlformats.org/officeDocument/2006/relationships/slide" Target="slide152.xml"/><Relationship Id="rId4" Type="http://schemas.openxmlformats.org/officeDocument/2006/relationships/slide" Target="slide36.xml"/><Relationship Id="rId9" Type="http://schemas.openxmlformats.org/officeDocument/2006/relationships/slide" Target="slide195.xml"/><Relationship Id="rId14" Type="http://schemas.openxmlformats.org/officeDocument/2006/relationships/slide" Target="slide162.xml"/></Relationships>
</file>

<file path=ppt/slides/_rels/slide165.xml.rels><?xml version="1.0" encoding="UTF-8" standalone="yes"?>
<Relationships xmlns="http://schemas.openxmlformats.org/package/2006/relationships"><Relationship Id="rId8" Type="http://schemas.openxmlformats.org/officeDocument/2006/relationships/slide" Target="slide149.xml"/><Relationship Id="rId13" Type="http://schemas.openxmlformats.org/officeDocument/2006/relationships/slide" Target="slide166.xml"/><Relationship Id="rId3" Type="http://schemas.openxmlformats.org/officeDocument/2006/relationships/slide" Target="slide4.xml"/><Relationship Id="rId7" Type="http://schemas.openxmlformats.org/officeDocument/2006/relationships/slide" Target="slide133.xml"/><Relationship Id="rId12" Type="http://schemas.openxmlformats.org/officeDocument/2006/relationships/slide" Target="slide176.xml"/><Relationship Id="rId2" Type="http://schemas.openxmlformats.org/officeDocument/2006/relationships/notesSlide" Target="../notesSlides/notesSlide165.xml"/><Relationship Id="rId16" Type="http://schemas.openxmlformats.org/officeDocument/2006/relationships/chart" Target="../charts/chart1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8.xml"/><Relationship Id="rId11" Type="http://schemas.openxmlformats.org/officeDocument/2006/relationships/slide" Target="slide173.xml"/><Relationship Id="rId5" Type="http://schemas.openxmlformats.org/officeDocument/2006/relationships/slide" Target="slide101.xml"/><Relationship Id="rId15" Type="http://schemas.openxmlformats.org/officeDocument/2006/relationships/slide" Target="slide168.xml"/><Relationship Id="rId10" Type="http://schemas.openxmlformats.org/officeDocument/2006/relationships/slide" Target="slide169.xml"/><Relationship Id="rId4" Type="http://schemas.openxmlformats.org/officeDocument/2006/relationships/slide" Target="slide37.xml"/><Relationship Id="rId9" Type="http://schemas.openxmlformats.org/officeDocument/2006/relationships/slide" Target="slide180.xml"/><Relationship Id="rId14" Type="http://schemas.openxmlformats.org/officeDocument/2006/relationships/slide" Target="slide167.xml"/></Relationships>
</file>

<file path=ppt/slides/_rels/slide166.xml.rels><?xml version="1.0" encoding="UTF-8" standalone="yes"?>
<Relationships xmlns="http://schemas.openxmlformats.org/package/2006/relationships"><Relationship Id="rId8" Type="http://schemas.openxmlformats.org/officeDocument/2006/relationships/slide" Target="slide150.xml"/><Relationship Id="rId13" Type="http://schemas.openxmlformats.org/officeDocument/2006/relationships/slide" Target="slide165.xml"/><Relationship Id="rId3" Type="http://schemas.openxmlformats.org/officeDocument/2006/relationships/slide" Target="slide4.xml"/><Relationship Id="rId7" Type="http://schemas.openxmlformats.org/officeDocument/2006/relationships/slide" Target="slide134.xml"/><Relationship Id="rId12" Type="http://schemas.openxmlformats.org/officeDocument/2006/relationships/slide" Target="slide177.xml"/><Relationship Id="rId2" Type="http://schemas.openxmlformats.org/officeDocument/2006/relationships/notesSlide" Target="../notesSlides/notesSlide166.xml"/><Relationship Id="rId16" Type="http://schemas.openxmlformats.org/officeDocument/2006/relationships/chart" Target="../charts/chart1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9.xml"/><Relationship Id="rId11" Type="http://schemas.openxmlformats.org/officeDocument/2006/relationships/slide" Target="slide174.xml"/><Relationship Id="rId5" Type="http://schemas.openxmlformats.org/officeDocument/2006/relationships/slide" Target="slide102.xml"/><Relationship Id="rId15" Type="http://schemas.openxmlformats.org/officeDocument/2006/relationships/slide" Target="slide168.xml"/><Relationship Id="rId10" Type="http://schemas.openxmlformats.org/officeDocument/2006/relationships/slide" Target="slide170.xml"/><Relationship Id="rId4" Type="http://schemas.openxmlformats.org/officeDocument/2006/relationships/slide" Target="slide38.xml"/><Relationship Id="rId9" Type="http://schemas.openxmlformats.org/officeDocument/2006/relationships/slide" Target="slide181.xml"/><Relationship Id="rId14" Type="http://schemas.openxmlformats.org/officeDocument/2006/relationships/slide" Target="slide167.xml"/></Relationships>
</file>

<file path=ppt/slides/_rels/slide167.xml.rels><?xml version="1.0" encoding="UTF-8" standalone="yes"?>
<Relationships xmlns="http://schemas.openxmlformats.org/package/2006/relationships"><Relationship Id="rId8" Type="http://schemas.openxmlformats.org/officeDocument/2006/relationships/slide" Target="slide151.xml"/><Relationship Id="rId13" Type="http://schemas.openxmlformats.org/officeDocument/2006/relationships/slide" Target="slide166.xml"/><Relationship Id="rId3" Type="http://schemas.openxmlformats.org/officeDocument/2006/relationships/slide" Target="slide4.xml"/><Relationship Id="rId7" Type="http://schemas.openxmlformats.org/officeDocument/2006/relationships/slide" Target="slide135.xml"/><Relationship Id="rId12" Type="http://schemas.openxmlformats.org/officeDocument/2006/relationships/slide" Target="slide165.xml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0.xml"/><Relationship Id="rId11" Type="http://schemas.openxmlformats.org/officeDocument/2006/relationships/slide" Target="slide178.xml"/><Relationship Id="rId5" Type="http://schemas.openxmlformats.org/officeDocument/2006/relationships/slide" Target="slide103.xml"/><Relationship Id="rId15" Type="http://schemas.openxmlformats.org/officeDocument/2006/relationships/chart" Target="../charts/chart164.xml"/><Relationship Id="rId10" Type="http://schemas.openxmlformats.org/officeDocument/2006/relationships/slide" Target="slide171.xml"/><Relationship Id="rId4" Type="http://schemas.openxmlformats.org/officeDocument/2006/relationships/slide" Target="slide39.xml"/><Relationship Id="rId9" Type="http://schemas.openxmlformats.org/officeDocument/2006/relationships/slide" Target="slide182.xml"/><Relationship Id="rId14" Type="http://schemas.openxmlformats.org/officeDocument/2006/relationships/slide" Target="slide168.xml"/></Relationships>
</file>

<file path=ppt/slides/_rels/slide168.xml.rels><?xml version="1.0" encoding="UTF-8" standalone="yes"?>
<Relationships xmlns="http://schemas.openxmlformats.org/package/2006/relationships"><Relationship Id="rId8" Type="http://schemas.openxmlformats.org/officeDocument/2006/relationships/slide" Target="slide152.xml"/><Relationship Id="rId13" Type="http://schemas.openxmlformats.org/officeDocument/2006/relationships/slide" Target="slide165.xml"/><Relationship Id="rId3" Type="http://schemas.openxmlformats.org/officeDocument/2006/relationships/slide" Target="slide4.xml"/><Relationship Id="rId7" Type="http://schemas.openxmlformats.org/officeDocument/2006/relationships/slide" Target="slide136.xml"/><Relationship Id="rId12" Type="http://schemas.openxmlformats.org/officeDocument/2006/relationships/slide" Target="slide179.xml"/><Relationship Id="rId2" Type="http://schemas.openxmlformats.org/officeDocument/2006/relationships/notesSlide" Target="../notesSlides/notesSlide168.xml"/><Relationship Id="rId16" Type="http://schemas.openxmlformats.org/officeDocument/2006/relationships/chart" Target="../charts/chart1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1.xml"/><Relationship Id="rId11" Type="http://schemas.openxmlformats.org/officeDocument/2006/relationships/slide" Target="slide175.xml"/><Relationship Id="rId5" Type="http://schemas.openxmlformats.org/officeDocument/2006/relationships/slide" Target="slide104.xml"/><Relationship Id="rId15" Type="http://schemas.openxmlformats.org/officeDocument/2006/relationships/slide" Target="slide167.xml"/><Relationship Id="rId10" Type="http://schemas.openxmlformats.org/officeDocument/2006/relationships/slide" Target="slide172.xml"/><Relationship Id="rId4" Type="http://schemas.openxmlformats.org/officeDocument/2006/relationships/slide" Target="slide40.xml"/><Relationship Id="rId9" Type="http://schemas.openxmlformats.org/officeDocument/2006/relationships/slide" Target="slide183.xml"/><Relationship Id="rId14" Type="http://schemas.openxmlformats.org/officeDocument/2006/relationships/slide" Target="slide166.xml"/></Relationships>
</file>

<file path=ppt/slides/_rels/slide169.xml.rels><?xml version="1.0" encoding="UTF-8" standalone="yes"?>
<Relationships xmlns="http://schemas.openxmlformats.org/package/2006/relationships"><Relationship Id="rId8" Type="http://schemas.openxmlformats.org/officeDocument/2006/relationships/slide" Target="slide153.xml"/><Relationship Id="rId13" Type="http://schemas.openxmlformats.org/officeDocument/2006/relationships/slide" Target="slide170.xml"/><Relationship Id="rId3" Type="http://schemas.openxmlformats.org/officeDocument/2006/relationships/slide" Target="slide4.xml"/><Relationship Id="rId7" Type="http://schemas.openxmlformats.org/officeDocument/2006/relationships/slide" Target="slide137.xml"/><Relationship Id="rId12" Type="http://schemas.openxmlformats.org/officeDocument/2006/relationships/slide" Target="slide176.xml"/><Relationship Id="rId2" Type="http://schemas.openxmlformats.org/officeDocument/2006/relationships/notesSlide" Target="../notesSlides/notesSlide169.xml"/><Relationship Id="rId16" Type="http://schemas.openxmlformats.org/officeDocument/2006/relationships/chart" Target="../charts/chart1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2.xml"/><Relationship Id="rId11" Type="http://schemas.openxmlformats.org/officeDocument/2006/relationships/slide" Target="slide173.xml"/><Relationship Id="rId5" Type="http://schemas.openxmlformats.org/officeDocument/2006/relationships/slide" Target="slide105.xml"/><Relationship Id="rId15" Type="http://schemas.openxmlformats.org/officeDocument/2006/relationships/slide" Target="slide172.xml"/><Relationship Id="rId10" Type="http://schemas.openxmlformats.org/officeDocument/2006/relationships/slide" Target="slide165.xml"/><Relationship Id="rId4" Type="http://schemas.openxmlformats.org/officeDocument/2006/relationships/slide" Target="slide41.xml"/><Relationship Id="rId9" Type="http://schemas.openxmlformats.org/officeDocument/2006/relationships/slide" Target="slide184.xml"/><Relationship Id="rId14" Type="http://schemas.openxmlformats.org/officeDocument/2006/relationships/slide" Target="slide171.xml"/></Relationships>
</file>

<file path=ppt/slides/_rels/slide170.xml.rels><?xml version="1.0" encoding="UTF-8" standalone="yes"?>
<Relationships xmlns="http://schemas.openxmlformats.org/package/2006/relationships"><Relationship Id="rId8" Type="http://schemas.openxmlformats.org/officeDocument/2006/relationships/slide" Target="slide154.xml"/><Relationship Id="rId13" Type="http://schemas.openxmlformats.org/officeDocument/2006/relationships/slide" Target="slide169.xml"/><Relationship Id="rId3" Type="http://schemas.openxmlformats.org/officeDocument/2006/relationships/slide" Target="slide4.xml"/><Relationship Id="rId7" Type="http://schemas.openxmlformats.org/officeDocument/2006/relationships/slide" Target="slide138.xml"/><Relationship Id="rId12" Type="http://schemas.openxmlformats.org/officeDocument/2006/relationships/slide" Target="slide177.xml"/><Relationship Id="rId2" Type="http://schemas.openxmlformats.org/officeDocument/2006/relationships/notesSlide" Target="../notesSlides/notesSlide170.xml"/><Relationship Id="rId16" Type="http://schemas.openxmlformats.org/officeDocument/2006/relationships/chart" Target="../charts/chart16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3.xml"/><Relationship Id="rId11" Type="http://schemas.openxmlformats.org/officeDocument/2006/relationships/slide" Target="slide174.xml"/><Relationship Id="rId5" Type="http://schemas.openxmlformats.org/officeDocument/2006/relationships/slide" Target="slide106.xml"/><Relationship Id="rId15" Type="http://schemas.openxmlformats.org/officeDocument/2006/relationships/slide" Target="slide172.xml"/><Relationship Id="rId10" Type="http://schemas.openxmlformats.org/officeDocument/2006/relationships/slide" Target="slide166.xml"/><Relationship Id="rId4" Type="http://schemas.openxmlformats.org/officeDocument/2006/relationships/slide" Target="slide42.xml"/><Relationship Id="rId9" Type="http://schemas.openxmlformats.org/officeDocument/2006/relationships/slide" Target="slide185.xml"/><Relationship Id="rId14" Type="http://schemas.openxmlformats.org/officeDocument/2006/relationships/slide" Target="slide171.xml"/></Relationships>
</file>

<file path=ppt/slides/_rels/slide171.xml.rels><?xml version="1.0" encoding="UTF-8" standalone="yes"?>
<Relationships xmlns="http://schemas.openxmlformats.org/package/2006/relationships"><Relationship Id="rId8" Type="http://schemas.openxmlformats.org/officeDocument/2006/relationships/slide" Target="slide155.xml"/><Relationship Id="rId13" Type="http://schemas.openxmlformats.org/officeDocument/2006/relationships/slide" Target="slide170.xml"/><Relationship Id="rId3" Type="http://schemas.openxmlformats.org/officeDocument/2006/relationships/slide" Target="slide4.xml"/><Relationship Id="rId7" Type="http://schemas.openxmlformats.org/officeDocument/2006/relationships/slide" Target="slide139.xml"/><Relationship Id="rId12" Type="http://schemas.openxmlformats.org/officeDocument/2006/relationships/slide" Target="slide169.xml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4.xml"/><Relationship Id="rId11" Type="http://schemas.openxmlformats.org/officeDocument/2006/relationships/slide" Target="slide178.xml"/><Relationship Id="rId5" Type="http://schemas.openxmlformats.org/officeDocument/2006/relationships/slide" Target="slide107.xml"/><Relationship Id="rId15" Type="http://schemas.openxmlformats.org/officeDocument/2006/relationships/chart" Target="../charts/chart168.xml"/><Relationship Id="rId10" Type="http://schemas.openxmlformats.org/officeDocument/2006/relationships/slide" Target="slide167.xml"/><Relationship Id="rId4" Type="http://schemas.openxmlformats.org/officeDocument/2006/relationships/slide" Target="slide43.xml"/><Relationship Id="rId9" Type="http://schemas.openxmlformats.org/officeDocument/2006/relationships/slide" Target="slide186.xml"/><Relationship Id="rId14" Type="http://schemas.openxmlformats.org/officeDocument/2006/relationships/slide" Target="slide172.xml"/></Relationships>
</file>

<file path=ppt/slides/_rels/slide172.xml.rels><?xml version="1.0" encoding="UTF-8" standalone="yes"?>
<Relationships xmlns="http://schemas.openxmlformats.org/package/2006/relationships"><Relationship Id="rId8" Type="http://schemas.openxmlformats.org/officeDocument/2006/relationships/slide" Target="slide156.xml"/><Relationship Id="rId13" Type="http://schemas.openxmlformats.org/officeDocument/2006/relationships/slide" Target="slide169.xml"/><Relationship Id="rId3" Type="http://schemas.openxmlformats.org/officeDocument/2006/relationships/slide" Target="slide4.xml"/><Relationship Id="rId7" Type="http://schemas.openxmlformats.org/officeDocument/2006/relationships/slide" Target="slide140.xml"/><Relationship Id="rId12" Type="http://schemas.openxmlformats.org/officeDocument/2006/relationships/slide" Target="slide179.xml"/><Relationship Id="rId2" Type="http://schemas.openxmlformats.org/officeDocument/2006/relationships/notesSlide" Target="../notesSlides/notesSlide172.xml"/><Relationship Id="rId16" Type="http://schemas.openxmlformats.org/officeDocument/2006/relationships/chart" Target="../charts/chart1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5.xml"/><Relationship Id="rId11" Type="http://schemas.openxmlformats.org/officeDocument/2006/relationships/slide" Target="slide175.xml"/><Relationship Id="rId5" Type="http://schemas.openxmlformats.org/officeDocument/2006/relationships/slide" Target="slide108.xml"/><Relationship Id="rId15" Type="http://schemas.openxmlformats.org/officeDocument/2006/relationships/slide" Target="slide171.xml"/><Relationship Id="rId10" Type="http://schemas.openxmlformats.org/officeDocument/2006/relationships/slide" Target="slide168.xml"/><Relationship Id="rId4" Type="http://schemas.openxmlformats.org/officeDocument/2006/relationships/slide" Target="slide44.xml"/><Relationship Id="rId9" Type="http://schemas.openxmlformats.org/officeDocument/2006/relationships/slide" Target="slide187.xml"/><Relationship Id="rId14" Type="http://schemas.openxmlformats.org/officeDocument/2006/relationships/slide" Target="slide170.xml"/></Relationships>
</file>

<file path=ppt/slides/_rels/slide173.xml.rels><?xml version="1.0" encoding="UTF-8" standalone="yes"?>
<Relationships xmlns="http://schemas.openxmlformats.org/package/2006/relationships"><Relationship Id="rId8" Type="http://schemas.openxmlformats.org/officeDocument/2006/relationships/slide" Target="slide157.xml"/><Relationship Id="rId13" Type="http://schemas.openxmlformats.org/officeDocument/2006/relationships/slide" Target="slide174.xml"/><Relationship Id="rId3" Type="http://schemas.openxmlformats.org/officeDocument/2006/relationships/slide" Target="slide4.xml"/><Relationship Id="rId7" Type="http://schemas.openxmlformats.org/officeDocument/2006/relationships/slide" Target="slide141.xml"/><Relationship Id="rId12" Type="http://schemas.openxmlformats.org/officeDocument/2006/relationships/slide" Target="slide176.xml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6.xml"/><Relationship Id="rId11" Type="http://schemas.openxmlformats.org/officeDocument/2006/relationships/slide" Target="slide169.xml"/><Relationship Id="rId5" Type="http://schemas.openxmlformats.org/officeDocument/2006/relationships/slide" Target="slide109.xml"/><Relationship Id="rId15" Type="http://schemas.openxmlformats.org/officeDocument/2006/relationships/chart" Target="../charts/chart170.xml"/><Relationship Id="rId10" Type="http://schemas.openxmlformats.org/officeDocument/2006/relationships/slide" Target="slide165.xml"/><Relationship Id="rId4" Type="http://schemas.openxmlformats.org/officeDocument/2006/relationships/slide" Target="slide45.xml"/><Relationship Id="rId9" Type="http://schemas.openxmlformats.org/officeDocument/2006/relationships/slide" Target="slide188.xml"/><Relationship Id="rId14" Type="http://schemas.openxmlformats.org/officeDocument/2006/relationships/slide" Target="slide175.xml"/></Relationships>
</file>

<file path=ppt/slides/_rels/slide174.xml.rels><?xml version="1.0" encoding="UTF-8" standalone="yes"?>
<Relationships xmlns="http://schemas.openxmlformats.org/package/2006/relationships"><Relationship Id="rId8" Type="http://schemas.openxmlformats.org/officeDocument/2006/relationships/slide" Target="slide158.xml"/><Relationship Id="rId13" Type="http://schemas.openxmlformats.org/officeDocument/2006/relationships/slide" Target="slide173.xml"/><Relationship Id="rId3" Type="http://schemas.openxmlformats.org/officeDocument/2006/relationships/slide" Target="slide4.xml"/><Relationship Id="rId7" Type="http://schemas.openxmlformats.org/officeDocument/2006/relationships/slide" Target="slide142.xml"/><Relationship Id="rId12" Type="http://schemas.openxmlformats.org/officeDocument/2006/relationships/slide" Target="slide177.xml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7.xml"/><Relationship Id="rId11" Type="http://schemas.openxmlformats.org/officeDocument/2006/relationships/slide" Target="slide170.xml"/><Relationship Id="rId5" Type="http://schemas.openxmlformats.org/officeDocument/2006/relationships/slide" Target="slide110.xml"/><Relationship Id="rId15" Type="http://schemas.openxmlformats.org/officeDocument/2006/relationships/chart" Target="../charts/chart171.xml"/><Relationship Id="rId10" Type="http://schemas.openxmlformats.org/officeDocument/2006/relationships/slide" Target="slide166.xml"/><Relationship Id="rId4" Type="http://schemas.openxmlformats.org/officeDocument/2006/relationships/slide" Target="slide46.xml"/><Relationship Id="rId9" Type="http://schemas.openxmlformats.org/officeDocument/2006/relationships/slide" Target="slide189.xml"/><Relationship Id="rId14" Type="http://schemas.openxmlformats.org/officeDocument/2006/relationships/slide" Target="slide175.xml"/></Relationships>
</file>

<file path=ppt/slides/_rels/slide175.xml.rels><?xml version="1.0" encoding="UTF-8" standalone="yes"?>
<Relationships xmlns="http://schemas.openxmlformats.org/package/2006/relationships"><Relationship Id="rId8" Type="http://schemas.openxmlformats.org/officeDocument/2006/relationships/slide" Target="slide160.xml"/><Relationship Id="rId13" Type="http://schemas.openxmlformats.org/officeDocument/2006/relationships/slide" Target="slide173.xml"/><Relationship Id="rId3" Type="http://schemas.openxmlformats.org/officeDocument/2006/relationships/slide" Target="slide4.xml"/><Relationship Id="rId7" Type="http://schemas.openxmlformats.org/officeDocument/2006/relationships/slide" Target="slide144.xml"/><Relationship Id="rId12" Type="http://schemas.openxmlformats.org/officeDocument/2006/relationships/slide" Target="slide179.xml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9.xml"/><Relationship Id="rId11" Type="http://schemas.openxmlformats.org/officeDocument/2006/relationships/slide" Target="slide172.xml"/><Relationship Id="rId5" Type="http://schemas.openxmlformats.org/officeDocument/2006/relationships/slide" Target="slide112.xml"/><Relationship Id="rId15" Type="http://schemas.openxmlformats.org/officeDocument/2006/relationships/chart" Target="../charts/chart172.xml"/><Relationship Id="rId10" Type="http://schemas.openxmlformats.org/officeDocument/2006/relationships/slide" Target="slide168.xml"/><Relationship Id="rId4" Type="http://schemas.openxmlformats.org/officeDocument/2006/relationships/slide" Target="slide48.xml"/><Relationship Id="rId9" Type="http://schemas.openxmlformats.org/officeDocument/2006/relationships/slide" Target="slide191.xml"/><Relationship Id="rId14" Type="http://schemas.openxmlformats.org/officeDocument/2006/relationships/slide" Target="slide174.xml"/></Relationships>
</file>

<file path=ppt/slides/_rels/slide176.xml.rels><?xml version="1.0" encoding="UTF-8" standalone="yes"?>
<Relationships xmlns="http://schemas.openxmlformats.org/package/2006/relationships"><Relationship Id="rId8" Type="http://schemas.openxmlformats.org/officeDocument/2006/relationships/slide" Target="slide161.xml"/><Relationship Id="rId13" Type="http://schemas.openxmlformats.org/officeDocument/2006/relationships/slide" Target="slide177.xml"/><Relationship Id="rId3" Type="http://schemas.openxmlformats.org/officeDocument/2006/relationships/slide" Target="slide4.xml"/><Relationship Id="rId7" Type="http://schemas.openxmlformats.org/officeDocument/2006/relationships/slide" Target="slide145.xml"/><Relationship Id="rId12" Type="http://schemas.openxmlformats.org/officeDocument/2006/relationships/slide" Target="slide173.xml"/><Relationship Id="rId2" Type="http://schemas.openxmlformats.org/officeDocument/2006/relationships/notesSlide" Target="../notesSlides/notesSlide176.xml"/><Relationship Id="rId16" Type="http://schemas.openxmlformats.org/officeDocument/2006/relationships/chart" Target="../charts/chart17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0.xml"/><Relationship Id="rId11" Type="http://schemas.openxmlformats.org/officeDocument/2006/relationships/slide" Target="slide169.xml"/><Relationship Id="rId5" Type="http://schemas.openxmlformats.org/officeDocument/2006/relationships/slide" Target="slide113.xml"/><Relationship Id="rId15" Type="http://schemas.openxmlformats.org/officeDocument/2006/relationships/slide" Target="slide179.xml"/><Relationship Id="rId10" Type="http://schemas.openxmlformats.org/officeDocument/2006/relationships/slide" Target="slide165.xml"/><Relationship Id="rId4" Type="http://schemas.openxmlformats.org/officeDocument/2006/relationships/slide" Target="slide49.xml"/><Relationship Id="rId9" Type="http://schemas.openxmlformats.org/officeDocument/2006/relationships/slide" Target="slide192.xml"/><Relationship Id="rId14" Type="http://schemas.openxmlformats.org/officeDocument/2006/relationships/slide" Target="slide178.xml"/></Relationships>
</file>

<file path=ppt/slides/_rels/slide177.xml.rels><?xml version="1.0" encoding="UTF-8" standalone="yes"?>
<Relationships xmlns="http://schemas.openxmlformats.org/package/2006/relationships"><Relationship Id="rId8" Type="http://schemas.openxmlformats.org/officeDocument/2006/relationships/slide" Target="slide162.xml"/><Relationship Id="rId13" Type="http://schemas.openxmlformats.org/officeDocument/2006/relationships/slide" Target="slide176.xml"/><Relationship Id="rId3" Type="http://schemas.openxmlformats.org/officeDocument/2006/relationships/slide" Target="slide4.xml"/><Relationship Id="rId7" Type="http://schemas.openxmlformats.org/officeDocument/2006/relationships/slide" Target="slide146.xml"/><Relationship Id="rId12" Type="http://schemas.openxmlformats.org/officeDocument/2006/relationships/slide" Target="slide174.xml"/><Relationship Id="rId2" Type="http://schemas.openxmlformats.org/officeDocument/2006/relationships/notesSlide" Target="../notesSlides/notesSlide177.xml"/><Relationship Id="rId16" Type="http://schemas.openxmlformats.org/officeDocument/2006/relationships/chart" Target="../charts/chart1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1.xml"/><Relationship Id="rId11" Type="http://schemas.openxmlformats.org/officeDocument/2006/relationships/slide" Target="slide170.xml"/><Relationship Id="rId5" Type="http://schemas.openxmlformats.org/officeDocument/2006/relationships/slide" Target="slide114.xml"/><Relationship Id="rId15" Type="http://schemas.openxmlformats.org/officeDocument/2006/relationships/slide" Target="slide179.xml"/><Relationship Id="rId10" Type="http://schemas.openxmlformats.org/officeDocument/2006/relationships/slide" Target="slide166.xml"/><Relationship Id="rId4" Type="http://schemas.openxmlformats.org/officeDocument/2006/relationships/slide" Target="slide50.xml"/><Relationship Id="rId9" Type="http://schemas.openxmlformats.org/officeDocument/2006/relationships/slide" Target="slide193.xml"/><Relationship Id="rId14" Type="http://schemas.openxmlformats.org/officeDocument/2006/relationships/slide" Target="slide178.xml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slide" Target="slide163.xml"/><Relationship Id="rId13" Type="http://schemas.openxmlformats.org/officeDocument/2006/relationships/slide" Target="slide177.xml"/><Relationship Id="rId3" Type="http://schemas.openxmlformats.org/officeDocument/2006/relationships/slide" Target="slide4.xml"/><Relationship Id="rId7" Type="http://schemas.openxmlformats.org/officeDocument/2006/relationships/slide" Target="slide147.xml"/><Relationship Id="rId12" Type="http://schemas.openxmlformats.org/officeDocument/2006/relationships/slide" Target="slide176.xml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2.xml"/><Relationship Id="rId11" Type="http://schemas.openxmlformats.org/officeDocument/2006/relationships/slide" Target="slide171.xml"/><Relationship Id="rId5" Type="http://schemas.openxmlformats.org/officeDocument/2006/relationships/slide" Target="slide115.xml"/><Relationship Id="rId15" Type="http://schemas.openxmlformats.org/officeDocument/2006/relationships/chart" Target="../charts/chart175.xml"/><Relationship Id="rId10" Type="http://schemas.openxmlformats.org/officeDocument/2006/relationships/slide" Target="slide167.xml"/><Relationship Id="rId4" Type="http://schemas.openxmlformats.org/officeDocument/2006/relationships/slide" Target="slide51.xml"/><Relationship Id="rId9" Type="http://schemas.openxmlformats.org/officeDocument/2006/relationships/slide" Target="slide194.xml"/><Relationship Id="rId14" Type="http://schemas.openxmlformats.org/officeDocument/2006/relationships/slide" Target="slide179.xml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slide" Target="slide164.xml"/><Relationship Id="rId13" Type="http://schemas.openxmlformats.org/officeDocument/2006/relationships/slide" Target="slide176.xml"/><Relationship Id="rId3" Type="http://schemas.openxmlformats.org/officeDocument/2006/relationships/slide" Target="slide4.xml"/><Relationship Id="rId7" Type="http://schemas.openxmlformats.org/officeDocument/2006/relationships/slide" Target="slide148.xml"/><Relationship Id="rId12" Type="http://schemas.openxmlformats.org/officeDocument/2006/relationships/slide" Target="slide175.xml"/><Relationship Id="rId2" Type="http://schemas.openxmlformats.org/officeDocument/2006/relationships/notesSlide" Target="../notesSlides/notesSlide179.xml"/><Relationship Id="rId16" Type="http://schemas.openxmlformats.org/officeDocument/2006/relationships/chart" Target="../charts/chart17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3.xml"/><Relationship Id="rId11" Type="http://schemas.openxmlformats.org/officeDocument/2006/relationships/slide" Target="slide172.xml"/><Relationship Id="rId5" Type="http://schemas.openxmlformats.org/officeDocument/2006/relationships/slide" Target="slide116.xml"/><Relationship Id="rId15" Type="http://schemas.openxmlformats.org/officeDocument/2006/relationships/slide" Target="slide178.xml"/><Relationship Id="rId10" Type="http://schemas.openxmlformats.org/officeDocument/2006/relationships/slide" Target="slide168.xml"/><Relationship Id="rId4" Type="http://schemas.openxmlformats.org/officeDocument/2006/relationships/slide" Target="slide52.xml"/><Relationship Id="rId9" Type="http://schemas.openxmlformats.org/officeDocument/2006/relationships/slide" Target="slide195.xml"/><Relationship Id="rId14" Type="http://schemas.openxmlformats.org/officeDocument/2006/relationships/slide" Target="slide177.xml"/></Relationships>
</file>

<file path=ppt/slides/_rels/slide180.xml.rels><?xml version="1.0" encoding="UTF-8" standalone="yes"?>
<Relationships xmlns="http://schemas.openxmlformats.org/package/2006/relationships"><Relationship Id="rId8" Type="http://schemas.openxmlformats.org/officeDocument/2006/relationships/slide" Target="slide149.xml"/><Relationship Id="rId13" Type="http://schemas.openxmlformats.org/officeDocument/2006/relationships/slide" Target="slide181.xml"/><Relationship Id="rId3" Type="http://schemas.openxmlformats.org/officeDocument/2006/relationships/slide" Target="slide4.xml"/><Relationship Id="rId7" Type="http://schemas.openxmlformats.org/officeDocument/2006/relationships/slide" Target="slide133.xml"/><Relationship Id="rId12" Type="http://schemas.openxmlformats.org/officeDocument/2006/relationships/slide" Target="slide192.xml"/><Relationship Id="rId2" Type="http://schemas.openxmlformats.org/officeDocument/2006/relationships/notesSlide" Target="../notesSlides/notesSlide180.xml"/><Relationship Id="rId16" Type="http://schemas.openxmlformats.org/officeDocument/2006/relationships/chart" Target="../charts/chart1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4.xml"/><Relationship Id="rId11" Type="http://schemas.openxmlformats.org/officeDocument/2006/relationships/slide" Target="slide188.xml"/><Relationship Id="rId5" Type="http://schemas.openxmlformats.org/officeDocument/2006/relationships/slide" Target="slide117.xml"/><Relationship Id="rId15" Type="http://schemas.openxmlformats.org/officeDocument/2006/relationships/slide" Target="slide183.xml"/><Relationship Id="rId10" Type="http://schemas.openxmlformats.org/officeDocument/2006/relationships/slide" Target="slide184.xml"/><Relationship Id="rId4" Type="http://schemas.openxmlformats.org/officeDocument/2006/relationships/slide" Target="slide53.xml"/><Relationship Id="rId9" Type="http://schemas.openxmlformats.org/officeDocument/2006/relationships/slide" Target="slide165.xml"/><Relationship Id="rId14" Type="http://schemas.openxmlformats.org/officeDocument/2006/relationships/slide" Target="slide182.xml"/></Relationships>
</file>

<file path=ppt/slides/_rels/slide181.xml.rels><?xml version="1.0" encoding="UTF-8" standalone="yes"?>
<Relationships xmlns="http://schemas.openxmlformats.org/package/2006/relationships"><Relationship Id="rId8" Type="http://schemas.openxmlformats.org/officeDocument/2006/relationships/slide" Target="slide150.xml"/><Relationship Id="rId13" Type="http://schemas.openxmlformats.org/officeDocument/2006/relationships/slide" Target="slide180.xml"/><Relationship Id="rId3" Type="http://schemas.openxmlformats.org/officeDocument/2006/relationships/slide" Target="slide4.xml"/><Relationship Id="rId7" Type="http://schemas.openxmlformats.org/officeDocument/2006/relationships/slide" Target="slide134.xml"/><Relationship Id="rId12" Type="http://schemas.openxmlformats.org/officeDocument/2006/relationships/slide" Target="slide193.xml"/><Relationship Id="rId2" Type="http://schemas.openxmlformats.org/officeDocument/2006/relationships/notesSlide" Target="../notesSlides/notesSlide181.xml"/><Relationship Id="rId16" Type="http://schemas.openxmlformats.org/officeDocument/2006/relationships/chart" Target="../charts/chart1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5.xml"/><Relationship Id="rId11" Type="http://schemas.openxmlformats.org/officeDocument/2006/relationships/slide" Target="slide189.xml"/><Relationship Id="rId5" Type="http://schemas.openxmlformats.org/officeDocument/2006/relationships/slide" Target="slide118.xml"/><Relationship Id="rId15" Type="http://schemas.openxmlformats.org/officeDocument/2006/relationships/slide" Target="slide183.xml"/><Relationship Id="rId10" Type="http://schemas.openxmlformats.org/officeDocument/2006/relationships/slide" Target="slide185.xml"/><Relationship Id="rId4" Type="http://schemas.openxmlformats.org/officeDocument/2006/relationships/slide" Target="slide54.xml"/><Relationship Id="rId9" Type="http://schemas.openxmlformats.org/officeDocument/2006/relationships/slide" Target="slide166.xml"/><Relationship Id="rId14" Type="http://schemas.openxmlformats.org/officeDocument/2006/relationships/slide" Target="slide182.xml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slide" Target="slide151.xml"/><Relationship Id="rId13" Type="http://schemas.openxmlformats.org/officeDocument/2006/relationships/slide" Target="slide180.xml"/><Relationship Id="rId3" Type="http://schemas.openxmlformats.org/officeDocument/2006/relationships/slide" Target="slide4.xml"/><Relationship Id="rId7" Type="http://schemas.openxmlformats.org/officeDocument/2006/relationships/slide" Target="slide135.xml"/><Relationship Id="rId12" Type="http://schemas.openxmlformats.org/officeDocument/2006/relationships/slide" Target="slide194.xml"/><Relationship Id="rId2" Type="http://schemas.openxmlformats.org/officeDocument/2006/relationships/notesSlide" Target="../notesSlides/notesSlide182.xml"/><Relationship Id="rId16" Type="http://schemas.openxmlformats.org/officeDocument/2006/relationships/chart" Target="../charts/chart17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6.xml"/><Relationship Id="rId11" Type="http://schemas.openxmlformats.org/officeDocument/2006/relationships/slide" Target="slide190.xml"/><Relationship Id="rId5" Type="http://schemas.openxmlformats.org/officeDocument/2006/relationships/slide" Target="slide119.xml"/><Relationship Id="rId15" Type="http://schemas.openxmlformats.org/officeDocument/2006/relationships/slide" Target="slide183.xml"/><Relationship Id="rId10" Type="http://schemas.openxmlformats.org/officeDocument/2006/relationships/slide" Target="slide186.xml"/><Relationship Id="rId4" Type="http://schemas.openxmlformats.org/officeDocument/2006/relationships/slide" Target="slide55.xml"/><Relationship Id="rId9" Type="http://schemas.openxmlformats.org/officeDocument/2006/relationships/slide" Target="slide167.xml"/><Relationship Id="rId14" Type="http://schemas.openxmlformats.org/officeDocument/2006/relationships/slide" Target="slide181.xml"/></Relationships>
</file>

<file path=ppt/slides/_rels/slide183.xml.rels><?xml version="1.0" encoding="UTF-8" standalone="yes"?>
<Relationships xmlns="http://schemas.openxmlformats.org/package/2006/relationships"><Relationship Id="rId8" Type="http://schemas.openxmlformats.org/officeDocument/2006/relationships/slide" Target="slide152.xml"/><Relationship Id="rId13" Type="http://schemas.openxmlformats.org/officeDocument/2006/relationships/slide" Target="slide180.xml"/><Relationship Id="rId3" Type="http://schemas.openxmlformats.org/officeDocument/2006/relationships/slide" Target="slide4.xml"/><Relationship Id="rId7" Type="http://schemas.openxmlformats.org/officeDocument/2006/relationships/slide" Target="slide136.xml"/><Relationship Id="rId12" Type="http://schemas.openxmlformats.org/officeDocument/2006/relationships/slide" Target="slide195.xml"/><Relationship Id="rId2" Type="http://schemas.openxmlformats.org/officeDocument/2006/relationships/notesSlide" Target="../notesSlides/notesSlide183.xml"/><Relationship Id="rId16" Type="http://schemas.openxmlformats.org/officeDocument/2006/relationships/chart" Target="../charts/chart1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7.xml"/><Relationship Id="rId11" Type="http://schemas.openxmlformats.org/officeDocument/2006/relationships/slide" Target="slide191.xml"/><Relationship Id="rId5" Type="http://schemas.openxmlformats.org/officeDocument/2006/relationships/slide" Target="slide120.xml"/><Relationship Id="rId15" Type="http://schemas.openxmlformats.org/officeDocument/2006/relationships/slide" Target="slide182.xml"/><Relationship Id="rId10" Type="http://schemas.openxmlformats.org/officeDocument/2006/relationships/slide" Target="slide187.xml"/><Relationship Id="rId4" Type="http://schemas.openxmlformats.org/officeDocument/2006/relationships/slide" Target="slide56.xml"/><Relationship Id="rId9" Type="http://schemas.openxmlformats.org/officeDocument/2006/relationships/slide" Target="slide168.xml"/><Relationship Id="rId14" Type="http://schemas.openxmlformats.org/officeDocument/2006/relationships/slide" Target="slide181.xml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slide" Target="slide153.xml"/><Relationship Id="rId13" Type="http://schemas.openxmlformats.org/officeDocument/2006/relationships/slide" Target="slide185.xml"/><Relationship Id="rId3" Type="http://schemas.openxmlformats.org/officeDocument/2006/relationships/slide" Target="slide4.xml"/><Relationship Id="rId7" Type="http://schemas.openxmlformats.org/officeDocument/2006/relationships/slide" Target="slide137.xml"/><Relationship Id="rId12" Type="http://schemas.openxmlformats.org/officeDocument/2006/relationships/slide" Target="slide192.xml"/><Relationship Id="rId2" Type="http://schemas.openxmlformats.org/officeDocument/2006/relationships/notesSlide" Target="../notesSlides/notesSlide184.xml"/><Relationship Id="rId16" Type="http://schemas.openxmlformats.org/officeDocument/2006/relationships/chart" Target="../charts/chart1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8.xml"/><Relationship Id="rId11" Type="http://schemas.openxmlformats.org/officeDocument/2006/relationships/slide" Target="slide188.xml"/><Relationship Id="rId5" Type="http://schemas.openxmlformats.org/officeDocument/2006/relationships/slide" Target="slide121.xml"/><Relationship Id="rId15" Type="http://schemas.openxmlformats.org/officeDocument/2006/relationships/slide" Target="slide187.xml"/><Relationship Id="rId10" Type="http://schemas.openxmlformats.org/officeDocument/2006/relationships/slide" Target="slide180.xml"/><Relationship Id="rId4" Type="http://schemas.openxmlformats.org/officeDocument/2006/relationships/slide" Target="slide57.xml"/><Relationship Id="rId9" Type="http://schemas.openxmlformats.org/officeDocument/2006/relationships/slide" Target="slide169.xml"/><Relationship Id="rId14" Type="http://schemas.openxmlformats.org/officeDocument/2006/relationships/slide" Target="slide186.xml"/></Relationships>
</file>

<file path=ppt/slides/_rels/slide185.xml.rels><?xml version="1.0" encoding="UTF-8" standalone="yes"?>
<Relationships xmlns="http://schemas.openxmlformats.org/package/2006/relationships"><Relationship Id="rId8" Type="http://schemas.openxmlformats.org/officeDocument/2006/relationships/slide" Target="slide154.xml"/><Relationship Id="rId13" Type="http://schemas.openxmlformats.org/officeDocument/2006/relationships/slide" Target="slide184.xml"/><Relationship Id="rId3" Type="http://schemas.openxmlformats.org/officeDocument/2006/relationships/slide" Target="slide4.xml"/><Relationship Id="rId7" Type="http://schemas.openxmlformats.org/officeDocument/2006/relationships/slide" Target="slide138.xml"/><Relationship Id="rId12" Type="http://schemas.openxmlformats.org/officeDocument/2006/relationships/slide" Target="slide193.xml"/><Relationship Id="rId2" Type="http://schemas.openxmlformats.org/officeDocument/2006/relationships/notesSlide" Target="../notesSlides/notesSlide185.xml"/><Relationship Id="rId16" Type="http://schemas.openxmlformats.org/officeDocument/2006/relationships/chart" Target="../charts/chart18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9.xml"/><Relationship Id="rId11" Type="http://schemas.openxmlformats.org/officeDocument/2006/relationships/slide" Target="slide189.xml"/><Relationship Id="rId5" Type="http://schemas.openxmlformats.org/officeDocument/2006/relationships/slide" Target="slide122.xml"/><Relationship Id="rId15" Type="http://schemas.openxmlformats.org/officeDocument/2006/relationships/slide" Target="slide187.xml"/><Relationship Id="rId10" Type="http://schemas.openxmlformats.org/officeDocument/2006/relationships/slide" Target="slide181.xml"/><Relationship Id="rId4" Type="http://schemas.openxmlformats.org/officeDocument/2006/relationships/slide" Target="slide58.xml"/><Relationship Id="rId9" Type="http://schemas.openxmlformats.org/officeDocument/2006/relationships/slide" Target="slide170.xml"/><Relationship Id="rId14" Type="http://schemas.openxmlformats.org/officeDocument/2006/relationships/slide" Target="slide186.xml"/></Relationships>
</file>

<file path=ppt/slides/_rels/slide186.xml.rels><?xml version="1.0" encoding="UTF-8" standalone="yes"?>
<Relationships xmlns="http://schemas.openxmlformats.org/package/2006/relationships"><Relationship Id="rId8" Type="http://schemas.openxmlformats.org/officeDocument/2006/relationships/slide" Target="slide155.xml"/><Relationship Id="rId13" Type="http://schemas.openxmlformats.org/officeDocument/2006/relationships/slide" Target="slide184.xml"/><Relationship Id="rId3" Type="http://schemas.openxmlformats.org/officeDocument/2006/relationships/slide" Target="slide4.xml"/><Relationship Id="rId7" Type="http://schemas.openxmlformats.org/officeDocument/2006/relationships/slide" Target="slide139.xml"/><Relationship Id="rId12" Type="http://schemas.openxmlformats.org/officeDocument/2006/relationships/slide" Target="slide194.xml"/><Relationship Id="rId2" Type="http://schemas.openxmlformats.org/officeDocument/2006/relationships/notesSlide" Target="../notesSlides/notesSlide186.xml"/><Relationship Id="rId16" Type="http://schemas.openxmlformats.org/officeDocument/2006/relationships/chart" Target="../charts/chart1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0.xml"/><Relationship Id="rId11" Type="http://schemas.openxmlformats.org/officeDocument/2006/relationships/slide" Target="slide190.xml"/><Relationship Id="rId5" Type="http://schemas.openxmlformats.org/officeDocument/2006/relationships/slide" Target="slide123.xml"/><Relationship Id="rId15" Type="http://schemas.openxmlformats.org/officeDocument/2006/relationships/slide" Target="slide187.xml"/><Relationship Id="rId10" Type="http://schemas.openxmlformats.org/officeDocument/2006/relationships/slide" Target="slide182.xml"/><Relationship Id="rId4" Type="http://schemas.openxmlformats.org/officeDocument/2006/relationships/slide" Target="slide59.xml"/><Relationship Id="rId9" Type="http://schemas.openxmlformats.org/officeDocument/2006/relationships/slide" Target="slide171.xml"/><Relationship Id="rId14" Type="http://schemas.openxmlformats.org/officeDocument/2006/relationships/slide" Target="slide185.xml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slide" Target="slide156.xml"/><Relationship Id="rId13" Type="http://schemas.openxmlformats.org/officeDocument/2006/relationships/slide" Target="slide184.xml"/><Relationship Id="rId3" Type="http://schemas.openxmlformats.org/officeDocument/2006/relationships/slide" Target="slide4.xml"/><Relationship Id="rId7" Type="http://schemas.openxmlformats.org/officeDocument/2006/relationships/slide" Target="slide140.xml"/><Relationship Id="rId12" Type="http://schemas.openxmlformats.org/officeDocument/2006/relationships/slide" Target="slide195.xml"/><Relationship Id="rId2" Type="http://schemas.openxmlformats.org/officeDocument/2006/relationships/notesSlide" Target="../notesSlides/notesSlide187.xml"/><Relationship Id="rId16" Type="http://schemas.openxmlformats.org/officeDocument/2006/relationships/chart" Target="../charts/chart1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1.xml"/><Relationship Id="rId11" Type="http://schemas.openxmlformats.org/officeDocument/2006/relationships/slide" Target="slide191.xml"/><Relationship Id="rId5" Type="http://schemas.openxmlformats.org/officeDocument/2006/relationships/slide" Target="slide124.xml"/><Relationship Id="rId15" Type="http://schemas.openxmlformats.org/officeDocument/2006/relationships/slide" Target="slide186.xml"/><Relationship Id="rId10" Type="http://schemas.openxmlformats.org/officeDocument/2006/relationships/slide" Target="slide183.xml"/><Relationship Id="rId4" Type="http://schemas.openxmlformats.org/officeDocument/2006/relationships/slide" Target="slide60.xml"/><Relationship Id="rId9" Type="http://schemas.openxmlformats.org/officeDocument/2006/relationships/slide" Target="slide172.xml"/><Relationship Id="rId14" Type="http://schemas.openxmlformats.org/officeDocument/2006/relationships/slide" Target="slide185.xml"/></Relationships>
</file>

<file path=ppt/slides/_rels/slide188.xml.rels><?xml version="1.0" encoding="UTF-8" standalone="yes"?>
<Relationships xmlns="http://schemas.openxmlformats.org/package/2006/relationships"><Relationship Id="rId8" Type="http://schemas.openxmlformats.org/officeDocument/2006/relationships/slide" Target="slide157.xml"/><Relationship Id="rId13" Type="http://schemas.openxmlformats.org/officeDocument/2006/relationships/slide" Target="slide189.xml"/><Relationship Id="rId3" Type="http://schemas.openxmlformats.org/officeDocument/2006/relationships/slide" Target="slide4.xml"/><Relationship Id="rId7" Type="http://schemas.openxmlformats.org/officeDocument/2006/relationships/slide" Target="slide141.xml"/><Relationship Id="rId12" Type="http://schemas.openxmlformats.org/officeDocument/2006/relationships/slide" Target="slide192.xml"/><Relationship Id="rId2" Type="http://schemas.openxmlformats.org/officeDocument/2006/relationships/notesSlide" Target="../notesSlides/notesSlide188.xml"/><Relationship Id="rId16" Type="http://schemas.openxmlformats.org/officeDocument/2006/relationships/chart" Target="../charts/chart18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2.xml"/><Relationship Id="rId11" Type="http://schemas.openxmlformats.org/officeDocument/2006/relationships/slide" Target="slide184.xml"/><Relationship Id="rId5" Type="http://schemas.openxmlformats.org/officeDocument/2006/relationships/slide" Target="slide125.xml"/><Relationship Id="rId15" Type="http://schemas.openxmlformats.org/officeDocument/2006/relationships/slide" Target="slide191.xml"/><Relationship Id="rId10" Type="http://schemas.openxmlformats.org/officeDocument/2006/relationships/slide" Target="slide180.xml"/><Relationship Id="rId4" Type="http://schemas.openxmlformats.org/officeDocument/2006/relationships/slide" Target="slide61.xml"/><Relationship Id="rId9" Type="http://schemas.openxmlformats.org/officeDocument/2006/relationships/slide" Target="slide173.xml"/><Relationship Id="rId14" Type="http://schemas.openxmlformats.org/officeDocument/2006/relationships/slide" Target="slide190.xml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slide" Target="slide158.xml"/><Relationship Id="rId13" Type="http://schemas.openxmlformats.org/officeDocument/2006/relationships/slide" Target="slide188.xml"/><Relationship Id="rId3" Type="http://schemas.openxmlformats.org/officeDocument/2006/relationships/slide" Target="slide4.xml"/><Relationship Id="rId7" Type="http://schemas.openxmlformats.org/officeDocument/2006/relationships/slide" Target="slide142.xml"/><Relationship Id="rId12" Type="http://schemas.openxmlformats.org/officeDocument/2006/relationships/slide" Target="slide193.xml"/><Relationship Id="rId2" Type="http://schemas.openxmlformats.org/officeDocument/2006/relationships/notesSlide" Target="../notesSlides/notesSlide189.xml"/><Relationship Id="rId16" Type="http://schemas.openxmlformats.org/officeDocument/2006/relationships/chart" Target="../charts/chart1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3.xml"/><Relationship Id="rId11" Type="http://schemas.openxmlformats.org/officeDocument/2006/relationships/slide" Target="slide185.xml"/><Relationship Id="rId5" Type="http://schemas.openxmlformats.org/officeDocument/2006/relationships/slide" Target="slide126.xml"/><Relationship Id="rId15" Type="http://schemas.openxmlformats.org/officeDocument/2006/relationships/slide" Target="slide191.xml"/><Relationship Id="rId10" Type="http://schemas.openxmlformats.org/officeDocument/2006/relationships/slide" Target="slide181.xml"/><Relationship Id="rId4" Type="http://schemas.openxmlformats.org/officeDocument/2006/relationships/slide" Target="slide62.xml"/><Relationship Id="rId9" Type="http://schemas.openxmlformats.org/officeDocument/2006/relationships/slide" Target="slide174.xml"/><Relationship Id="rId14" Type="http://schemas.openxmlformats.org/officeDocument/2006/relationships/slide" Target="slide190.xml"/></Relationships>
</file>

<file path=ppt/slides/_rels/slide190.xml.rels><?xml version="1.0" encoding="UTF-8" standalone="yes"?>
<Relationships xmlns="http://schemas.openxmlformats.org/package/2006/relationships"><Relationship Id="rId8" Type="http://schemas.openxmlformats.org/officeDocument/2006/relationships/slide" Target="slide159.xml"/><Relationship Id="rId13" Type="http://schemas.openxmlformats.org/officeDocument/2006/relationships/slide" Target="slide189.xml"/><Relationship Id="rId3" Type="http://schemas.openxmlformats.org/officeDocument/2006/relationships/slide" Target="slide4.xml"/><Relationship Id="rId7" Type="http://schemas.openxmlformats.org/officeDocument/2006/relationships/slide" Target="slide143.xml"/><Relationship Id="rId12" Type="http://schemas.openxmlformats.org/officeDocument/2006/relationships/slide" Target="slide188.xml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4.xml"/><Relationship Id="rId11" Type="http://schemas.openxmlformats.org/officeDocument/2006/relationships/slide" Target="slide194.xml"/><Relationship Id="rId5" Type="http://schemas.openxmlformats.org/officeDocument/2006/relationships/slide" Target="slide127.xml"/><Relationship Id="rId15" Type="http://schemas.openxmlformats.org/officeDocument/2006/relationships/chart" Target="../charts/chart187.xml"/><Relationship Id="rId10" Type="http://schemas.openxmlformats.org/officeDocument/2006/relationships/slide" Target="slide186.xml"/><Relationship Id="rId4" Type="http://schemas.openxmlformats.org/officeDocument/2006/relationships/slide" Target="slide63.xml"/><Relationship Id="rId9" Type="http://schemas.openxmlformats.org/officeDocument/2006/relationships/slide" Target="slide182.xml"/><Relationship Id="rId14" Type="http://schemas.openxmlformats.org/officeDocument/2006/relationships/slide" Target="slide191.xml"/></Relationships>
</file>

<file path=ppt/slides/_rels/slide191.xml.rels><?xml version="1.0" encoding="UTF-8" standalone="yes"?>
<Relationships xmlns="http://schemas.openxmlformats.org/package/2006/relationships"><Relationship Id="rId8" Type="http://schemas.openxmlformats.org/officeDocument/2006/relationships/slide" Target="slide160.xml"/><Relationship Id="rId13" Type="http://schemas.openxmlformats.org/officeDocument/2006/relationships/slide" Target="slide188.xml"/><Relationship Id="rId3" Type="http://schemas.openxmlformats.org/officeDocument/2006/relationships/slide" Target="slide4.xml"/><Relationship Id="rId7" Type="http://schemas.openxmlformats.org/officeDocument/2006/relationships/slide" Target="slide144.xml"/><Relationship Id="rId12" Type="http://schemas.openxmlformats.org/officeDocument/2006/relationships/slide" Target="slide195.xml"/><Relationship Id="rId2" Type="http://schemas.openxmlformats.org/officeDocument/2006/relationships/notesSlide" Target="../notesSlides/notesSlide191.xml"/><Relationship Id="rId16" Type="http://schemas.openxmlformats.org/officeDocument/2006/relationships/chart" Target="../charts/chart18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5.xml"/><Relationship Id="rId11" Type="http://schemas.openxmlformats.org/officeDocument/2006/relationships/slide" Target="slide187.xml"/><Relationship Id="rId5" Type="http://schemas.openxmlformats.org/officeDocument/2006/relationships/slide" Target="slide128.xml"/><Relationship Id="rId15" Type="http://schemas.openxmlformats.org/officeDocument/2006/relationships/slide" Target="slide190.xml"/><Relationship Id="rId10" Type="http://schemas.openxmlformats.org/officeDocument/2006/relationships/slide" Target="slide183.xml"/><Relationship Id="rId4" Type="http://schemas.openxmlformats.org/officeDocument/2006/relationships/slide" Target="slide64.xml"/><Relationship Id="rId9" Type="http://schemas.openxmlformats.org/officeDocument/2006/relationships/slide" Target="slide175.xml"/><Relationship Id="rId14" Type="http://schemas.openxmlformats.org/officeDocument/2006/relationships/slide" Target="slide189.xml"/></Relationships>
</file>

<file path=ppt/slides/_rels/slide192.xml.rels><?xml version="1.0" encoding="UTF-8" standalone="yes"?>
<Relationships xmlns="http://schemas.openxmlformats.org/package/2006/relationships"><Relationship Id="rId8" Type="http://schemas.openxmlformats.org/officeDocument/2006/relationships/slide" Target="slide161.xml"/><Relationship Id="rId13" Type="http://schemas.openxmlformats.org/officeDocument/2006/relationships/slide" Target="slide193.xml"/><Relationship Id="rId3" Type="http://schemas.openxmlformats.org/officeDocument/2006/relationships/slide" Target="slide4.xml"/><Relationship Id="rId7" Type="http://schemas.openxmlformats.org/officeDocument/2006/relationships/slide" Target="slide145.xml"/><Relationship Id="rId12" Type="http://schemas.openxmlformats.org/officeDocument/2006/relationships/slide" Target="slide188.xml"/><Relationship Id="rId2" Type="http://schemas.openxmlformats.org/officeDocument/2006/relationships/notesSlide" Target="../notesSlides/notesSlide192.xml"/><Relationship Id="rId16" Type="http://schemas.openxmlformats.org/officeDocument/2006/relationships/chart" Target="../charts/chart1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6.xml"/><Relationship Id="rId11" Type="http://schemas.openxmlformats.org/officeDocument/2006/relationships/slide" Target="slide184.xml"/><Relationship Id="rId5" Type="http://schemas.openxmlformats.org/officeDocument/2006/relationships/slide" Target="slide129.xml"/><Relationship Id="rId15" Type="http://schemas.openxmlformats.org/officeDocument/2006/relationships/slide" Target="slide195.xml"/><Relationship Id="rId10" Type="http://schemas.openxmlformats.org/officeDocument/2006/relationships/slide" Target="slide180.xml"/><Relationship Id="rId4" Type="http://schemas.openxmlformats.org/officeDocument/2006/relationships/slide" Target="slide65.xml"/><Relationship Id="rId9" Type="http://schemas.openxmlformats.org/officeDocument/2006/relationships/slide" Target="slide176.xml"/><Relationship Id="rId14" Type="http://schemas.openxmlformats.org/officeDocument/2006/relationships/slide" Target="slide194.xml"/></Relationships>
</file>

<file path=ppt/slides/_rels/slide193.xml.rels><?xml version="1.0" encoding="UTF-8" standalone="yes"?>
<Relationships xmlns="http://schemas.openxmlformats.org/package/2006/relationships"><Relationship Id="rId8" Type="http://schemas.openxmlformats.org/officeDocument/2006/relationships/slide" Target="slide162.xml"/><Relationship Id="rId13" Type="http://schemas.openxmlformats.org/officeDocument/2006/relationships/slide" Target="slide192.xml"/><Relationship Id="rId3" Type="http://schemas.openxmlformats.org/officeDocument/2006/relationships/slide" Target="slide4.xml"/><Relationship Id="rId7" Type="http://schemas.openxmlformats.org/officeDocument/2006/relationships/slide" Target="slide146.xml"/><Relationship Id="rId12" Type="http://schemas.openxmlformats.org/officeDocument/2006/relationships/slide" Target="slide189.xml"/><Relationship Id="rId2" Type="http://schemas.openxmlformats.org/officeDocument/2006/relationships/notesSlide" Target="../notesSlides/notesSlide193.xml"/><Relationship Id="rId16" Type="http://schemas.openxmlformats.org/officeDocument/2006/relationships/chart" Target="../charts/chart1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7.xml"/><Relationship Id="rId11" Type="http://schemas.openxmlformats.org/officeDocument/2006/relationships/slide" Target="slide185.xml"/><Relationship Id="rId5" Type="http://schemas.openxmlformats.org/officeDocument/2006/relationships/slide" Target="slide130.xml"/><Relationship Id="rId15" Type="http://schemas.openxmlformats.org/officeDocument/2006/relationships/slide" Target="slide195.xml"/><Relationship Id="rId10" Type="http://schemas.openxmlformats.org/officeDocument/2006/relationships/slide" Target="slide181.xml"/><Relationship Id="rId4" Type="http://schemas.openxmlformats.org/officeDocument/2006/relationships/slide" Target="slide66.xml"/><Relationship Id="rId9" Type="http://schemas.openxmlformats.org/officeDocument/2006/relationships/slide" Target="slide177.xml"/><Relationship Id="rId14" Type="http://schemas.openxmlformats.org/officeDocument/2006/relationships/slide" Target="slide194.xml"/></Relationships>
</file>

<file path=ppt/slides/_rels/slide194.xml.rels><?xml version="1.0" encoding="UTF-8" standalone="yes"?>
<Relationships xmlns="http://schemas.openxmlformats.org/package/2006/relationships"><Relationship Id="rId8" Type="http://schemas.openxmlformats.org/officeDocument/2006/relationships/slide" Target="slide163.xml"/><Relationship Id="rId13" Type="http://schemas.openxmlformats.org/officeDocument/2006/relationships/slide" Target="slide192.xml"/><Relationship Id="rId3" Type="http://schemas.openxmlformats.org/officeDocument/2006/relationships/slide" Target="slide4.xml"/><Relationship Id="rId7" Type="http://schemas.openxmlformats.org/officeDocument/2006/relationships/slide" Target="slide147.xml"/><Relationship Id="rId12" Type="http://schemas.openxmlformats.org/officeDocument/2006/relationships/slide" Target="slide190.xml"/><Relationship Id="rId2" Type="http://schemas.openxmlformats.org/officeDocument/2006/relationships/notesSlide" Target="../notesSlides/notesSlide194.xml"/><Relationship Id="rId16" Type="http://schemas.openxmlformats.org/officeDocument/2006/relationships/chart" Target="../charts/chart19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8.xml"/><Relationship Id="rId11" Type="http://schemas.openxmlformats.org/officeDocument/2006/relationships/slide" Target="slide186.xml"/><Relationship Id="rId5" Type="http://schemas.openxmlformats.org/officeDocument/2006/relationships/slide" Target="slide131.xml"/><Relationship Id="rId15" Type="http://schemas.openxmlformats.org/officeDocument/2006/relationships/slide" Target="slide195.xml"/><Relationship Id="rId10" Type="http://schemas.openxmlformats.org/officeDocument/2006/relationships/slide" Target="slide182.xml"/><Relationship Id="rId4" Type="http://schemas.openxmlformats.org/officeDocument/2006/relationships/slide" Target="slide67.xml"/><Relationship Id="rId9" Type="http://schemas.openxmlformats.org/officeDocument/2006/relationships/slide" Target="slide178.xml"/><Relationship Id="rId14" Type="http://schemas.openxmlformats.org/officeDocument/2006/relationships/slide" Target="slide193.xml"/></Relationships>
</file>

<file path=ppt/slides/_rels/slide195.xml.rels><?xml version="1.0" encoding="UTF-8" standalone="yes"?>
<Relationships xmlns="http://schemas.openxmlformats.org/package/2006/relationships"><Relationship Id="rId8" Type="http://schemas.openxmlformats.org/officeDocument/2006/relationships/slide" Target="slide164.xml"/><Relationship Id="rId13" Type="http://schemas.openxmlformats.org/officeDocument/2006/relationships/slide" Target="slide192.xml"/><Relationship Id="rId3" Type="http://schemas.openxmlformats.org/officeDocument/2006/relationships/slide" Target="slide4.xml"/><Relationship Id="rId7" Type="http://schemas.openxmlformats.org/officeDocument/2006/relationships/slide" Target="slide148.xml"/><Relationship Id="rId12" Type="http://schemas.openxmlformats.org/officeDocument/2006/relationships/slide" Target="slide191.xml"/><Relationship Id="rId2" Type="http://schemas.openxmlformats.org/officeDocument/2006/relationships/notesSlide" Target="../notesSlides/notesSlide195.xml"/><Relationship Id="rId16" Type="http://schemas.openxmlformats.org/officeDocument/2006/relationships/chart" Target="../charts/chart1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9.xml"/><Relationship Id="rId11" Type="http://schemas.openxmlformats.org/officeDocument/2006/relationships/slide" Target="slide187.xml"/><Relationship Id="rId5" Type="http://schemas.openxmlformats.org/officeDocument/2006/relationships/slide" Target="slide132.xml"/><Relationship Id="rId15" Type="http://schemas.openxmlformats.org/officeDocument/2006/relationships/slide" Target="slide194.xml"/><Relationship Id="rId10" Type="http://schemas.openxmlformats.org/officeDocument/2006/relationships/slide" Target="slide183.xml"/><Relationship Id="rId4" Type="http://schemas.openxmlformats.org/officeDocument/2006/relationships/slide" Target="slide68.xml"/><Relationship Id="rId9" Type="http://schemas.openxmlformats.org/officeDocument/2006/relationships/slide" Target="slide179.xml"/><Relationship Id="rId14" Type="http://schemas.openxmlformats.org/officeDocument/2006/relationships/slide" Target="slide193.xml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slide" Target="slide228.xml"/><Relationship Id="rId13" Type="http://schemas.openxmlformats.org/officeDocument/2006/relationships/slide" Target="slide197.xml"/><Relationship Id="rId3" Type="http://schemas.openxmlformats.org/officeDocument/2006/relationships/slide" Target="slide4.xml"/><Relationship Id="rId7" Type="http://schemas.openxmlformats.org/officeDocument/2006/relationships/slide" Target="slide212.xml"/><Relationship Id="rId12" Type="http://schemas.openxmlformats.org/officeDocument/2006/relationships/slide" Target="slide208.xml"/><Relationship Id="rId2" Type="http://schemas.openxmlformats.org/officeDocument/2006/relationships/notesSlide" Target="../notesSlides/notesSlide196.xml"/><Relationship Id="rId16" Type="http://schemas.openxmlformats.org/officeDocument/2006/relationships/chart" Target="../charts/chart1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3.xml"/><Relationship Id="rId11" Type="http://schemas.openxmlformats.org/officeDocument/2006/relationships/slide" Target="slide204.xml"/><Relationship Id="rId5" Type="http://schemas.openxmlformats.org/officeDocument/2006/relationships/slide" Target="slide69.xml"/><Relationship Id="rId15" Type="http://schemas.openxmlformats.org/officeDocument/2006/relationships/slide" Target="slide199.xml"/><Relationship Id="rId10" Type="http://schemas.openxmlformats.org/officeDocument/2006/relationships/slide" Target="slide200.xml"/><Relationship Id="rId4" Type="http://schemas.openxmlformats.org/officeDocument/2006/relationships/slide" Target="slide5.xml"/><Relationship Id="rId9" Type="http://schemas.openxmlformats.org/officeDocument/2006/relationships/slide" Target="slide244.xml"/><Relationship Id="rId14" Type="http://schemas.openxmlformats.org/officeDocument/2006/relationships/slide" Target="slide198.xml"/></Relationships>
</file>

<file path=ppt/slides/_rels/slide197.xml.rels><?xml version="1.0" encoding="UTF-8" standalone="yes"?>
<Relationships xmlns="http://schemas.openxmlformats.org/package/2006/relationships"><Relationship Id="rId8" Type="http://schemas.openxmlformats.org/officeDocument/2006/relationships/slide" Target="slide229.xml"/><Relationship Id="rId13" Type="http://schemas.openxmlformats.org/officeDocument/2006/relationships/slide" Target="slide196.xml"/><Relationship Id="rId3" Type="http://schemas.openxmlformats.org/officeDocument/2006/relationships/slide" Target="slide4.xml"/><Relationship Id="rId7" Type="http://schemas.openxmlformats.org/officeDocument/2006/relationships/slide" Target="slide213.xml"/><Relationship Id="rId12" Type="http://schemas.openxmlformats.org/officeDocument/2006/relationships/slide" Target="slide209.xml"/><Relationship Id="rId2" Type="http://schemas.openxmlformats.org/officeDocument/2006/relationships/notesSlide" Target="../notesSlides/notesSlide197.xml"/><Relationship Id="rId16" Type="http://schemas.openxmlformats.org/officeDocument/2006/relationships/chart" Target="../charts/chart19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4.xml"/><Relationship Id="rId11" Type="http://schemas.openxmlformats.org/officeDocument/2006/relationships/slide" Target="slide205.xml"/><Relationship Id="rId5" Type="http://schemas.openxmlformats.org/officeDocument/2006/relationships/slide" Target="slide70.xml"/><Relationship Id="rId15" Type="http://schemas.openxmlformats.org/officeDocument/2006/relationships/slide" Target="slide199.xml"/><Relationship Id="rId10" Type="http://schemas.openxmlformats.org/officeDocument/2006/relationships/slide" Target="slide201.xml"/><Relationship Id="rId4" Type="http://schemas.openxmlformats.org/officeDocument/2006/relationships/slide" Target="slide6.xml"/><Relationship Id="rId9" Type="http://schemas.openxmlformats.org/officeDocument/2006/relationships/slide" Target="slide245.xml"/><Relationship Id="rId14" Type="http://schemas.openxmlformats.org/officeDocument/2006/relationships/slide" Target="slide198.xml"/></Relationships>
</file>

<file path=ppt/slides/_rels/slide198.xml.rels><?xml version="1.0" encoding="UTF-8" standalone="yes"?>
<Relationships xmlns="http://schemas.openxmlformats.org/package/2006/relationships"><Relationship Id="rId8" Type="http://schemas.openxmlformats.org/officeDocument/2006/relationships/slide" Target="slide230.xml"/><Relationship Id="rId13" Type="http://schemas.openxmlformats.org/officeDocument/2006/relationships/slide" Target="slide196.xml"/><Relationship Id="rId3" Type="http://schemas.openxmlformats.org/officeDocument/2006/relationships/slide" Target="slide4.xml"/><Relationship Id="rId7" Type="http://schemas.openxmlformats.org/officeDocument/2006/relationships/slide" Target="slide214.xml"/><Relationship Id="rId12" Type="http://schemas.openxmlformats.org/officeDocument/2006/relationships/slide" Target="slide210.xml"/><Relationship Id="rId2" Type="http://schemas.openxmlformats.org/officeDocument/2006/relationships/notesSlide" Target="../notesSlides/notesSlide198.xml"/><Relationship Id="rId16" Type="http://schemas.openxmlformats.org/officeDocument/2006/relationships/chart" Target="../charts/chart1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5.xml"/><Relationship Id="rId11" Type="http://schemas.openxmlformats.org/officeDocument/2006/relationships/slide" Target="slide206.xml"/><Relationship Id="rId5" Type="http://schemas.openxmlformats.org/officeDocument/2006/relationships/slide" Target="slide71.xml"/><Relationship Id="rId15" Type="http://schemas.openxmlformats.org/officeDocument/2006/relationships/slide" Target="slide199.xml"/><Relationship Id="rId10" Type="http://schemas.openxmlformats.org/officeDocument/2006/relationships/slide" Target="slide202.xml"/><Relationship Id="rId4" Type="http://schemas.openxmlformats.org/officeDocument/2006/relationships/slide" Target="slide7.xml"/><Relationship Id="rId9" Type="http://schemas.openxmlformats.org/officeDocument/2006/relationships/slide" Target="slide246.xml"/><Relationship Id="rId14" Type="http://schemas.openxmlformats.org/officeDocument/2006/relationships/slide" Target="slide197.xml"/></Relationships>
</file>

<file path=ppt/slides/_rels/slide199.xml.rels><?xml version="1.0" encoding="UTF-8" standalone="yes"?>
<Relationships xmlns="http://schemas.openxmlformats.org/package/2006/relationships"><Relationship Id="rId8" Type="http://schemas.openxmlformats.org/officeDocument/2006/relationships/slide" Target="slide231.xml"/><Relationship Id="rId13" Type="http://schemas.openxmlformats.org/officeDocument/2006/relationships/slide" Target="slide196.xml"/><Relationship Id="rId3" Type="http://schemas.openxmlformats.org/officeDocument/2006/relationships/slide" Target="slide4.xml"/><Relationship Id="rId7" Type="http://schemas.openxmlformats.org/officeDocument/2006/relationships/slide" Target="slide215.xml"/><Relationship Id="rId12" Type="http://schemas.openxmlformats.org/officeDocument/2006/relationships/slide" Target="slide211.xml"/><Relationship Id="rId2" Type="http://schemas.openxmlformats.org/officeDocument/2006/relationships/notesSlide" Target="../notesSlides/notesSlide199.xml"/><Relationship Id="rId16" Type="http://schemas.openxmlformats.org/officeDocument/2006/relationships/chart" Target="../charts/chart1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6.xml"/><Relationship Id="rId11" Type="http://schemas.openxmlformats.org/officeDocument/2006/relationships/slide" Target="slide207.xml"/><Relationship Id="rId5" Type="http://schemas.openxmlformats.org/officeDocument/2006/relationships/slide" Target="slide72.xml"/><Relationship Id="rId15" Type="http://schemas.openxmlformats.org/officeDocument/2006/relationships/slide" Target="slide198.xml"/><Relationship Id="rId10" Type="http://schemas.openxmlformats.org/officeDocument/2006/relationships/slide" Target="slide203.xml"/><Relationship Id="rId4" Type="http://schemas.openxmlformats.org/officeDocument/2006/relationships/slide" Target="slide8.xml"/><Relationship Id="rId9" Type="http://schemas.openxmlformats.org/officeDocument/2006/relationships/slide" Target="slide247.xml"/><Relationship Id="rId14" Type="http://schemas.openxmlformats.org/officeDocument/2006/relationships/slide" Target="slide197.xml"/></Relationships>
</file>

<file path=ppt/slides/_rels/slide200.xml.rels><?xml version="1.0" encoding="UTF-8" standalone="yes"?>
<Relationships xmlns="http://schemas.openxmlformats.org/package/2006/relationships"><Relationship Id="rId8" Type="http://schemas.openxmlformats.org/officeDocument/2006/relationships/slide" Target="slide232.xml"/><Relationship Id="rId13" Type="http://schemas.openxmlformats.org/officeDocument/2006/relationships/slide" Target="slide201.xml"/><Relationship Id="rId3" Type="http://schemas.openxmlformats.org/officeDocument/2006/relationships/slide" Target="slide4.xml"/><Relationship Id="rId7" Type="http://schemas.openxmlformats.org/officeDocument/2006/relationships/slide" Target="slide216.xml"/><Relationship Id="rId12" Type="http://schemas.openxmlformats.org/officeDocument/2006/relationships/slide" Target="slide208.xml"/><Relationship Id="rId2" Type="http://schemas.openxmlformats.org/officeDocument/2006/relationships/notesSlide" Target="../notesSlides/notesSlide200.xml"/><Relationship Id="rId16" Type="http://schemas.openxmlformats.org/officeDocument/2006/relationships/chart" Target="../charts/chart1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7.xml"/><Relationship Id="rId11" Type="http://schemas.openxmlformats.org/officeDocument/2006/relationships/slide" Target="slide204.xml"/><Relationship Id="rId5" Type="http://schemas.openxmlformats.org/officeDocument/2006/relationships/slide" Target="slide73.xml"/><Relationship Id="rId15" Type="http://schemas.openxmlformats.org/officeDocument/2006/relationships/slide" Target="slide203.xml"/><Relationship Id="rId10" Type="http://schemas.openxmlformats.org/officeDocument/2006/relationships/slide" Target="slide196.xml"/><Relationship Id="rId4" Type="http://schemas.openxmlformats.org/officeDocument/2006/relationships/slide" Target="slide9.xml"/><Relationship Id="rId9" Type="http://schemas.openxmlformats.org/officeDocument/2006/relationships/slide" Target="slide248.xml"/><Relationship Id="rId14" Type="http://schemas.openxmlformats.org/officeDocument/2006/relationships/slide" Target="slide202.xml"/></Relationships>
</file>

<file path=ppt/slides/_rels/slide201.xml.rels><?xml version="1.0" encoding="UTF-8" standalone="yes"?>
<Relationships xmlns="http://schemas.openxmlformats.org/package/2006/relationships"><Relationship Id="rId8" Type="http://schemas.openxmlformats.org/officeDocument/2006/relationships/slide" Target="slide233.xml"/><Relationship Id="rId13" Type="http://schemas.openxmlformats.org/officeDocument/2006/relationships/slide" Target="slide200.xml"/><Relationship Id="rId3" Type="http://schemas.openxmlformats.org/officeDocument/2006/relationships/slide" Target="slide4.xml"/><Relationship Id="rId7" Type="http://schemas.openxmlformats.org/officeDocument/2006/relationships/slide" Target="slide217.xml"/><Relationship Id="rId12" Type="http://schemas.openxmlformats.org/officeDocument/2006/relationships/slide" Target="slide209.xml"/><Relationship Id="rId2" Type="http://schemas.openxmlformats.org/officeDocument/2006/relationships/notesSlide" Target="../notesSlides/notesSlide201.xml"/><Relationship Id="rId16" Type="http://schemas.openxmlformats.org/officeDocument/2006/relationships/chart" Target="../charts/chart1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8.xml"/><Relationship Id="rId11" Type="http://schemas.openxmlformats.org/officeDocument/2006/relationships/slide" Target="slide205.xml"/><Relationship Id="rId5" Type="http://schemas.openxmlformats.org/officeDocument/2006/relationships/slide" Target="slide74.xml"/><Relationship Id="rId15" Type="http://schemas.openxmlformats.org/officeDocument/2006/relationships/slide" Target="slide203.xml"/><Relationship Id="rId10" Type="http://schemas.openxmlformats.org/officeDocument/2006/relationships/slide" Target="slide197.xml"/><Relationship Id="rId4" Type="http://schemas.openxmlformats.org/officeDocument/2006/relationships/slide" Target="slide10.xml"/><Relationship Id="rId9" Type="http://schemas.openxmlformats.org/officeDocument/2006/relationships/slide" Target="slide249.xml"/><Relationship Id="rId14" Type="http://schemas.openxmlformats.org/officeDocument/2006/relationships/slide" Target="slide202.xml"/></Relationships>
</file>

<file path=ppt/slides/_rels/slide202.xml.rels><?xml version="1.0" encoding="UTF-8" standalone="yes"?>
<Relationships xmlns="http://schemas.openxmlformats.org/package/2006/relationships"><Relationship Id="rId8" Type="http://schemas.openxmlformats.org/officeDocument/2006/relationships/slide" Target="slide234.xml"/><Relationship Id="rId13" Type="http://schemas.openxmlformats.org/officeDocument/2006/relationships/slide" Target="slide200.xml"/><Relationship Id="rId3" Type="http://schemas.openxmlformats.org/officeDocument/2006/relationships/slide" Target="slide4.xml"/><Relationship Id="rId7" Type="http://schemas.openxmlformats.org/officeDocument/2006/relationships/slide" Target="slide218.xml"/><Relationship Id="rId12" Type="http://schemas.openxmlformats.org/officeDocument/2006/relationships/slide" Target="slide210.xml"/><Relationship Id="rId2" Type="http://schemas.openxmlformats.org/officeDocument/2006/relationships/notesSlide" Target="../notesSlides/notesSlide202.xml"/><Relationship Id="rId16" Type="http://schemas.openxmlformats.org/officeDocument/2006/relationships/chart" Target="../charts/chart19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9.xml"/><Relationship Id="rId11" Type="http://schemas.openxmlformats.org/officeDocument/2006/relationships/slide" Target="slide206.xml"/><Relationship Id="rId5" Type="http://schemas.openxmlformats.org/officeDocument/2006/relationships/slide" Target="slide75.xml"/><Relationship Id="rId15" Type="http://schemas.openxmlformats.org/officeDocument/2006/relationships/slide" Target="slide203.xml"/><Relationship Id="rId10" Type="http://schemas.openxmlformats.org/officeDocument/2006/relationships/slide" Target="slide198.xml"/><Relationship Id="rId4" Type="http://schemas.openxmlformats.org/officeDocument/2006/relationships/slide" Target="slide11.xml"/><Relationship Id="rId9" Type="http://schemas.openxmlformats.org/officeDocument/2006/relationships/slide" Target="slide250.xml"/><Relationship Id="rId14" Type="http://schemas.openxmlformats.org/officeDocument/2006/relationships/slide" Target="slide201.xml"/></Relationships>
</file>

<file path=ppt/slides/_rels/slide203.xml.rels><?xml version="1.0" encoding="UTF-8" standalone="yes"?>
<Relationships xmlns="http://schemas.openxmlformats.org/package/2006/relationships"><Relationship Id="rId8" Type="http://schemas.openxmlformats.org/officeDocument/2006/relationships/slide" Target="slide235.xml"/><Relationship Id="rId13" Type="http://schemas.openxmlformats.org/officeDocument/2006/relationships/slide" Target="slide200.xml"/><Relationship Id="rId3" Type="http://schemas.openxmlformats.org/officeDocument/2006/relationships/slide" Target="slide4.xml"/><Relationship Id="rId7" Type="http://schemas.openxmlformats.org/officeDocument/2006/relationships/slide" Target="slide219.xml"/><Relationship Id="rId12" Type="http://schemas.openxmlformats.org/officeDocument/2006/relationships/slide" Target="slide211.xml"/><Relationship Id="rId2" Type="http://schemas.openxmlformats.org/officeDocument/2006/relationships/notesSlide" Target="../notesSlides/notesSlide203.xml"/><Relationship Id="rId16" Type="http://schemas.openxmlformats.org/officeDocument/2006/relationships/chart" Target="../charts/chart2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0.xml"/><Relationship Id="rId11" Type="http://schemas.openxmlformats.org/officeDocument/2006/relationships/slide" Target="slide207.xml"/><Relationship Id="rId5" Type="http://schemas.openxmlformats.org/officeDocument/2006/relationships/slide" Target="slide76.xml"/><Relationship Id="rId15" Type="http://schemas.openxmlformats.org/officeDocument/2006/relationships/slide" Target="slide202.xml"/><Relationship Id="rId10" Type="http://schemas.openxmlformats.org/officeDocument/2006/relationships/slide" Target="slide199.xml"/><Relationship Id="rId4" Type="http://schemas.openxmlformats.org/officeDocument/2006/relationships/slide" Target="slide12.xml"/><Relationship Id="rId9" Type="http://schemas.openxmlformats.org/officeDocument/2006/relationships/slide" Target="slide251.xml"/><Relationship Id="rId14" Type="http://schemas.openxmlformats.org/officeDocument/2006/relationships/slide" Target="slide201.xml"/></Relationships>
</file>

<file path=ppt/slides/_rels/slide204.xml.rels><?xml version="1.0" encoding="UTF-8" standalone="yes"?>
<Relationships xmlns="http://schemas.openxmlformats.org/package/2006/relationships"><Relationship Id="rId8" Type="http://schemas.openxmlformats.org/officeDocument/2006/relationships/slide" Target="slide236.xml"/><Relationship Id="rId13" Type="http://schemas.openxmlformats.org/officeDocument/2006/relationships/slide" Target="slide205.xml"/><Relationship Id="rId3" Type="http://schemas.openxmlformats.org/officeDocument/2006/relationships/slide" Target="slide4.xml"/><Relationship Id="rId7" Type="http://schemas.openxmlformats.org/officeDocument/2006/relationships/slide" Target="slide220.xml"/><Relationship Id="rId12" Type="http://schemas.openxmlformats.org/officeDocument/2006/relationships/slide" Target="slide208.xml"/><Relationship Id="rId2" Type="http://schemas.openxmlformats.org/officeDocument/2006/relationships/notesSlide" Target="../notesSlides/notesSlide204.xml"/><Relationship Id="rId16" Type="http://schemas.openxmlformats.org/officeDocument/2006/relationships/chart" Target="../charts/chart2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1.xml"/><Relationship Id="rId11" Type="http://schemas.openxmlformats.org/officeDocument/2006/relationships/slide" Target="slide200.xml"/><Relationship Id="rId5" Type="http://schemas.openxmlformats.org/officeDocument/2006/relationships/slide" Target="slide77.xml"/><Relationship Id="rId15" Type="http://schemas.openxmlformats.org/officeDocument/2006/relationships/slide" Target="slide207.xml"/><Relationship Id="rId10" Type="http://schemas.openxmlformats.org/officeDocument/2006/relationships/slide" Target="slide196.xml"/><Relationship Id="rId4" Type="http://schemas.openxmlformats.org/officeDocument/2006/relationships/slide" Target="slide13.xml"/><Relationship Id="rId9" Type="http://schemas.openxmlformats.org/officeDocument/2006/relationships/slide" Target="slide252.xml"/><Relationship Id="rId14" Type="http://schemas.openxmlformats.org/officeDocument/2006/relationships/slide" Target="slide206.xml"/></Relationships>
</file>

<file path=ppt/slides/_rels/slide205.xml.rels><?xml version="1.0" encoding="UTF-8" standalone="yes"?>
<Relationships xmlns="http://schemas.openxmlformats.org/package/2006/relationships"><Relationship Id="rId8" Type="http://schemas.openxmlformats.org/officeDocument/2006/relationships/slide" Target="slide237.xml"/><Relationship Id="rId13" Type="http://schemas.openxmlformats.org/officeDocument/2006/relationships/slide" Target="slide204.xml"/><Relationship Id="rId3" Type="http://schemas.openxmlformats.org/officeDocument/2006/relationships/slide" Target="slide4.xml"/><Relationship Id="rId7" Type="http://schemas.openxmlformats.org/officeDocument/2006/relationships/slide" Target="slide221.xml"/><Relationship Id="rId12" Type="http://schemas.openxmlformats.org/officeDocument/2006/relationships/slide" Target="slide209.xml"/><Relationship Id="rId2" Type="http://schemas.openxmlformats.org/officeDocument/2006/relationships/notesSlide" Target="../notesSlides/notesSlide205.xml"/><Relationship Id="rId16" Type="http://schemas.openxmlformats.org/officeDocument/2006/relationships/chart" Target="../charts/chart20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2.xml"/><Relationship Id="rId11" Type="http://schemas.openxmlformats.org/officeDocument/2006/relationships/slide" Target="slide201.xml"/><Relationship Id="rId5" Type="http://schemas.openxmlformats.org/officeDocument/2006/relationships/slide" Target="slide78.xml"/><Relationship Id="rId15" Type="http://schemas.openxmlformats.org/officeDocument/2006/relationships/slide" Target="slide207.xml"/><Relationship Id="rId10" Type="http://schemas.openxmlformats.org/officeDocument/2006/relationships/slide" Target="slide197.xml"/><Relationship Id="rId4" Type="http://schemas.openxmlformats.org/officeDocument/2006/relationships/slide" Target="slide14.xml"/><Relationship Id="rId9" Type="http://schemas.openxmlformats.org/officeDocument/2006/relationships/slide" Target="slide253.xml"/><Relationship Id="rId14" Type="http://schemas.openxmlformats.org/officeDocument/2006/relationships/slide" Target="slide206.xml"/></Relationships>
</file>

<file path=ppt/slides/_rels/slide206.xml.rels><?xml version="1.0" encoding="UTF-8" standalone="yes"?>
<Relationships xmlns="http://schemas.openxmlformats.org/package/2006/relationships"><Relationship Id="rId8" Type="http://schemas.openxmlformats.org/officeDocument/2006/relationships/slide" Target="slide238.xml"/><Relationship Id="rId13" Type="http://schemas.openxmlformats.org/officeDocument/2006/relationships/slide" Target="slide204.xml"/><Relationship Id="rId3" Type="http://schemas.openxmlformats.org/officeDocument/2006/relationships/slide" Target="slide4.xml"/><Relationship Id="rId7" Type="http://schemas.openxmlformats.org/officeDocument/2006/relationships/slide" Target="slide222.xml"/><Relationship Id="rId12" Type="http://schemas.openxmlformats.org/officeDocument/2006/relationships/slide" Target="slide210.xml"/><Relationship Id="rId2" Type="http://schemas.openxmlformats.org/officeDocument/2006/relationships/notesSlide" Target="../notesSlides/notesSlide206.xml"/><Relationship Id="rId16" Type="http://schemas.openxmlformats.org/officeDocument/2006/relationships/chart" Target="../charts/chart2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3.xml"/><Relationship Id="rId11" Type="http://schemas.openxmlformats.org/officeDocument/2006/relationships/slide" Target="slide202.xml"/><Relationship Id="rId5" Type="http://schemas.openxmlformats.org/officeDocument/2006/relationships/slide" Target="slide79.xml"/><Relationship Id="rId15" Type="http://schemas.openxmlformats.org/officeDocument/2006/relationships/slide" Target="slide207.xml"/><Relationship Id="rId10" Type="http://schemas.openxmlformats.org/officeDocument/2006/relationships/slide" Target="slide198.xml"/><Relationship Id="rId4" Type="http://schemas.openxmlformats.org/officeDocument/2006/relationships/slide" Target="slide15.xml"/><Relationship Id="rId9" Type="http://schemas.openxmlformats.org/officeDocument/2006/relationships/slide" Target="slide254.xml"/><Relationship Id="rId14" Type="http://schemas.openxmlformats.org/officeDocument/2006/relationships/slide" Target="slide205.xml"/></Relationships>
</file>

<file path=ppt/slides/_rels/slide207.xml.rels><?xml version="1.0" encoding="UTF-8" standalone="yes"?>
<Relationships xmlns="http://schemas.openxmlformats.org/package/2006/relationships"><Relationship Id="rId8" Type="http://schemas.openxmlformats.org/officeDocument/2006/relationships/slide" Target="slide239.xml"/><Relationship Id="rId13" Type="http://schemas.openxmlformats.org/officeDocument/2006/relationships/slide" Target="slide204.xml"/><Relationship Id="rId3" Type="http://schemas.openxmlformats.org/officeDocument/2006/relationships/slide" Target="slide4.xml"/><Relationship Id="rId7" Type="http://schemas.openxmlformats.org/officeDocument/2006/relationships/slide" Target="slide223.xml"/><Relationship Id="rId12" Type="http://schemas.openxmlformats.org/officeDocument/2006/relationships/slide" Target="slide211.xml"/><Relationship Id="rId2" Type="http://schemas.openxmlformats.org/officeDocument/2006/relationships/notesSlide" Target="../notesSlides/notesSlide207.xml"/><Relationship Id="rId16" Type="http://schemas.openxmlformats.org/officeDocument/2006/relationships/chart" Target="../charts/chart2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4.xml"/><Relationship Id="rId11" Type="http://schemas.openxmlformats.org/officeDocument/2006/relationships/slide" Target="slide203.xml"/><Relationship Id="rId5" Type="http://schemas.openxmlformats.org/officeDocument/2006/relationships/slide" Target="slide80.xml"/><Relationship Id="rId15" Type="http://schemas.openxmlformats.org/officeDocument/2006/relationships/slide" Target="slide206.xml"/><Relationship Id="rId10" Type="http://schemas.openxmlformats.org/officeDocument/2006/relationships/slide" Target="slide199.xml"/><Relationship Id="rId4" Type="http://schemas.openxmlformats.org/officeDocument/2006/relationships/slide" Target="slide16.xml"/><Relationship Id="rId9" Type="http://schemas.openxmlformats.org/officeDocument/2006/relationships/slide" Target="slide255.xml"/><Relationship Id="rId14" Type="http://schemas.openxmlformats.org/officeDocument/2006/relationships/slide" Target="slide205.xml"/></Relationships>
</file>

<file path=ppt/slides/_rels/slide208.xml.rels><?xml version="1.0" encoding="UTF-8" standalone="yes"?>
<Relationships xmlns="http://schemas.openxmlformats.org/package/2006/relationships"><Relationship Id="rId8" Type="http://schemas.openxmlformats.org/officeDocument/2006/relationships/slide" Target="slide240.xml"/><Relationship Id="rId13" Type="http://schemas.openxmlformats.org/officeDocument/2006/relationships/slide" Target="slide209.xml"/><Relationship Id="rId3" Type="http://schemas.openxmlformats.org/officeDocument/2006/relationships/slide" Target="slide4.xml"/><Relationship Id="rId7" Type="http://schemas.openxmlformats.org/officeDocument/2006/relationships/slide" Target="slide224.xml"/><Relationship Id="rId12" Type="http://schemas.openxmlformats.org/officeDocument/2006/relationships/slide" Target="slide204.xml"/><Relationship Id="rId2" Type="http://schemas.openxmlformats.org/officeDocument/2006/relationships/notesSlide" Target="../notesSlides/notesSlide208.xml"/><Relationship Id="rId16" Type="http://schemas.openxmlformats.org/officeDocument/2006/relationships/chart" Target="../charts/chart20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5.xml"/><Relationship Id="rId11" Type="http://schemas.openxmlformats.org/officeDocument/2006/relationships/slide" Target="slide200.xml"/><Relationship Id="rId5" Type="http://schemas.openxmlformats.org/officeDocument/2006/relationships/slide" Target="slide81.xml"/><Relationship Id="rId15" Type="http://schemas.openxmlformats.org/officeDocument/2006/relationships/slide" Target="slide211.xml"/><Relationship Id="rId10" Type="http://schemas.openxmlformats.org/officeDocument/2006/relationships/slide" Target="slide196.xml"/><Relationship Id="rId4" Type="http://schemas.openxmlformats.org/officeDocument/2006/relationships/slide" Target="slide17.xml"/><Relationship Id="rId9" Type="http://schemas.openxmlformats.org/officeDocument/2006/relationships/slide" Target="slide256.xml"/><Relationship Id="rId14" Type="http://schemas.openxmlformats.org/officeDocument/2006/relationships/slide" Target="slide210.xml"/></Relationships>
</file>

<file path=ppt/slides/_rels/slide209.xml.rels><?xml version="1.0" encoding="UTF-8" standalone="yes"?>
<Relationships xmlns="http://schemas.openxmlformats.org/package/2006/relationships"><Relationship Id="rId8" Type="http://schemas.openxmlformats.org/officeDocument/2006/relationships/slide" Target="slide241.xml"/><Relationship Id="rId13" Type="http://schemas.openxmlformats.org/officeDocument/2006/relationships/slide" Target="slide208.xml"/><Relationship Id="rId3" Type="http://schemas.openxmlformats.org/officeDocument/2006/relationships/slide" Target="slide4.xml"/><Relationship Id="rId7" Type="http://schemas.openxmlformats.org/officeDocument/2006/relationships/slide" Target="slide225.xml"/><Relationship Id="rId12" Type="http://schemas.openxmlformats.org/officeDocument/2006/relationships/slide" Target="slide205.xml"/><Relationship Id="rId2" Type="http://schemas.openxmlformats.org/officeDocument/2006/relationships/notesSlide" Target="../notesSlides/notesSlide209.xml"/><Relationship Id="rId16" Type="http://schemas.openxmlformats.org/officeDocument/2006/relationships/chart" Target="../charts/chart2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6.xml"/><Relationship Id="rId11" Type="http://schemas.openxmlformats.org/officeDocument/2006/relationships/slide" Target="slide201.xml"/><Relationship Id="rId5" Type="http://schemas.openxmlformats.org/officeDocument/2006/relationships/slide" Target="slide82.xml"/><Relationship Id="rId15" Type="http://schemas.openxmlformats.org/officeDocument/2006/relationships/slide" Target="slide211.xml"/><Relationship Id="rId10" Type="http://schemas.openxmlformats.org/officeDocument/2006/relationships/slide" Target="slide197.xml"/><Relationship Id="rId4" Type="http://schemas.openxmlformats.org/officeDocument/2006/relationships/slide" Target="slide18.xml"/><Relationship Id="rId9" Type="http://schemas.openxmlformats.org/officeDocument/2006/relationships/slide" Target="slide257.xml"/><Relationship Id="rId14" Type="http://schemas.openxmlformats.org/officeDocument/2006/relationships/slide" Target="slide210.xml"/></Relationships>
</file>

<file path=ppt/slides/_rels/slide210.xml.rels><?xml version="1.0" encoding="UTF-8" standalone="yes"?>
<Relationships xmlns="http://schemas.openxmlformats.org/package/2006/relationships"><Relationship Id="rId8" Type="http://schemas.openxmlformats.org/officeDocument/2006/relationships/slide" Target="slide242.xml"/><Relationship Id="rId13" Type="http://schemas.openxmlformats.org/officeDocument/2006/relationships/slide" Target="slide208.xml"/><Relationship Id="rId3" Type="http://schemas.openxmlformats.org/officeDocument/2006/relationships/slide" Target="slide4.xml"/><Relationship Id="rId7" Type="http://schemas.openxmlformats.org/officeDocument/2006/relationships/slide" Target="slide226.xml"/><Relationship Id="rId12" Type="http://schemas.openxmlformats.org/officeDocument/2006/relationships/slide" Target="slide206.xml"/><Relationship Id="rId2" Type="http://schemas.openxmlformats.org/officeDocument/2006/relationships/notesSlide" Target="../notesSlides/notesSlide210.xml"/><Relationship Id="rId16" Type="http://schemas.openxmlformats.org/officeDocument/2006/relationships/chart" Target="../charts/chart2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7.xml"/><Relationship Id="rId11" Type="http://schemas.openxmlformats.org/officeDocument/2006/relationships/slide" Target="slide202.xml"/><Relationship Id="rId5" Type="http://schemas.openxmlformats.org/officeDocument/2006/relationships/slide" Target="slide83.xml"/><Relationship Id="rId15" Type="http://schemas.openxmlformats.org/officeDocument/2006/relationships/slide" Target="slide211.xml"/><Relationship Id="rId10" Type="http://schemas.openxmlformats.org/officeDocument/2006/relationships/slide" Target="slide198.xml"/><Relationship Id="rId4" Type="http://schemas.openxmlformats.org/officeDocument/2006/relationships/slide" Target="slide19.xml"/><Relationship Id="rId9" Type="http://schemas.openxmlformats.org/officeDocument/2006/relationships/slide" Target="slide258.xml"/><Relationship Id="rId14" Type="http://schemas.openxmlformats.org/officeDocument/2006/relationships/slide" Target="slide209.xml"/></Relationships>
</file>

<file path=ppt/slides/_rels/slide211.xml.rels><?xml version="1.0" encoding="UTF-8" standalone="yes"?>
<Relationships xmlns="http://schemas.openxmlformats.org/package/2006/relationships"><Relationship Id="rId8" Type="http://schemas.openxmlformats.org/officeDocument/2006/relationships/slide" Target="slide243.xml"/><Relationship Id="rId13" Type="http://schemas.openxmlformats.org/officeDocument/2006/relationships/slide" Target="slide208.xml"/><Relationship Id="rId3" Type="http://schemas.openxmlformats.org/officeDocument/2006/relationships/slide" Target="slide4.xml"/><Relationship Id="rId7" Type="http://schemas.openxmlformats.org/officeDocument/2006/relationships/slide" Target="slide227.xml"/><Relationship Id="rId12" Type="http://schemas.openxmlformats.org/officeDocument/2006/relationships/slide" Target="slide207.xml"/><Relationship Id="rId2" Type="http://schemas.openxmlformats.org/officeDocument/2006/relationships/notesSlide" Target="../notesSlides/notesSlide211.xml"/><Relationship Id="rId16" Type="http://schemas.openxmlformats.org/officeDocument/2006/relationships/chart" Target="../charts/chart20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8.xml"/><Relationship Id="rId11" Type="http://schemas.openxmlformats.org/officeDocument/2006/relationships/slide" Target="slide203.xml"/><Relationship Id="rId5" Type="http://schemas.openxmlformats.org/officeDocument/2006/relationships/slide" Target="slide84.xml"/><Relationship Id="rId15" Type="http://schemas.openxmlformats.org/officeDocument/2006/relationships/slide" Target="slide210.xml"/><Relationship Id="rId10" Type="http://schemas.openxmlformats.org/officeDocument/2006/relationships/slide" Target="slide199.xml"/><Relationship Id="rId4" Type="http://schemas.openxmlformats.org/officeDocument/2006/relationships/slide" Target="slide20.xml"/><Relationship Id="rId9" Type="http://schemas.openxmlformats.org/officeDocument/2006/relationships/slide" Target="slide259.xml"/><Relationship Id="rId14" Type="http://schemas.openxmlformats.org/officeDocument/2006/relationships/slide" Target="slide209.xml"/></Relationships>
</file>

<file path=ppt/slides/_rels/slide212.xml.rels><?xml version="1.0" encoding="UTF-8" standalone="yes"?>
<Relationships xmlns="http://schemas.openxmlformats.org/package/2006/relationships"><Relationship Id="rId8" Type="http://schemas.openxmlformats.org/officeDocument/2006/relationships/slide" Target="slide228.xml"/><Relationship Id="rId13" Type="http://schemas.openxmlformats.org/officeDocument/2006/relationships/slide" Target="slide213.xml"/><Relationship Id="rId3" Type="http://schemas.openxmlformats.org/officeDocument/2006/relationships/slide" Target="slide4.xml"/><Relationship Id="rId7" Type="http://schemas.openxmlformats.org/officeDocument/2006/relationships/slide" Target="slide196.xml"/><Relationship Id="rId12" Type="http://schemas.openxmlformats.org/officeDocument/2006/relationships/slide" Target="slide224.xml"/><Relationship Id="rId2" Type="http://schemas.openxmlformats.org/officeDocument/2006/relationships/notesSlide" Target="../notesSlides/notesSlide212.xml"/><Relationship Id="rId16" Type="http://schemas.openxmlformats.org/officeDocument/2006/relationships/chart" Target="../charts/chart2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9.xml"/><Relationship Id="rId11" Type="http://schemas.openxmlformats.org/officeDocument/2006/relationships/slide" Target="slide220.xml"/><Relationship Id="rId5" Type="http://schemas.openxmlformats.org/officeDocument/2006/relationships/slide" Target="slide85.xml"/><Relationship Id="rId15" Type="http://schemas.openxmlformats.org/officeDocument/2006/relationships/slide" Target="slide215.xml"/><Relationship Id="rId10" Type="http://schemas.openxmlformats.org/officeDocument/2006/relationships/slide" Target="slide216.xml"/><Relationship Id="rId4" Type="http://schemas.openxmlformats.org/officeDocument/2006/relationships/slide" Target="slide21.xml"/><Relationship Id="rId9" Type="http://schemas.openxmlformats.org/officeDocument/2006/relationships/slide" Target="slide244.xml"/><Relationship Id="rId14" Type="http://schemas.openxmlformats.org/officeDocument/2006/relationships/slide" Target="slide214.xml"/></Relationships>
</file>

<file path=ppt/slides/_rels/slide213.xml.rels><?xml version="1.0" encoding="UTF-8" standalone="yes"?>
<Relationships xmlns="http://schemas.openxmlformats.org/package/2006/relationships"><Relationship Id="rId8" Type="http://schemas.openxmlformats.org/officeDocument/2006/relationships/slide" Target="slide229.xml"/><Relationship Id="rId13" Type="http://schemas.openxmlformats.org/officeDocument/2006/relationships/slide" Target="slide212.xml"/><Relationship Id="rId3" Type="http://schemas.openxmlformats.org/officeDocument/2006/relationships/slide" Target="slide4.xml"/><Relationship Id="rId7" Type="http://schemas.openxmlformats.org/officeDocument/2006/relationships/slide" Target="slide197.xml"/><Relationship Id="rId12" Type="http://schemas.openxmlformats.org/officeDocument/2006/relationships/slide" Target="slide225.xml"/><Relationship Id="rId2" Type="http://schemas.openxmlformats.org/officeDocument/2006/relationships/notesSlide" Target="../notesSlides/notesSlide213.xml"/><Relationship Id="rId16" Type="http://schemas.openxmlformats.org/officeDocument/2006/relationships/chart" Target="../charts/chart2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0.xml"/><Relationship Id="rId11" Type="http://schemas.openxmlformats.org/officeDocument/2006/relationships/slide" Target="slide221.xml"/><Relationship Id="rId5" Type="http://schemas.openxmlformats.org/officeDocument/2006/relationships/slide" Target="slide86.xml"/><Relationship Id="rId15" Type="http://schemas.openxmlformats.org/officeDocument/2006/relationships/slide" Target="slide215.xml"/><Relationship Id="rId10" Type="http://schemas.openxmlformats.org/officeDocument/2006/relationships/slide" Target="slide217.xml"/><Relationship Id="rId4" Type="http://schemas.openxmlformats.org/officeDocument/2006/relationships/slide" Target="slide22.xml"/><Relationship Id="rId9" Type="http://schemas.openxmlformats.org/officeDocument/2006/relationships/slide" Target="slide245.xml"/><Relationship Id="rId14" Type="http://schemas.openxmlformats.org/officeDocument/2006/relationships/slide" Target="slide214.xml"/></Relationships>
</file>

<file path=ppt/slides/_rels/slide214.xml.rels><?xml version="1.0" encoding="UTF-8" standalone="yes"?>
<Relationships xmlns="http://schemas.openxmlformats.org/package/2006/relationships"><Relationship Id="rId8" Type="http://schemas.openxmlformats.org/officeDocument/2006/relationships/slide" Target="slide230.xml"/><Relationship Id="rId13" Type="http://schemas.openxmlformats.org/officeDocument/2006/relationships/slide" Target="slide212.xml"/><Relationship Id="rId3" Type="http://schemas.openxmlformats.org/officeDocument/2006/relationships/slide" Target="slide4.xml"/><Relationship Id="rId7" Type="http://schemas.openxmlformats.org/officeDocument/2006/relationships/slide" Target="slide198.xml"/><Relationship Id="rId12" Type="http://schemas.openxmlformats.org/officeDocument/2006/relationships/slide" Target="slide226.xml"/><Relationship Id="rId2" Type="http://schemas.openxmlformats.org/officeDocument/2006/relationships/notesSlide" Target="../notesSlides/notesSlide214.xml"/><Relationship Id="rId16" Type="http://schemas.openxmlformats.org/officeDocument/2006/relationships/chart" Target="../charts/chart21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1.xml"/><Relationship Id="rId11" Type="http://schemas.openxmlformats.org/officeDocument/2006/relationships/slide" Target="slide222.xml"/><Relationship Id="rId5" Type="http://schemas.openxmlformats.org/officeDocument/2006/relationships/slide" Target="slide87.xml"/><Relationship Id="rId15" Type="http://schemas.openxmlformats.org/officeDocument/2006/relationships/slide" Target="slide215.xml"/><Relationship Id="rId10" Type="http://schemas.openxmlformats.org/officeDocument/2006/relationships/slide" Target="slide218.xml"/><Relationship Id="rId4" Type="http://schemas.openxmlformats.org/officeDocument/2006/relationships/slide" Target="slide23.xml"/><Relationship Id="rId9" Type="http://schemas.openxmlformats.org/officeDocument/2006/relationships/slide" Target="slide246.xml"/><Relationship Id="rId14" Type="http://schemas.openxmlformats.org/officeDocument/2006/relationships/slide" Target="slide213.xml"/></Relationships>
</file>

<file path=ppt/slides/_rels/slide215.xml.rels><?xml version="1.0" encoding="UTF-8" standalone="yes"?>
<Relationships xmlns="http://schemas.openxmlformats.org/package/2006/relationships"><Relationship Id="rId8" Type="http://schemas.openxmlformats.org/officeDocument/2006/relationships/slide" Target="slide231.xml"/><Relationship Id="rId13" Type="http://schemas.openxmlformats.org/officeDocument/2006/relationships/slide" Target="slide212.xml"/><Relationship Id="rId3" Type="http://schemas.openxmlformats.org/officeDocument/2006/relationships/slide" Target="slide4.xml"/><Relationship Id="rId7" Type="http://schemas.openxmlformats.org/officeDocument/2006/relationships/slide" Target="slide199.xml"/><Relationship Id="rId12" Type="http://schemas.openxmlformats.org/officeDocument/2006/relationships/slide" Target="slide227.xml"/><Relationship Id="rId2" Type="http://schemas.openxmlformats.org/officeDocument/2006/relationships/notesSlide" Target="../notesSlides/notesSlide215.xml"/><Relationship Id="rId16" Type="http://schemas.openxmlformats.org/officeDocument/2006/relationships/chart" Target="../charts/chart2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2.xml"/><Relationship Id="rId11" Type="http://schemas.openxmlformats.org/officeDocument/2006/relationships/slide" Target="slide223.xml"/><Relationship Id="rId5" Type="http://schemas.openxmlformats.org/officeDocument/2006/relationships/slide" Target="slide88.xml"/><Relationship Id="rId15" Type="http://schemas.openxmlformats.org/officeDocument/2006/relationships/slide" Target="slide214.xml"/><Relationship Id="rId10" Type="http://schemas.openxmlformats.org/officeDocument/2006/relationships/slide" Target="slide219.xml"/><Relationship Id="rId4" Type="http://schemas.openxmlformats.org/officeDocument/2006/relationships/slide" Target="slide24.xml"/><Relationship Id="rId9" Type="http://schemas.openxmlformats.org/officeDocument/2006/relationships/slide" Target="slide247.xml"/><Relationship Id="rId14" Type="http://schemas.openxmlformats.org/officeDocument/2006/relationships/slide" Target="slide213.xml"/></Relationships>
</file>

<file path=ppt/slides/_rels/slide216.xml.rels><?xml version="1.0" encoding="UTF-8" standalone="yes"?>
<Relationships xmlns="http://schemas.openxmlformats.org/package/2006/relationships"><Relationship Id="rId8" Type="http://schemas.openxmlformats.org/officeDocument/2006/relationships/slide" Target="slide232.xml"/><Relationship Id="rId13" Type="http://schemas.openxmlformats.org/officeDocument/2006/relationships/slide" Target="slide217.xml"/><Relationship Id="rId3" Type="http://schemas.openxmlformats.org/officeDocument/2006/relationships/slide" Target="slide4.xml"/><Relationship Id="rId7" Type="http://schemas.openxmlformats.org/officeDocument/2006/relationships/slide" Target="slide200.xml"/><Relationship Id="rId12" Type="http://schemas.openxmlformats.org/officeDocument/2006/relationships/slide" Target="slide224.xml"/><Relationship Id="rId2" Type="http://schemas.openxmlformats.org/officeDocument/2006/relationships/notesSlide" Target="../notesSlides/notesSlide216.xml"/><Relationship Id="rId16" Type="http://schemas.openxmlformats.org/officeDocument/2006/relationships/chart" Target="../charts/chart21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3.xml"/><Relationship Id="rId11" Type="http://schemas.openxmlformats.org/officeDocument/2006/relationships/slide" Target="slide220.xml"/><Relationship Id="rId5" Type="http://schemas.openxmlformats.org/officeDocument/2006/relationships/slide" Target="slide89.xml"/><Relationship Id="rId15" Type="http://schemas.openxmlformats.org/officeDocument/2006/relationships/slide" Target="slide219.xml"/><Relationship Id="rId10" Type="http://schemas.openxmlformats.org/officeDocument/2006/relationships/slide" Target="slide212.xml"/><Relationship Id="rId4" Type="http://schemas.openxmlformats.org/officeDocument/2006/relationships/slide" Target="slide25.xml"/><Relationship Id="rId9" Type="http://schemas.openxmlformats.org/officeDocument/2006/relationships/slide" Target="slide248.xml"/><Relationship Id="rId14" Type="http://schemas.openxmlformats.org/officeDocument/2006/relationships/slide" Target="slide218.xml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slide" Target="slide233.xml"/><Relationship Id="rId13" Type="http://schemas.openxmlformats.org/officeDocument/2006/relationships/slide" Target="slide216.xml"/><Relationship Id="rId3" Type="http://schemas.openxmlformats.org/officeDocument/2006/relationships/slide" Target="slide4.xml"/><Relationship Id="rId7" Type="http://schemas.openxmlformats.org/officeDocument/2006/relationships/slide" Target="slide201.xml"/><Relationship Id="rId12" Type="http://schemas.openxmlformats.org/officeDocument/2006/relationships/slide" Target="slide225.xml"/><Relationship Id="rId2" Type="http://schemas.openxmlformats.org/officeDocument/2006/relationships/notesSlide" Target="../notesSlides/notesSlide217.xml"/><Relationship Id="rId16" Type="http://schemas.openxmlformats.org/officeDocument/2006/relationships/chart" Target="../charts/chart21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4.xml"/><Relationship Id="rId11" Type="http://schemas.openxmlformats.org/officeDocument/2006/relationships/slide" Target="slide221.xml"/><Relationship Id="rId5" Type="http://schemas.openxmlformats.org/officeDocument/2006/relationships/slide" Target="slide90.xml"/><Relationship Id="rId15" Type="http://schemas.openxmlformats.org/officeDocument/2006/relationships/slide" Target="slide219.xml"/><Relationship Id="rId10" Type="http://schemas.openxmlformats.org/officeDocument/2006/relationships/slide" Target="slide213.xml"/><Relationship Id="rId4" Type="http://schemas.openxmlformats.org/officeDocument/2006/relationships/slide" Target="slide26.xml"/><Relationship Id="rId9" Type="http://schemas.openxmlformats.org/officeDocument/2006/relationships/slide" Target="slide249.xml"/><Relationship Id="rId14" Type="http://schemas.openxmlformats.org/officeDocument/2006/relationships/slide" Target="slide218.xml"/></Relationships>
</file>

<file path=ppt/slides/_rels/slide218.xml.rels><?xml version="1.0" encoding="UTF-8" standalone="yes"?>
<Relationships xmlns="http://schemas.openxmlformats.org/package/2006/relationships"><Relationship Id="rId8" Type="http://schemas.openxmlformats.org/officeDocument/2006/relationships/slide" Target="slide234.xml"/><Relationship Id="rId13" Type="http://schemas.openxmlformats.org/officeDocument/2006/relationships/slide" Target="slide216.xml"/><Relationship Id="rId3" Type="http://schemas.openxmlformats.org/officeDocument/2006/relationships/slide" Target="slide4.xml"/><Relationship Id="rId7" Type="http://schemas.openxmlformats.org/officeDocument/2006/relationships/slide" Target="slide202.xml"/><Relationship Id="rId12" Type="http://schemas.openxmlformats.org/officeDocument/2006/relationships/slide" Target="slide226.xml"/><Relationship Id="rId2" Type="http://schemas.openxmlformats.org/officeDocument/2006/relationships/notesSlide" Target="../notesSlides/notesSlide218.xml"/><Relationship Id="rId16" Type="http://schemas.openxmlformats.org/officeDocument/2006/relationships/chart" Target="../charts/chart2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5.xml"/><Relationship Id="rId11" Type="http://schemas.openxmlformats.org/officeDocument/2006/relationships/slide" Target="slide222.xml"/><Relationship Id="rId5" Type="http://schemas.openxmlformats.org/officeDocument/2006/relationships/slide" Target="slide91.xml"/><Relationship Id="rId15" Type="http://schemas.openxmlformats.org/officeDocument/2006/relationships/slide" Target="slide219.xml"/><Relationship Id="rId10" Type="http://schemas.openxmlformats.org/officeDocument/2006/relationships/slide" Target="slide214.xml"/><Relationship Id="rId4" Type="http://schemas.openxmlformats.org/officeDocument/2006/relationships/slide" Target="slide27.xml"/><Relationship Id="rId9" Type="http://schemas.openxmlformats.org/officeDocument/2006/relationships/slide" Target="slide250.xml"/><Relationship Id="rId14" Type="http://schemas.openxmlformats.org/officeDocument/2006/relationships/slide" Target="slide217.xml"/></Relationships>
</file>

<file path=ppt/slides/_rels/slide219.xml.rels><?xml version="1.0" encoding="UTF-8" standalone="yes"?>
<Relationships xmlns="http://schemas.openxmlformats.org/package/2006/relationships"><Relationship Id="rId8" Type="http://schemas.openxmlformats.org/officeDocument/2006/relationships/slide" Target="slide235.xml"/><Relationship Id="rId13" Type="http://schemas.openxmlformats.org/officeDocument/2006/relationships/slide" Target="slide216.xml"/><Relationship Id="rId3" Type="http://schemas.openxmlformats.org/officeDocument/2006/relationships/slide" Target="slide4.xml"/><Relationship Id="rId7" Type="http://schemas.openxmlformats.org/officeDocument/2006/relationships/slide" Target="slide203.xml"/><Relationship Id="rId12" Type="http://schemas.openxmlformats.org/officeDocument/2006/relationships/slide" Target="slide227.xml"/><Relationship Id="rId2" Type="http://schemas.openxmlformats.org/officeDocument/2006/relationships/notesSlide" Target="../notesSlides/notesSlide219.xml"/><Relationship Id="rId16" Type="http://schemas.openxmlformats.org/officeDocument/2006/relationships/chart" Target="../charts/chart2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6.xml"/><Relationship Id="rId11" Type="http://schemas.openxmlformats.org/officeDocument/2006/relationships/slide" Target="slide223.xml"/><Relationship Id="rId5" Type="http://schemas.openxmlformats.org/officeDocument/2006/relationships/slide" Target="slide92.xml"/><Relationship Id="rId15" Type="http://schemas.openxmlformats.org/officeDocument/2006/relationships/slide" Target="slide218.xml"/><Relationship Id="rId10" Type="http://schemas.openxmlformats.org/officeDocument/2006/relationships/slide" Target="slide215.xml"/><Relationship Id="rId4" Type="http://schemas.openxmlformats.org/officeDocument/2006/relationships/slide" Target="slide28.xml"/><Relationship Id="rId9" Type="http://schemas.openxmlformats.org/officeDocument/2006/relationships/slide" Target="slide251.xml"/><Relationship Id="rId14" Type="http://schemas.openxmlformats.org/officeDocument/2006/relationships/slide" Target="slide217.xml"/></Relationships>
</file>

<file path=ppt/slides/_rels/slide220.xml.rels><?xml version="1.0" encoding="UTF-8" standalone="yes"?>
<Relationships xmlns="http://schemas.openxmlformats.org/package/2006/relationships"><Relationship Id="rId8" Type="http://schemas.openxmlformats.org/officeDocument/2006/relationships/slide" Target="slide236.xml"/><Relationship Id="rId13" Type="http://schemas.openxmlformats.org/officeDocument/2006/relationships/slide" Target="slide221.xml"/><Relationship Id="rId3" Type="http://schemas.openxmlformats.org/officeDocument/2006/relationships/slide" Target="slide4.xml"/><Relationship Id="rId7" Type="http://schemas.openxmlformats.org/officeDocument/2006/relationships/slide" Target="slide204.xml"/><Relationship Id="rId12" Type="http://schemas.openxmlformats.org/officeDocument/2006/relationships/slide" Target="slide224.xml"/><Relationship Id="rId2" Type="http://schemas.openxmlformats.org/officeDocument/2006/relationships/notesSlide" Target="../notesSlides/notesSlide220.xml"/><Relationship Id="rId16" Type="http://schemas.openxmlformats.org/officeDocument/2006/relationships/chart" Target="../charts/chart2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7.xml"/><Relationship Id="rId11" Type="http://schemas.openxmlformats.org/officeDocument/2006/relationships/slide" Target="slide216.xml"/><Relationship Id="rId5" Type="http://schemas.openxmlformats.org/officeDocument/2006/relationships/slide" Target="slide93.xml"/><Relationship Id="rId15" Type="http://schemas.openxmlformats.org/officeDocument/2006/relationships/slide" Target="slide223.xml"/><Relationship Id="rId10" Type="http://schemas.openxmlformats.org/officeDocument/2006/relationships/slide" Target="slide212.xml"/><Relationship Id="rId4" Type="http://schemas.openxmlformats.org/officeDocument/2006/relationships/slide" Target="slide29.xml"/><Relationship Id="rId9" Type="http://schemas.openxmlformats.org/officeDocument/2006/relationships/slide" Target="slide252.xml"/><Relationship Id="rId14" Type="http://schemas.openxmlformats.org/officeDocument/2006/relationships/slide" Target="slide222.xml"/></Relationships>
</file>

<file path=ppt/slides/_rels/slide221.xml.rels><?xml version="1.0" encoding="UTF-8" standalone="yes"?>
<Relationships xmlns="http://schemas.openxmlformats.org/package/2006/relationships"><Relationship Id="rId8" Type="http://schemas.openxmlformats.org/officeDocument/2006/relationships/slide" Target="slide237.xml"/><Relationship Id="rId13" Type="http://schemas.openxmlformats.org/officeDocument/2006/relationships/slide" Target="slide220.xml"/><Relationship Id="rId3" Type="http://schemas.openxmlformats.org/officeDocument/2006/relationships/slide" Target="slide4.xml"/><Relationship Id="rId7" Type="http://schemas.openxmlformats.org/officeDocument/2006/relationships/slide" Target="slide205.xml"/><Relationship Id="rId12" Type="http://schemas.openxmlformats.org/officeDocument/2006/relationships/slide" Target="slide225.xml"/><Relationship Id="rId2" Type="http://schemas.openxmlformats.org/officeDocument/2006/relationships/notesSlide" Target="../notesSlides/notesSlide221.xml"/><Relationship Id="rId16" Type="http://schemas.openxmlformats.org/officeDocument/2006/relationships/chart" Target="../charts/chart2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8.xml"/><Relationship Id="rId11" Type="http://schemas.openxmlformats.org/officeDocument/2006/relationships/slide" Target="slide217.xml"/><Relationship Id="rId5" Type="http://schemas.openxmlformats.org/officeDocument/2006/relationships/slide" Target="slide94.xml"/><Relationship Id="rId15" Type="http://schemas.openxmlformats.org/officeDocument/2006/relationships/slide" Target="slide223.xml"/><Relationship Id="rId10" Type="http://schemas.openxmlformats.org/officeDocument/2006/relationships/slide" Target="slide213.xml"/><Relationship Id="rId4" Type="http://schemas.openxmlformats.org/officeDocument/2006/relationships/slide" Target="slide30.xml"/><Relationship Id="rId9" Type="http://schemas.openxmlformats.org/officeDocument/2006/relationships/slide" Target="slide253.xml"/><Relationship Id="rId14" Type="http://schemas.openxmlformats.org/officeDocument/2006/relationships/slide" Target="slide222.xml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slide" Target="slide238.xml"/><Relationship Id="rId13" Type="http://schemas.openxmlformats.org/officeDocument/2006/relationships/slide" Target="slide220.xml"/><Relationship Id="rId3" Type="http://schemas.openxmlformats.org/officeDocument/2006/relationships/slide" Target="slide4.xml"/><Relationship Id="rId7" Type="http://schemas.openxmlformats.org/officeDocument/2006/relationships/slide" Target="slide206.xml"/><Relationship Id="rId12" Type="http://schemas.openxmlformats.org/officeDocument/2006/relationships/slide" Target="slide226.xml"/><Relationship Id="rId2" Type="http://schemas.openxmlformats.org/officeDocument/2006/relationships/notesSlide" Target="../notesSlides/notesSlide222.xml"/><Relationship Id="rId16" Type="http://schemas.openxmlformats.org/officeDocument/2006/relationships/chart" Target="../charts/chart2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9.xml"/><Relationship Id="rId11" Type="http://schemas.openxmlformats.org/officeDocument/2006/relationships/slide" Target="slide218.xml"/><Relationship Id="rId5" Type="http://schemas.openxmlformats.org/officeDocument/2006/relationships/slide" Target="slide95.xml"/><Relationship Id="rId15" Type="http://schemas.openxmlformats.org/officeDocument/2006/relationships/slide" Target="slide223.xml"/><Relationship Id="rId10" Type="http://schemas.openxmlformats.org/officeDocument/2006/relationships/slide" Target="slide214.xml"/><Relationship Id="rId4" Type="http://schemas.openxmlformats.org/officeDocument/2006/relationships/slide" Target="slide31.xml"/><Relationship Id="rId9" Type="http://schemas.openxmlformats.org/officeDocument/2006/relationships/slide" Target="slide254.xml"/><Relationship Id="rId14" Type="http://schemas.openxmlformats.org/officeDocument/2006/relationships/slide" Target="slide221.xml"/></Relationships>
</file>

<file path=ppt/slides/_rels/slide223.xml.rels><?xml version="1.0" encoding="UTF-8" standalone="yes"?>
<Relationships xmlns="http://schemas.openxmlformats.org/package/2006/relationships"><Relationship Id="rId8" Type="http://schemas.openxmlformats.org/officeDocument/2006/relationships/slide" Target="slide239.xml"/><Relationship Id="rId13" Type="http://schemas.openxmlformats.org/officeDocument/2006/relationships/slide" Target="slide220.xml"/><Relationship Id="rId3" Type="http://schemas.openxmlformats.org/officeDocument/2006/relationships/slide" Target="slide4.xml"/><Relationship Id="rId7" Type="http://schemas.openxmlformats.org/officeDocument/2006/relationships/slide" Target="slide207.xml"/><Relationship Id="rId12" Type="http://schemas.openxmlformats.org/officeDocument/2006/relationships/slide" Target="slide227.xml"/><Relationship Id="rId2" Type="http://schemas.openxmlformats.org/officeDocument/2006/relationships/notesSlide" Target="../notesSlides/notesSlide223.xml"/><Relationship Id="rId16" Type="http://schemas.openxmlformats.org/officeDocument/2006/relationships/chart" Target="../charts/chart2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0.xml"/><Relationship Id="rId11" Type="http://schemas.openxmlformats.org/officeDocument/2006/relationships/slide" Target="slide219.xml"/><Relationship Id="rId5" Type="http://schemas.openxmlformats.org/officeDocument/2006/relationships/slide" Target="slide96.xml"/><Relationship Id="rId15" Type="http://schemas.openxmlformats.org/officeDocument/2006/relationships/slide" Target="slide222.xml"/><Relationship Id="rId10" Type="http://schemas.openxmlformats.org/officeDocument/2006/relationships/slide" Target="slide215.xml"/><Relationship Id="rId4" Type="http://schemas.openxmlformats.org/officeDocument/2006/relationships/slide" Target="slide32.xml"/><Relationship Id="rId9" Type="http://schemas.openxmlformats.org/officeDocument/2006/relationships/slide" Target="slide255.xml"/><Relationship Id="rId14" Type="http://schemas.openxmlformats.org/officeDocument/2006/relationships/slide" Target="slide221.xml"/></Relationships>
</file>

<file path=ppt/slides/_rels/slide224.xml.rels><?xml version="1.0" encoding="UTF-8" standalone="yes"?>
<Relationships xmlns="http://schemas.openxmlformats.org/package/2006/relationships"><Relationship Id="rId8" Type="http://schemas.openxmlformats.org/officeDocument/2006/relationships/slide" Target="slide240.xml"/><Relationship Id="rId13" Type="http://schemas.openxmlformats.org/officeDocument/2006/relationships/slide" Target="slide225.xml"/><Relationship Id="rId3" Type="http://schemas.openxmlformats.org/officeDocument/2006/relationships/slide" Target="slide4.xml"/><Relationship Id="rId7" Type="http://schemas.openxmlformats.org/officeDocument/2006/relationships/slide" Target="slide208.xml"/><Relationship Id="rId12" Type="http://schemas.openxmlformats.org/officeDocument/2006/relationships/slide" Target="slide220.xml"/><Relationship Id="rId2" Type="http://schemas.openxmlformats.org/officeDocument/2006/relationships/notesSlide" Target="../notesSlides/notesSlide224.xml"/><Relationship Id="rId16" Type="http://schemas.openxmlformats.org/officeDocument/2006/relationships/chart" Target="../charts/chart2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1.xml"/><Relationship Id="rId11" Type="http://schemas.openxmlformats.org/officeDocument/2006/relationships/slide" Target="slide216.xml"/><Relationship Id="rId5" Type="http://schemas.openxmlformats.org/officeDocument/2006/relationships/slide" Target="slide97.xml"/><Relationship Id="rId15" Type="http://schemas.openxmlformats.org/officeDocument/2006/relationships/slide" Target="slide227.xml"/><Relationship Id="rId10" Type="http://schemas.openxmlformats.org/officeDocument/2006/relationships/slide" Target="slide212.xml"/><Relationship Id="rId4" Type="http://schemas.openxmlformats.org/officeDocument/2006/relationships/slide" Target="slide33.xml"/><Relationship Id="rId9" Type="http://schemas.openxmlformats.org/officeDocument/2006/relationships/slide" Target="slide256.xml"/><Relationship Id="rId14" Type="http://schemas.openxmlformats.org/officeDocument/2006/relationships/slide" Target="slide226.xml"/></Relationships>
</file>

<file path=ppt/slides/_rels/slide225.xml.rels><?xml version="1.0" encoding="UTF-8" standalone="yes"?>
<Relationships xmlns="http://schemas.openxmlformats.org/package/2006/relationships"><Relationship Id="rId8" Type="http://schemas.openxmlformats.org/officeDocument/2006/relationships/slide" Target="slide241.xml"/><Relationship Id="rId13" Type="http://schemas.openxmlformats.org/officeDocument/2006/relationships/slide" Target="slide224.xml"/><Relationship Id="rId3" Type="http://schemas.openxmlformats.org/officeDocument/2006/relationships/slide" Target="slide4.xml"/><Relationship Id="rId7" Type="http://schemas.openxmlformats.org/officeDocument/2006/relationships/slide" Target="slide209.xml"/><Relationship Id="rId12" Type="http://schemas.openxmlformats.org/officeDocument/2006/relationships/slide" Target="slide221.xml"/><Relationship Id="rId2" Type="http://schemas.openxmlformats.org/officeDocument/2006/relationships/notesSlide" Target="../notesSlides/notesSlide225.xml"/><Relationship Id="rId16" Type="http://schemas.openxmlformats.org/officeDocument/2006/relationships/chart" Target="../charts/chart2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2.xml"/><Relationship Id="rId11" Type="http://schemas.openxmlformats.org/officeDocument/2006/relationships/slide" Target="slide217.xml"/><Relationship Id="rId5" Type="http://schemas.openxmlformats.org/officeDocument/2006/relationships/slide" Target="slide98.xml"/><Relationship Id="rId15" Type="http://schemas.openxmlformats.org/officeDocument/2006/relationships/slide" Target="slide227.xml"/><Relationship Id="rId10" Type="http://schemas.openxmlformats.org/officeDocument/2006/relationships/slide" Target="slide213.xml"/><Relationship Id="rId4" Type="http://schemas.openxmlformats.org/officeDocument/2006/relationships/slide" Target="slide34.xml"/><Relationship Id="rId9" Type="http://schemas.openxmlformats.org/officeDocument/2006/relationships/slide" Target="slide257.xml"/><Relationship Id="rId14" Type="http://schemas.openxmlformats.org/officeDocument/2006/relationships/slide" Target="slide226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slide" Target="slide242.xml"/><Relationship Id="rId13" Type="http://schemas.openxmlformats.org/officeDocument/2006/relationships/slide" Target="slide224.xml"/><Relationship Id="rId3" Type="http://schemas.openxmlformats.org/officeDocument/2006/relationships/slide" Target="slide4.xml"/><Relationship Id="rId7" Type="http://schemas.openxmlformats.org/officeDocument/2006/relationships/slide" Target="slide210.xml"/><Relationship Id="rId12" Type="http://schemas.openxmlformats.org/officeDocument/2006/relationships/slide" Target="slide222.xml"/><Relationship Id="rId2" Type="http://schemas.openxmlformats.org/officeDocument/2006/relationships/notesSlide" Target="../notesSlides/notesSlide226.xml"/><Relationship Id="rId16" Type="http://schemas.openxmlformats.org/officeDocument/2006/relationships/chart" Target="../charts/chart2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3.xml"/><Relationship Id="rId11" Type="http://schemas.openxmlformats.org/officeDocument/2006/relationships/slide" Target="slide218.xml"/><Relationship Id="rId5" Type="http://schemas.openxmlformats.org/officeDocument/2006/relationships/slide" Target="slide99.xml"/><Relationship Id="rId15" Type="http://schemas.openxmlformats.org/officeDocument/2006/relationships/slide" Target="slide227.xml"/><Relationship Id="rId10" Type="http://schemas.openxmlformats.org/officeDocument/2006/relationships/slide" Target="slide214.xml"/><Relationship Id="rId4" Type="http://schemas.openxmlformats.org/officeDocument/2006/relationships/slide" Target="slide35.xml"/><Relationship Id="rId9" Type="http://schemas.openxmlformats.org/officeDocument/2006/relationships/slide" Target="slide258.xml"/><Relationship Id="rId14" Type="http://schemas.openxmlformats.org/officeDocument/2006/relationships/slide" Target="slide225.xml"/></Relationships>
</file>

<file path=ppt/slides/_rels/slide227.xml.rels><?xml version="1.0" encoding="UTF-8" standalone="yes"?>
<Relationships xmlns="http://schemas.openxmlformats.org/package/2006/relationships"><Relationship Id="rId8" Type="http://schemas.openxmlformats.org/officeDocument/2006/relationships/slide" Target="slide243.xml"/><Relationship Id="rId13" Type="http://schemas.openxmlformats.org/officeDocument/2006/relationships/slide" Target="slide224.xml"/><Relationship Id="rId3" Type="http://schemas.openxmlformats.org/officeDocument/2006/relationships/slide" Target="slide4.xml"/><Relationship Id="rId7" Type="http://schemas.openxmlformats.org/officeDocument/2006/relationships/slide" Target="slide211.xml"/><Relationship Id="rId12" Type="http://schemas.openxmlformats.org/officeDocument/2006/relationships/slide" Target="slide223.xml"/><Relationship Id="rId2" Type="http://schemas.openxmlformats.org/officeDocument/2006/relationships/notesSlide" Target="../notesSlides/notesSlide227.xml"/><Relationship Id="rId16" Type="http://schemas.openxmlformats.org/officeDocument/2006/relationships/chart" Target="../charts/chart2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4.xml"/><Relationship Id="rId11" Type="http://schemas.openxmlformats.org/officeDocument/2006/relationships/slide" Target="slide219.xml"/><Relationship Id="rId5" Type="http://schemas.openxmlformats.org/officeDocument/2006/relationships/slide" Target="slide100.xml"/><Relationship Id="rId15" Type="http://schemas.openxmlformats.org/officeDocument/2006/relationships/slide" Target="slide226.xml"/><Relationship Id="rId10" Type="http://schemas.openxmlformats.org/officeDocument/2006/relationships/slide" Target="slide215.xml"/><Relationship Id="rId4" Type="http://schemas.openxmlformats.org/officeDocument/2006/relationships/slide" Target="slide36.xml"/><Relationship Id="rId9" Type="http://schemas.openxmlformats.org/officeDocument/2006/relationships/slide" Target="slide259.xml"/><Relationship Id="rId14" Type="http://schemas.openxmlformats.org/officeDocument/2006/relationships/slide" Target="slide225.xml"/></Relationships>
</file>

<file path=ppt/slides/_rels/slide228.xml.rels><?xml version="1.0" encoding="UTF-8" standalone="yes"?>
<Relationships xmlns="http://schemas.openxmlformats.org/package/2006/relationships"><Relationship Id="rId8" Type="http://schemas.openxmlformats.org/officeDocument/2006/relationships/slide" Target="slide212.xml"/><Relationship Id="rId13" Type="http://schemas.openxmlformats.org/officeDocument/2006/relationships/slide" Target="slide229.xml"/><Relationship Id="rId3" Type="http://schemas.openxmlformats.org/officeDocument/2006/relationships/slide" Target="slide4.xml"/><Relationship Id="rId7" Type="http://schemas.openxmlformats.org/officeDocument/2006/relationships/slide" Target="slide196.xml"/><Relationship Id="rId12" Type="http://schemas.openxmlformats.org/officeDocument/2006/relationships/slide" Target="slide240.xml"/><Relationship Id="rId2" Type="http://schemas.openxmlformats.org/officeDocument/2006/relationships/notesSlide" Target="../notesSlides/notesSlide228.xml"/><Relationship Id="rId16" Type="http://schemas.openxmlformats.org/officeDocument/2006/relationships/chart" Target="../charts/chart2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5.xml"/><Relationship Id="rId11" Type="http://schemas.openxmlformats.org/officeDocument/2006/relationships/slide" Target="slide236.xml"/><Relationship Id="rId5" Type="http://schemas.openxmlformats.org/officeDocument/2006/relationships/slide" Target="slide101.xml"/><Relationship Id="rId15" Type="http://schemas.openxmlformats.org/officeDocument/2006/relationships/slide" Target="slide231.xml"/><Relationship Id="rId10" Type="http://schemas.openxmlformats.org/officeDocument/2006/relationships/slide" Target="slide232.xml"/><Relationship Id="rId4" Type="http://schemas.openxmlformats.org/officeDocument/2006/relationships/slide" Target="slide37.xml"/><Relationship Id="rId9" Type="http://schemas.openxmlformats.org/officeDocument/2006/relationships/slide" Target="slide244.xml"/><Relationship Id="rId14" Type="http://schemas.openxmlformats.org/officeDocument/2006/relationships/slide" Target="slide230.xml"/></Relationships>
</file>

<file path=ppt/slides/_rels/slide229.xml.rels><?xml version="1.0" encoding="UTF-8" standalone="yes"?>
<Relationships xmlns="http://schemas.openxmlformats.org/package/2006/relationships"><Relationship Id="rId8" Type="http://schemas.openxmlformats.org/officeDocument/2006/relationships/slide" Target="slide213.xml"/><Relationship Id="rId13" Type="http://schemas.openxmlformats.org/officeDocument/2006/relationships/slide" Target="slide228.xml"/><Relationship Id="rId3" Type="http://schemas.openxmlformats.org/officeDocument/2006/relationships/slide" Target="slide4.xml"/><Relationship Id="rId7" Type="http://schemas.openxmlformats.org/officeDocument/2006/relationships/slide" Target="slide197.xml"/><Relationship Id="rId12" Type="http://schemas.openxmlformats.org/officeDocument/2006/relationships/slide" Target="slide241.xml"/><Relationship Id="rId2" Type="http://schemas.openxmlformats.org/officeDocument/2006/relationships/notesSlide" Target="../notesSlides/notesSlide229.xml"/><Relationship Id="rId16" Type="http://schemas.openxmlformats.org/officeDocument/2006/relationships/chart" Target="../charts/chart2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6.xml"/><Relationship Id="rId11" Type="http://schemas.openxmlformats.org/officeDocument/2006/relationships/slide" Target="slide237.xml"/><Relationship Id="rId5" Type="http://schemas.openxmlformats.org/officeDocument/2006/relationships/slide" Target="slide102.xml"/><Relationship Id="rId15" Type="http://schemas.openxmlformats.org/officeDocument/2006/relationships/slide" Target="slide231.xml"/><Relationship Id="rId10" Type="http://schemas.openxmlformats.org/officeDocument/2006/relationships/slide" Target="slide233.xml"/><Relationship Id="rId4" Type="http://schemas.openxmlformats.org/officeDocument/2006/relationships/slide" Target="slide38.xml"/><Relationship Id="rId9" Type="http://schemas.openxmlformats.org/officeDocument/2006/relationships/slide" Target="slide245.xml"/><Relationship Id="rId14" Type="http://schemas.openxmlformats.org/officeDocument/2006/relationships/slide" Target="slide230.xml"/></Relationships>
</file>

<file path=ppt/slides/_rels/slide230.xml.rels><?xml version="1.0" encoding="UTF-8" standalone="yes"?>
<Relationships xmlns="http://schemas.openxmlformats.org/package/2006/relationships"><Relationship Id="rId8" Type="http://schemas.openxmlformats.org/officeDocument/2006/relationships/slide" Target="slide214.xml"/><Relationship Id="rId13" Type="http://schemas.openxmlformats.org/officeDocument/2006/relationships/slide" Target="slide228.xml"/><Relationship Id="rId3" Type="http://schemas.openxmlformats.org/officeDocument/2006/relationships/slide" Target="slide4.xml"/><Relationship Id="rId7" Type="http://schemas.openxmlformats.org/officeDocument/2006/relationships/slide" Target="slide198.xml"/><Relationship Id="rId12" Type="http://schemas.openxmlformats.org/officeDocument/2006/relationships/slide" Target="slide242.xml"/><Relationship Id="rId2" Type="http://schemas.openxmlformats.org/officeDocument/2006/relationships/notesSlide" Target="../notesSlides/notesSlide230.xml"/><Relationship Id="rId16" Type="http://schemas.openxmlformats.org/officeDocument/2006/relationships/chart" Target="../charts/chart2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7.xml"/><Relationship Id="rId11" Type="http://schemas.openxmlformats.org/officeDocument/2006/relationships/slide" Target="slide238.xml"/><Relationship Id="rId5" Type="http://schemas.openxmlformats.org/officeDocument/2006/relationships/slide" Target="slide103.xml"/><Relationship Id="rId15" Type="http://schemas.openxmlformats.org/officeDocument/2006/relationships/slide" Target="slide231.xml"/><Relationship Id="rId10" Type="http://schemas.openxmlformats.org/officeDocument/2006/relationships/slide" Target="slide234.xml"/><Relationship Id="rId4" Type="http://schemas.openxmlformats.org/officeDocument/2006/relationships/slide" Target="slide39.xml"/><Relationship Id="rId9" Type="http://schemas.openxmlformats.org/officeDocument/2006/relationships/slide" Target="slide246.xml"/><Relationship Id="rId14" Type="http://schemas.openxmlformats.org/officeDocument/2006/relationships/slide" Target="slide229.xml"/></Relationships>
</file>

<file path=ppt/slides/_rels/slide231.xml.rels><?xml version="1.0" encoding="UTF-8" standalone="yes"?>
<Relationships xmlns="http://schemas.openxmlformats.org/package/2006/relationships"><Relationship Id="rId8" Type="http://schemas.openxmlformats.org/officeDocument/2006/relationships/slide" Target="slide215.xml"/><Relationship Id="rId13" Type="http://schemas.openxmlformats.org/officeDocument/2006/relationships/slide" Target="slide228.xml"/><Relationship Id="rId3" Type="http://schemas.openxmlformats.org/officeDocument/2006/relationships/slide" Target="slide4.xml"/><Relationship Id="rId7" Type="http://schemas.openxmlformats.org/officeDocument/2006/relationships/slide" Target="slide199.xml"/><Relationship Id="rId12" Type="http://schemas.openxmlformats.org/officeDocument/2006/relationships/slide" Target="slide243.xml"/><Relationship Id="rId2" Type="http://schemas.openxmlformats.org/officeDocument/2006/relationships/notesSlide" Target="../notesSlides/notesSlide231.xml"/><Relationship Id="rId16" Type="http://schemas.openxmlformats.org/officeDocument/2006/relationships/chart" Target="../charts/chart2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8.xml"/><Relationship Id="rId11" Type="http://schemas.openxmlformats.org/officeDocument/2006/relationships/slide" Target="slide239.xml"/><Relationship Id="rId5" Type="http://schemas.openxmlformats.org/officeDocument/2006/relationships/slide" Target="slide104.xml"/><Relationship Id="rId15" Type="http://schemas.openxmlformats.org/officeDocument/2006/relationships/slide" Target="slide230.xml"/><Relationship Id="rId10" Type="http://schemas.openxmlformats.org/officeDocument/2006/relationships/slide" Target="slide235.xml"/><Relationship Id="rId4" Type="http://schemas.openxmlformats.org/officeDocument/2006/relationships/slide" Target="slide40.xml"/><Relationship Id="rId9" Type="http://schemas.openxmlformats.org/officeDocument/2006/relationships/slide" Target="slide247.xml"/><Relationship Id="rId14" Type="http://schemas.openxmlformats.org/officeDocument/2006/relationships/slide" Target="slide229.xml"/></Relationships>
</file>

<file path=ppt/slides/_rels/slide232.xml.rels><?xml version="1.0" encoding="UTF-8" standalone="yes"?>
<Relationships xmlns="http://schemas.openxmlformats.org/package/2006/relationships"><Relationship Id="rId8" Type="http://schemas.openxmlformats.org/officeDocument/2006/relationships/slide" Target="slide216.xml"/><Relationship Id="rId13" Type="http://schemas.openxmlformats.org/officeDocument/2006/relationships/slide" Target="slide233.xml"/><Relationship Id="rId3" Type="http://schemas.openxmlformats.org/officeDocument/2006/relationships/slide" Target="slide4.xml"/><Relationship Id="rId7" Type="http://schemas.openxmlformats.org/officeDocument/2006/relationships/slide" Target="slide200.xml"/><Relationship Id="rId12" Type="http://schemas.openxmlformats.org/officeDocument/2006/relationships/slide" Target="slide240.xml"/><Relationship Id="rId2" Type="http://schemas.openxmlformats.org/officeDocument/2006/relationships/notesSlide" Target="../notesSlides/notesSlide232.xml"/><Relationship Id="rId16" Type="http://schemas.openxmlformats.org/officeDocument/2006/relationships/chart" Target="../charts/chart2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9.xml"/><Relationship Id="rId11" Type="http://schemas.openxmlformats.org/officeDocument/2006/relationships/slide" Target="slide236.xml"/><Relationship Id="rId5" Type="http://schemas.openxmlformats.org/officeDocument/2006/relationships/slide" Target="slide105.xml"/><Relationship Id="rId15" Type="http://schemas.openxmlformats.org/officeDocument/2006/relationships/slide" Target="slide235.xml"/><Relationship Id="rId10" Type="http://schemas.openxmlformats.org/officeDocument/2006/relationships/slide" Target="slide228.xml"/><Relationship Id="rId4" Type="http://schemas.openxmlformats.org/officeDocument/2006/relationships/slide" Target="slide41.xml"/><Relationship Id="rId9" Type="http://schemas.openxmlformats.org/officeDocument/2006/relationships/slide" Target="slide248.xml"/><Relationship Id="rId14" Type="http://schemas.openxmlformats.org/officeDocument/2006/relationships/slide" Target="slide234.xml"/></Relationships>
</file>

<file path=ppt/slides/_rels/slide233.xml.rels><?xml version="1.0" encoding="UTF-8" standalone="yes"?>
<Relationships xmlns="http://schemas.openxmlformats.org/package/2006/relationships"><Relationship Id="rId8" Type="http://schemas.openxmlformats.org/officeDocument/2006/relationships/slide" Target="slide217.xml"/><Relationship Id="rId13" Type="http://schemas.openxmlformats.org/officeDocument/2006/relationships/slide" Target="slide232.xml"/><Relationship Id="rId3" Type="http://schemas.openxmlformats.org/officeDocument/2006/relationships/slide" Target="slide4.xml"/><Relationship Id="rId7" Type="http://schemas.openxmlformats.org/officeDocument/2006/relationships/slide" Target="slide201.xml"/><Relationship Id="rId12" Type="http://schemas.openxmlformats.org/officeDocument/2006/relationships/slide" Target="slide241.xml"/><Relationship Id="rId2" Type="http://schemas.openxmlformats.org/officeDocument/2006/relationships/notesSlide" Target="../notesSlides/notesSlide233.xml"/><Relationship Id="rId16" Type="http://schemas.openxmlformats.org/officeDocument/2006/relationships/chart" Target="../charts/chart2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0.xml"/><Relationship Id="rId11" Type="http://schemas.openxmlformats.org/officeDocument/2006/relationships/slide" Target="slide237.xml"/><Relationship Id="rId5" Type="http://schemas.openxmlformats.org/officeDocument/2006/relationships/slide" Target="slide106.xml"/><Relationship Id="rId15" Type="http://schemas.openxmlformats.org/officeDocument/2006/relationships/slide" Target="slide235.xml"/><Relationship Id="rId10" Type="http://schemas.openxmlformats.org/officeDocument/2006/relationships/slide" Target="slide229.xml"/><Relationship Id="rId4" Type="http://schemas.openxmlformats.org/officeDocument/2006/relationships/slide" Target="slide42.xml"/><Relationship Id="rId9" Type="http://schemas.openxmlformats.org/officeDocument/2006/relationships/slide" Target="slide249.xml"/><Relationship Id="rId14" Type="http://schemas.openxmlformats.org/officeDocument/2006/relationships/slide" Target="slide234.xml"/></Relationships>
</file>

<file path=ppt/slides/_rels/slide234.xml.rels><?xml version="1.0" encoding="UTF-8" standalone="yes"?>
<Relationships xmlns="http://schemas.openxmlformats.org/package/2006/relationships"><Relationship Id="rId8" Type="http://schemas.openxmlformats.org/officeDocument/2006/relationships/slide" Target="slide218.xml"/><Relationship Id="rId13" Type="http://schemas.openxmlformats.org/officeDocument/2006/relationships/slide" Target="slide232.xml"/><Relationship Id="rId3" Type="http://schemas.openxmlformats.org/officeDocument/2006/relationships/slide" Target="slide4.xml"/><Relationship Id="rId7" Type="http://schemas.openxmlformats.org/officeDocument/2006/relationships/slide" Target="slide202.xml"/><Relationship Id="rId12" Type="http://schemas.openxmlformats.org/officeDocument/2006/relationships/slide" Target="slide242.xml"/><Relationship Id="rId2" Type="http://schemas.openxmlformats.org/officeDocument/2006/relationships/notesSlide" Target="../notesSlides/notesSlide234.xml"/><Relationship Id="rId16" Type="http://schemas.openxmlformats.org/officeDocument/2006/relationships/chart" Target="../charts/chart2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1.xml"/><Relationship Id="rId11" Type="http://schemas.openxmlformats.org/officeDocument/2006/relationships/slide" Target="slide238.xml"/><Relationship Id="rId5" Type="http://schemas.openxmlformats.org/officeDocument/2006/relationships/slide" Target="slide107.xml"/><Relationship Id="rId15" Type="http://schemas.openxmlformats.org/officeDocument/2006/relationships/slide" Target="slide235.xml"/><Relationship Id="rId10" Type="http://schemas.openxmlformats.org/officeDocument/2006/relationships/slide" Target="slide230.xml"/><Relationship Id="rId4" Type="http://schemas.openxmlformats.org/officeDocument/2006/relationships/slide" Target="slide43.xml"/><Relationship Id="rId9" Type="http://schemas.openxmlformats.org/officeDocument/2006/relationships/slide" Target="slide250.xml"/><Relationship Id="rId14" Type="http://schemas.openxmlformats.org/officeDocument/2006/relationships/slide" Target="slide233.xml"/></Relationships>
</file>

<file path=ppt/slides/_rels/slide235.xml.rels><?xml version="1.0" encoding="UTF-8" standalone="yes"?>
<Relationships xmlns="http://schemas.openxmlformats.org/package/2006/relationships"><Relationship Id="rId8" Type="http://schemas.openxmlformats.org/officeDocument/2006/relationships/slide" Target="slide219.xml"/><Relationship Id="rId13" Type="http://schemas.openxmlformats.org/officeDocument/2006/relationships/slide" Target="slide232.xml"/><Relationship Id="rId3" Type="http://schemas.openxmlformats.org/officeDocument/2006/relationships/slide" Target="slide4.xml"/><Relationship Id="rId7" Type="http://schemas.openxmlformats.org/officeDocument/2006/relationships/slide" Target="slide203.xml"/><Relationship Id="rId12" Type="http://schemas.openxmlformats.org/officeDocument/2006/relationships/slide" Target="slide243.xml"/><Relationship Id="rId2" Type="http://schemas.openxmlformats.org/officeDocument/2006/relationships/notesSlide" Target="../notesSlides/notesSlide235.xml"/><Relationship Id="rId16" Type="http://schemas.openxmlformats.org/officeDocument/2006/relationships/chart" Target="../charts/chart2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2.xml"/><Relationship Id="rId11" Type="http://schemas.openxmlformats.org/officeDocument/2006/relationships/slide" Target="slide239.xml"/><Relationship Id="rId5" Type="http://schemas.openxmlformats.org/officeDocument/2006/relationships/slide" Target="slide108.xml"/><Relationship Id="rId15" Type="http://schemas.openxmlformats.org/officeDocument/2006/relationships/slide" Target="slide234.xml"/><Relationship Id="rId10" Type="http://schemas.openxmlformats.org/officeDocument/2006/relationships/slide" Target="slide231.xml"/><Relationship Id="rId4" Type="http://schemas.openxmlformats.org/officeDocument/2006/relationships/slide" Target="slide44.xml"/><Relationship Id="rId9" Type="http://schemas.openxmlformats.org/officeDocument/2006/relationships/slide" Target="slide251.xml"/><Relationship Id="rId14" Type="http://schemas.openxmlformats.org/officeDocument/2006/relationships/slide" Target="slide233.xml"/></Relationships>
</file>

<file path=ppt/slides/_rels/slide236.xml.rels><?xml version="1.0" encoding="UTF-8" standalone="yes"?>
<Relationships xmlns="http://schemas.openxmlformats.org/package/2006/relationships"><Relationship Id="rId8" Type="http://schemas.openxmlformats.org/officeDocument/2006/relationships/slide" Target="slide220.xml"/><Relationship Id="rId13" Type="http://schemas.openxmlformats.org/officeDocument/2006/relationships/slide" Target="slide237.xml"/><Relationship Id="rId3" Type="http://schemas.openxmlformats.org/officeDocument/2006/relationships/slide" Target="slide4.xml"/><Relationship Id="rId7" Type="http://schemas.openxmlformats.org/officeDocument/2006/relationships/slide" Target="slide204.xml"/><Relationship Id="rId12" Type="http://schemas.openxmlformats.org/officeDocument/2006/relationships/slide" Target="slide240.xml"/><Relationship Id="rId2" Type="http://schemas.openxmlformats.org/officeDocument/2006/relationships/notesSlide" Target="../notesSlides/notesSlide236.xml"/><Relationship Id="rId16" Type="http://schemas.openxmlformats.org/officeDocument/2006/relationships/chart" Target="../charts/chart2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3.xml"/><Relationship Id="rId11" Type="http://schemas.openxmlformats.org/officeDocument/2006/relationships/slide" Target="slide232.xml"/><Relationship Id="rId5" Type="http://schemas.openxmlformats.org/officeDocument/2006/relationships/slide" Target="slide109.xml"/><Relationship Id="rId15" Type="http://schemas.openxmlformats.org/officeDocument/2006/relationships/slide" Target="slide239.xml"/><Relationship Id="rId10" Type="http://schemas.openxmlformats.org/officeDocument/2006/relationships/slide" Target="slide228.xml"/><Relationship Id="rId4" Type="http://schemas.openxmlformats.org/officeDocument/2006/relationships/slide" Target="slide45.xml"/><Relationship Id="rId9" Type="http://schemas.openxmlformats.org/officeDocument/2006/relationships/slide" Target="slide252.xml"/><Relationship Id="rId14" Type="http://schemas.openxmlformats.org/officeDocument/2006/relationships/slide" Target="slide238.xml"/></Relationships>
</file>

<file path=ppt/slides/_rels/slide237.xml.rels><?xml version="1.0" encoding="UTF-8" standalone="yes"?>
<Relationships xmlns="http://schemas.openxmlformats.org/package/2006/relationships"><Relationship Id="rId8" Type="http://schemas.openxmlformats.org/officeDocument/2006/relationships/slide" Target="slide221.xml"/><Relationship Id="rId13" Type="http://schemas.openxmlformats.org/officeDocument/2006/relationships/slide" Target="slide236.xml"/><Relationship Id="rId3" Type="http://schemas.openxmlformats.org/officeDocument/2006/relationships/slide" Target="slide4.xml"/><Relationship Id="rId7" Type="http://schemas.openxmlformats.org/officeDocument/2006/relationships/slide" Target="slide205.xml"/><Relationship Id="rId12" Type="http://schemas.openxmlformats.org/officeDocument/2006/relationships/slide" Target="slide241.xml"/><Relationship Id="rId2" Type="http://schemas.openxmlformats.org/officeDocument/2006/relationships/notesSlide" Target="../notesSlides/notesSlide237.xml"/><Relationship Id="rId16" Type="http://schemas.openxmlformats.org/officeDocument/2006/relationships/chart" Target="../charts/chart2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4.xml"/><Relationship Id="rId11" Type="http://schemas.openxmlformats.org/officeDocument/2006/relationships/slide" Target="slide233.xml"/><Relationship Id="rId5" Type="http://schemas.openxmlformats.org/officeDocument/2006/relationships/slide" Target="slide110.xml"/><Relationship Id="rId15" Type="http://schemas.openxmlformats.org/officeDocument/2006/relationships/slide" Target="slide239.xml"/><Relationship Id="rId10" Type="http://schemas.openxmlformats.org/officeDocument/2006/relationships/slide" Target="slide229.xml"/><Relationship Id="rId4" Type="http://schemas.openxmlformats.org/officeDocument/2006/relationships/slide" Target="slide46.xml"/><Relationship Id="rId9" Type="http://schemas.openxmlformats.org/officeDocument/2006/relationships/slide" Target="slide253.xml"/><Relationship Id="rId14" Type="http://schemas.openxmlformats.org/officeDocument/2006/relationships/slide" Target="slide238.xml"/></Relationships>
</file>

<file path=ppt/slides/_rels/slide238.xml.rels><?xml version="1.0" encoding="UTF-8" standalone="yes"?>
<Relationships xmlns="http://schemas.openxmlformats.org/package/2006/relationships"><Relationship Id="rId8" Type="http://schemas.openxmlformats.org/officeDocument/2006/relationships/slide" Target="slide254.xml"/><Relationship Id="rId13" Type="http://schemas.openxmlformats.org/officeDocument/2006/relationships/slide" Target="slide237.xml"/><Relationship Id="rId3" Type="http://schemas.openxmlformats.org/officeDocument/2006/relationships/slide" Target="slide4.xml"/><Relationship Id="rId7" Type="http://schemas.openxmlformats.org/officeDocument/2006/relationships/slide" Target="slide222.xml"/><Relationship Id="rId12" Type="http://schemas.openxmlformats.org/officeDocument/2006/relationships/slide" Target="slide236.xml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6.xml"/><Relationship Id="rId11" Type="http://schemas.openxmlformats.org/officeDocument/2006/relationships/slide" Target="slide242.xml"/><Relationship Id="rId5" Type="http://schemas.openxmlformats.org/officeDocument/2006/relationships/slide" Target="slide111.xml"/><Relationship Id="rId15" Type="http://schemas.openxmlformats.org/officeDocument/2006/relationships/chart" Target="../charts/chart235.xml"/><Relationship Id="rId10" Type="http://schemas.openxmlformats.org/officeDocument/2006/relationships/slide" Target="slide234.xml"/><Relationship Id="rId4" Type="http://schemas.openxmlformats.org/officeDocument/2006/relationships/slide" Target="slide47.xml"/><Relationship Id="rId9" Type="http://schemas.openxmlformats.org/officeDocument/2006/relationships/slide" Target="slide230.xml"/><Relationship Id="rId14" Type="http://schemas.openxmlformats.org/officeDocument/2006/relationships/slide" Target="slide239.xml"/></Relationships>
</file>

<file path=ppt/slides/_rels/slide239.xml.rels><?xml version="1.0" encoding="UTF-8" standalone="yes"?>
<Relationships xmlns="http://schemas.openxmlformats.org/package/2006/relationships"><Relationship Id="rId8" Type="http://schemas.openxmlformats.org/officeDocument/2006/relationships/slide" Target="slide223.xml"/><Relationship Id="rId13" Type="http://schemas.openxmlformats.org/officeDocument/2006/relationships/slide" Target="slide236.xml"/><Relationship Id="rId3" Type="http://schemas.openxmlformats.org/officeDocument/2006/relationships/slide" Target="slide4.xml"/><Relationship Id="rId7" Type="http://schemas.openxmlformats.org/officeDocument/2006/relationships/slide" Target="slide207.xml"/><Relationship Id="rId12" Type="http://schemas.openxmlformats.org/officeDocument/2006/relationships/slide" Target="slide243.xml"/><Relationship Id="rId2" Type="http://schemas.openxmlformats.org/officeDocument/2006/relationships/notesSlide" Target="../notesSlides/notesSlide239.xml"/><Relationship Id="rId16" Type="http://schemas.openxmlformats.org/officeDocument/2006/relationships/chart" Target="../charts/chart2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5.xml"/><Relationship Id="rId11" Type="http://schemas.openxmlformats.org/officeDocument/2006/relationships/slide" Target="slide235.xml"/><Relationship Id="rId5" Type="http://schemas.openxmlformats.org/officeDocument/2006/relationships/slide" Target="slide112.xml"/><Relationship Id="rId15" Type="http://schemas.openxmlformats.org/officeDocument/2006/relationships/slide" Target="slide238.xml"/><Relationship Id="rId10" Type="http://schemas.openxmlformats.org/officeDocument/2006/relationships/slide" Target="slide231.xml"/><Relationship Id="rId4" Type="http://schemas.openxmlformats.org/officeDocument/2006/relationships/slide" Target="slide48.xml"/><Relationship Id="rId9" Type="http://schemas.openxmlformats.org/officeDocument/2006/relationships/slide" Target="slide255.xml"/><Relationship Id="rId14" Type="http://schemas.openxmlformats.org/officeDocument/2006/relationships/slide" Target="slide237.xml"/></Relationships>
</file>

<file path=ppt/slides/_rels/slide240.xml.rels><?xml version="1.0" encoding="UTF-8" standalone="yes"?>
<Relationships xmlns="http://schemas.openxmlformats.org/package/2006/relationships"><Relationship Id="rId8" Type="http://schemas.openxmlformats.org/officeDocument/2006/relationships/slide" Target="slide224.xml"/><Relationship Id="rId13" Type="http://schemas.openxmlformats.org/officeDocument/2006/relationships/slide" Target="slide241.xml"/><Relationship Id="rId3" Type="http://schemas.openxmlformats.org/officeDocument/2006/relationships/slide" Target="slide4.xml"/><Relationship Id="rId7" Type="http://schemas.openxmlformats.org/officeDocument/2006/relationships/slide" Target="slide208.xml"/><Relationship Id="rId12" Type="http://schemas.openxmlformats.org/officeDocument/2006/relationships/slide" Target="slide236.xml"/><Relationship Id="rId2" Type="http://schemas.openxmlformats.org/officeDocument/2006/relationships/notesSlide" Target="../notesSlides/notesSlide240.xml"/><Relationship Id="rId16" Type="http://schemas.openxmlformats.org/officeDocument/2006/relationships/chart" Target="../charts/chart2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6.xml"/><Relationship Id="rId11" Type="http://schemas.openxmlformats.org/officeDocument/2006/relationships/slide" Target="slide232.xml"/><Relationship Id="rId5" Type="http://schemas.openxmlformats.org/officeDocument/2006/relationships/slide" Target="slide113.xml"/><Relationship Id="rId15" Type="http://schemas.openxmlformats.org/officeDocument/2006/relationships/slide" Target="slide243.xml"/><Relationship Id="rId10" Type="http://schemas.openxmlformats.org/officeDocument/2006/relationships/slide" Target="slide228.xml"/><Relationship Id="rId4" Type="http://schemas.openxmlformats.org/officeDocument/2006/relationships/slide" Target="slide49.xml"/><Relationship Id="rId9" Type="http://schemas.openxmlformats.org/officeDocument/2006/relationships/slide" Target="slide256.xml"/><Relationship Id="rId14" Type="http://schemas.openxmlformats.org/officeDocument/2006/relationships/slide" Target="slide242.xml"/></Relationships>
</file>

<file path=ppt/slides/_rels/slide241.xml.rels><?xml version="1.0" encoding="UTF-8" standalone="yes"?>
<Relationships xmlns="http://schemas.openxmlformats.org/package/2006/relationships"><Relationship Id="rId8" Type="http://schemas.openxmlformats.org/officeDocument/2006/relationships/slide" Target="slide225.xml"/><Relationship Id="rId13" Type="http://schemas.openxmlformats.org/officeDocument/2006/relationships/slide" Target="slide240.xml"/><Relationship Id="rId3" Type="http://schemas.openxmlformats.org/officeDocument/2006/relationships/slide" Target="slide4.xml"/><Relationship Id="rId7" Type="http://schemas.openxmlformats.org/officeDocument/2006/relationships/slide" Target="slide209.xml"/><Relationship Id="rId12" Type="http://schemas.openxmlformats.org/officeDocument/2006/relationships/slide" Target="slide237.xml"/><Relationship Id="rId2" Type="http://schemas.openxmlformats.org/officeDocument/2006/relationships/notesSlide" Target="../notesSlides/notesSlide241.xml"/><Relationship Id="rId16" Type="http://schemas.openxmlformats.org/officeDocument/2006/relationships/chart" Target="../charts/chart2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7.xml"/><Relationship Id="rId11" Type="http://schemas.openxmlformats.org/officeDocument/2006/relationships/slide" Target="slide233.xml"/><Relationship Id="rId5" Type="http://schemas.openxmlformats.org/officeDocument/2006/relationships/slide" Target="slide114.xml"/><Relationship Id="rId15" Type="http://schemas.openxmlformats.org/officeDocument/2006/relationships/slide" Target="slide243.xml"/><Relationship Id="rId10" Type="http://schemas.openxmlformats.org/officeDocument/2006/relationships/slide" Target="slide229.xml"/><Relationship Id="rId4" Type="http://schemas.openxmlformats.org/officeDocument/2006/relationships/slide" Target="slide50.xml"/><Relationship Id="rId9" Type="http://schemas.openxmlformats.org/officeDocument/2006/relationships/slide" Target="slide257.xml"/><Relationship Id="rId14" Type="http://schemas.openxmlformats.org/officeDocument/2006/relationships/slide" Target="slide242.xml"/></Relationships>
</file>

<file path=ppt/slides/_rels/slide242.xml.rels><?xml version="1.0" encoding="UTF-8" standalone="yes"?>
<Relationships xmlns="http://schemas.openxmlformats.org/package/2006/relationships"><Relationship Id="rId8" Type="http://schemas.openxmlformats.org/officeDocument/2006/relationships/slide" Target="slide226.xml"/><Relationship Id="rId13" Type="http://schemas.openxmlformats.org/officeDocument/2006/relationships/slide" Target="slide240.xml"/><Relationship Id="rId3" Type="http://schemas.openxmlformats.org/officeDocument/2006/relationships/slide" Target="slide4.xml"/><Relationship Id="rId7" Type="http://schemas.openxmlformats.org/officeDocument/2006/relationships/slide" Target="slide210.xml"/><Relationship Id="rId12" Type="http://schemas.openxmlformats.org/officeDocument/2006/relationships/slide" Target="slide238.xml"/><Relationship Id="rId2" Type="http://schemas.openxmlformats.org/officeDocument/2006/relationships/notesSlide" Target="../notesSlides/notesSlide242.xml"/><Relationship Id="rId16" Type="http://schemas.openxmlformats.org/officeDocument/2006/relationships/chart" Target="../charts/chart2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8.xml"/><Relationship Id="rId11" Type="http://schemas.openxmlformats.org/officeDocument/2006/relationships/slide" Target="slide234.xml"/><Relationship Id="rId5" Type="http://schemas.openxmlformats.org/officeDocument/2006/relationships/slide" Target="slide115.xml"/><Relationship Id="rId15" Type="http://schemas.openxmlformats.org/officeDocument/2006/relationships/slide" Target="slide243.xml"/><Relationship Id="rId10" Type="http://schemas.openxmlformats.org/officeDocument/2006/relationships/slide" Target="slide230.xml"/><Relationship Id="rId4" Type="http://schemas.openxmlformats.org/officeDocument/2006/relationships/slide" Target="slide51.xml"/><Relationship Id="rId9" Type="http://schemas.openxmlformats.org/officeDocument/2006/relationships/slide" Target="slide258.xml"/><Relationship Id="rId14" Type="http://schemas.openxmlformats.org/officeDocument/2006/relationships/slide" Target="slide241.xml"/></Relationships>
</file>

<file path=ppt/slides/_rels/slide243.xml.rels><?xml version="1.0" encoding="UTF-8" standalone="yes"?>
<Relationships xmlns="http://schemas.openxmlformats.org/package/2006/relationships"><Relationship Id="rId8" Type="http://schemas.openxmlformats.org/officeDocument/2006/relationships/slide" Target="slide227.xml"/><Relationship Id="rId13" Type="http://schemas.openxmlformats.org/officeDocument/2006/relationships/slide" Target="slide240.xml"/><Relationship Id="rId3" Type="http://schemas.openxmlformats.org/officeDocument/2006/relationships/slide" Target="slide4.xml"/><Relationship Id="rId7" Type="http://schemas.openxmlformats.org/officeDocument/2006/relationships/slide" Target="slide211.xml"/><Relationship Id="rId12" Type="http://schemas.openxmlformats.org/officeDocument/2006/relationships/slide" Target="slide239.xml"/><Relationship Id="rId2" Type="http://schemas.openxmlformats.org/officeDocument/2006/relationships/notesSlide" Target="../notesSlides/notesSlide243.xml"/><Relationship Id="rId16" Type="http://schemas.openxmlformats.org/officeDocument/2006/relationships/chart" Target="../charts/chart2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9.xml"/><Relationship Id="rId11" Type="http://schemas.openxmlformats.org/officeDocument/2006/relationships/slide" Target="slide235.xml"/><Relationship Id="rId5" Type="http://schemas.openxmlformats.org/officeDocument/2006/relationships/slide" Target="slide116.xml"/><Relationship Id="rId15" Type="http://schemas.openxmlformats.org/officeDocument/2006/relationships/slide" Target="slide242.xml"/><Relationship Id="rId10" Type="http://schemas.openxmlformats.org/officeDocument/2006/relationships/slide" Target="slide231.xml"/><Relationship Id="rId4" Type="http://schemas.openxmlformats.org/officeDocument/2006/relationships/slide" Target="slide52.xml"/><Relationship Id="rId9" Type="http://schemas.openxmlformats.org/officeDocument/2006/relationships/slide" Target="slide259.xml"/><Relationship Id="rId14" Type="http://schemas.openxmlformats.org/officeDocument/2006/relationships/slide" Target="slide241.xml"/></Relationships>
</file>

<file path=ppt/slides/_rels/slide244.xml.rels><?xml version="1.0" encoding="UTF-8" standalone="yes"?>
<Relationships xmlns="http://schemas.openxmlformats.org/package/2006/relationships"><Relationship Id="rId8" Type="http://schemas.openxmlformats.org/officeDocument/2006/relationships/slide" Target="slide212.xml"/><Relationship Id="rId13" Type="http://schemas.openxmlformats.org/officeDocument/2006/relationships/slide" Target="slide245.xml"/><Relationship Id="rId3" Type="http://schemas.openxmlformats.org/officeDocument/2006/relationships/slide" Target="slide4.xml"/><Relationship Id="rId7" Type="http://schemas.openxmlformats.org/officeDocument/2006/relationships/slide" Target="slide196.xml"/><Relationship Id="rId12" Type="http://schemas.openxmlformats.org/officeDocument/2006/relationships/slide" Target="slide256.xml"/><Relationship Id="rId2" Type="http://schemas.openxmlformats.org/officeDocument/2006/relationships/notesSlide" Target="../notesSlides/notesSlide244.xml"/><Relationship Id="rId16" Type="http://schemas.openxmlformats.org/officeDocument/2006/relationships/chart" Target="../charts/chart2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0.xml"/><Relationship Id="rId11" Type="http://schemas.openxmlformats.org/officeDocument/2006/relationships/slide" Target="slide252.xml"/><Relationship Id="rId5" Type="http://schemas.openxmlformats.org/officeDocument/2006/relationships/slide" Target="slide117.xml"/><Relationship Id="rId15" Type="http://schemas.openxmlformats.org/officeDocument/2006/relationships/slide" Target="slide247.xml"/><Relationship Id="rId10" Type="http://schemas.openxmlformats.org/officeDocument/2006/relationships/slide" Target="slide248.xml"/><Relationship Id="rId4" Type="http://schemas.openxmlformats.org/officeDocument/2006/relationships/slide" Target="slide53.xml"/><Relationship Id="rId9" Type="http://schemas.openxmlformats.org/officeDocument/2006/relationships/slide" Target="slide228.xml"/><Relationship Id="rId14" Type="http://schemas.openxmlformats.org/officeDocument/2006/relationships/slide" Target="slide246.xml"/></Relationships>
</file>

<file path=ppt/slides/_rels/slide245.xml.rels><?xml version="1.0" encoding="UTF-8" standalone="yes"?>
<Relationships xmlns="http://schemas.openxmlformats.org/package/2006/relationships"><Relationship Id="rId8" Type="http://schemas.openxmlformats.org/officeDocument/2006/relationships/slide" Target="slide213.xml"/><Relationship Id="rId13" Type="http://schemas.openxmlformats.org/officeDocument/2006/relationships/slide" Target="slide244.xml"/><Relationship Id="rId3" Type="http://schemas.openxmlformats.org/officeDocument/2006/relationships/slide" Target="slide4.xml"/><Relationship Id="rId7" Type="http://schemas.openxmlformats.org/officeDocument/2006/relationships/slide" Target="slide197.xml"/><Relationship Id="rId12" Type="http://schemas.openxmlformats.org/officeDocument/2006/relationships/slide" Target="slide257.xml"/><Relationship Id="rId2" Type="http://schemas.openxmlformats.org/officeDocument/2006/relationships/notesSlide" Target="../notesSlides/notesSlide245.xml"/><Relationship Id="rId16" Type="http://schemas.openxmlformats.org/officeDocument/2006/relationships/chart" Target="../charts/chart2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1.xml"/><Relationship Id="rId11" Type="http://schemas.openxmlformats.org/officeDocument/2006/relationships/slide" Target="slide253.xml"/><Relationship Id="rId5" Type="http://schemas.openxmlformats.org/officeDocument/2006/relationships/slide" Target="slide118.xml"/><Relationship Id="rId15" Type="http://schemas.openxmlformats.org/officeDocument/2006/relationships/slide" Target="slide247.xml"/><Relationship Id="rId10" Type="http://schemas.openxmlformats.org/officeDocument/2006/relationships/slide" Target="slide249.xml"/><Relationship Id="rId4" Type="http://schemas.openxmlformats.org/officeDocument/2006/relationships/slide" Target="slide54.xml"/><Relationship Id="rId9" Type="http://schemas.openxmlformats.org/officeDocument/2006/relationships/slide" Target="slide229.xml"/><Relationship Id="rId14" Type="http://schemas.openxmlformats.org/officeDocument/2006/relationships/slide" Target="slide246.xml"/></Relationships>
</file>

<file path=ppt/slides/_rels/slide246.xml.rels><?xml version="1.0" encoding="UTF-8" standalone="yes"?>
<Relationships xmlns="http://schemas.openxmlformats.org/package/2006/relationships"><Relationship Id="rId8" Type="http://schemas.openxmlformats.org/officeDocument/2006/relationships/slide" Target="slide214.xml"/><Relationship Id="rId13" Type="http://schemas.openxmlformats.org/officeDocument/2006/relationships/slide" Target="slide244.xml"/><Relationship Id="rId3" Type="http://schemas.openxmlformats.org/officeDocument/2006/relationships/slide" Target="slide4.xml"/><Relationship Id="rId7" Type="http://schemas.openxmlformats.org/officeDocument/2006/relationships/slide" Target="slide198.xml"/><Relationship Id="rId12" Type="http://schemas.openxmlformats.org/officeDocument/2006/relationships/slide" Target="slide258.xml"/><Relationship Id="rId2" Type="http://schemas.openxmlformats.org/officeDocument/2006/relationships/notesSlide" Target="../notesSlides/notesSlide246.xml"/><Relationship Id="rId16" Type="http://schemas.openxmlformats.org/officeDocument/2006/relationships/chart" Target="../charts/chart2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2.xml"/><Relationship Id="rId11" Type="http://schemas.openxmlformats.org/officeDocument/2006/relationships/slide" Target="slide254.xml"/><Relationship Id="rId5" Type="http://schemas.openxmlformats.org/officeDocument/2006/relationships/slide" Target="slide119.xml"/><Relationship Id="rId15" Type="http://schemas.openxmlformats.org/officeDocument/2006/relationships/slide" Target="slide247.xml"/><Relationship Id="rId10" Type="http://schemas.openxmlformats.org/officeDocument/2006/relationships/slide" Target="slide250.xml"/><Relationship Id="rId4" Type="http://schemas.openxmlformats.org/officeDocument/2006/relationships/slide" Target="slide55.xml"/><Relationship Id="rId9" Type="http://schemas.openxmlformats.org/officeDocument/2006/relationships/slide" Target="slide230.xml"/><Relationship Id="rId14" Type="http://schemas.openxmlformats.org/officeDocument/2006/relationships/slide" Target="slide245.xml"/></Relationships>
</file>

<file path=ppt/slides/_rels/slide247.xml.rels><?xml version="1.0" encoding="UTF-8" standalone="yes"?>
<Relationships xmlns="http://schemas.openxmlformats.org/package/2006/relationships"><Relationship Id="rId8" Type="http://schemas.openxmlformats.org/officeDocument/2006/relationships/slide" Target="slide215.xml"/><Relationship Id="rId13" Type="http://schemas.openxmlformats.org/officeDocument/2006/relationships/slide" Target="slide244.xml"/><Relationship Id="rId3" Type="http://schemas.openxmlformats.org/officeDocument/2006/relationships/slide" Target="slide4.xml"/><Relationship Id="rId7" Type="http://schemas.openxmlformats.org/officeDocument/2006/relationships/slide" Target="slide199.xml"/><Relationship Id="rId12" Type="http://schemas.openxmlformats.org/officeDocument/2006/relationships/slide" Target="slide259.xml"/><Relationship Id="rId2" Type="http://schemas.openxmlformats.org/officeDocument/2006/relationships/notesSlide" Target="../notesSlides/notesSlide247.xml"/><Relationship Id="rId16" Type="http://schemas.openxmlformats.org/officeDocument/2006/relationships/chart" Target="../charts/chart2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3.xml"/><Relationship Id="rId11" Type="http://schemas.openxmlformats.org/officeDocument/2006/relationships/slide" Target="slide255.xml"/><Relationship Id="rId5" Type="http://schemas.openxmlformats.org/officeDocument/2006/relationships/slide" Target="slide120.xml"/><Relationship Id="rId15" Type="http://schemas.openxmlformats.org/officeDocument/2006/relationships/slide" Target="slide246.xml"/><Relationship Id="rId10" Type="http://schemas.openxmlformats.org/officeDocument/2006/relationships/slide" Target="slide251.xml"/><Relationship Id="rId4" Type="http://schemas.openxmlformats.org/officeDocument/2006/relationships/slide" Target="slide56.xml"/><Relationship Id="rId9" Type="http://schemas.openxmlformats.org/officeDocument/2006/relationships/slide" Target="slide231.xml"/><Relationship Id="rId14" Type="http://schemas.openxmlformats.org/officeDocument/2006/relationships/slide" Target="slide245.xml"/></Relationships>
</file>

<file path=ppt/slides/_rels/slide248.xml.rels><?xml version="1.0" encoding="UTF-8" standalone="yes"?>
<Relationships xmlns="http://schemas.openxmlformats.org/package/2006/relationships"><Relationship Id="rId8" Type="http://schemas.openxmlformats.org/officeDocument/2006/relationships/slide" Target="slide216.xml"/><Relationship Id="rId13" Type="http://schemas.openxmlformats.org/officeDocument/2006/relationships/slide" Target="slide249.xml"/><Relationship Id="rId3" Type="http://schemas.openxmlformats.org/officeDocument/2006/relationships/slide" Target="slide4.xml"/><Relationship Id="rId7" Type="http://schemas.openxmlformats.org/officeDocument/2006/relationships/slide" Target="slide200.xml"/><Relationship Id="rId12" Type="http://schemas.openxmlformats.org/officeDocument/2006/relationships/slide" Target="slide256.xml"/><Relationship Id="rId2" Type="http://schemas.openxmlformats.org/officeDocument/2006/relationships/notesSlide" Target="../notesSlides/notesSlide248.xml"/><Relationship Id="rId16" Type="http://schemas.openxmlformats.org/officeDocument/2006/relationships/chart" Target="../charts/chart2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4.xml"/><Relationship Id="rId11" Type="http://schemas.openxmlformats.org/officeDocument/2006/relationships/slide" Target="slide252.xml"/><Relationship Id="rId5" Type="http://schemas.openxmlformats.org/officeDocument/2006/relationships/slide" Target="slide121.xml"/><Relationship Id="rId15" Type="http://schemas.openxmlformats.org/officeDocument/2006/relationships/slide" Target="slide251.xml"/><Relationship Id="rId10" Type="http://schemas.openxmlformats.org/officeDocument/2006/relationships/slide" Target="slide244.xml"/><Relationship Id="rId4" Type="http://schemas.openxmlformats.org/officeDocument/2006/relationships/slide" Target="slide57.xml"/><Relationship Id="rId9" Type="http://schemas.openxmlformats.org/officeDocument/2006/relationships/slide" Target="slide232.xml"/><Relationship Id="rId14" Type="http://schemas.openxmlformats.org/officeDocument/2006/relationships/slide" Target="slide250.xml"/></Relationships>
</file>

<file path=ppt/slides/_rels/slide249.xml.rels><?xml version="1.0" encoding="UTF-8" standalone="yes"?>
<Relationships xmlns="http://schemas.openxmlformats.org/package/2006/relationships"><Relationship Id="rId8" Type="http://schemas.openxmlformats.org/officeDocument/2006/relationships/slide" Target="slide217.xml"/><Relationship Id="rId13" Type="http://schemas.openxmlformats.org/officeDocument/2006/relationships/slide" Target="slide248.xml"/><Relationship Id="rId3" Type="http://schemas.openxmlformats.org/officeDocument/2006/relationships/slide" Target="slide4.xml"/><Relationship Id="rId7" Type="http://schemas.openxmlformats.org/officeDocument/2006/relationships/slide" Target="slide201.xml"/><Relationship Id="rId12" Type="http://schemas.openxmlformats.org/officeDocument/2006/relationships/slide" Target="slide257.xml"/><Relationship Id="rId2" Type="http://schemas.openxmlformats.org/officeDocument/2006/relationships/notesSlide" Target="../notesSlides/notesSlide249.xml"/><Relationship Id="rId16" Type="http://schemas.openxmlformats.org/officeDocument/2006/relationships/chart" Target="../charts/chart2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5.xml"/><Relationship Id="rId11" Type="http://schemas.openxmlformats.org/officeDocument/2006/relationships/slide" Target="slide253.xml"/><Relationship Id="rId5" Type="http://schemas.openxmlformats.org/officeDocument/2006/relationships/slide" Target="slide122.xml"/><Relationship Id="rId15" Type="http://schemas.openxmlformats.org/officeDocument/2006/relationships/slide" Target="slide251.xml"/><Relationship Id="rId10" Type="http://schemas.openxmlformats.org/officeDocument/2006/relationships/slide" Target="slide245.xml"/><Relationship Id="rId4" Type="http://schemas.openxmlformats.org/officeDocument/2006/relationships/slide" Target="slide58.xml"/><Relationship Id="rId9" Type="http://schemas.openxmlformats.org/officeDocument/2006/relationships/slide" Target="slide233.xml"/><Relationship Id="rId14" Type="http://schemas.openxmlformats.org/officeDocument/2006/relationships/slide" Target="slide250.xml"/></Relationships>
</file>

<file path=ppt/slides/_rels/slide250.xml.rels><?xml version="1.0" encoding="UTF-8" standalone="yes"?>
<Relationships xmlns="http://schemas.openxmlformats.org/package/2006/relationships"><Relationship Id="rId8" Type="http://schemas.openxmlformats.org/officeDocument/2006/relationships/slide" Target="slide218.xml"/><Relationship Id="rId13" Type="http://schemas.openxmlformats.org/officeDocument/2006/relationships/slide" Target="slide248.xml"/><Relationship Id="rId3" Type="http://schemas.openxmlformats.org/officeDocument/2006/relationships/slide" Target="slide4.xml"/><Relationship Id="rId7" Type="http://schemas.openxmlformats.org/officeDocument/2006/relationships/slide" Target="slide202.xml"/><Relationship Id="rId12" Type="http://schemas.openxmlformats.org/officeDocument/2006/relationships/slide" Target="slide258.xml"/><Relationship Id="rId2" Type="http://schemas.openxmlformats.org/officeDocument/2006/relationships/notesSlide" Target="../notesSlides/notesSlide250.xml"/><Relationship Id="rId16" Type="http://schemas.openxmlformats.org/officeDocument/2006/relationships/chart" Target="../charts/chart2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6.xml"/><Relationship Id="rId11" Type="http://schemas.openxmlformats.org/officeDocument/2006/relationships/slide" Target="slide254.xml"/><Relationship Id="rId5" Type="http://schemas.openxmlformats.org/officeDocument/2006/relationships/slide" Target="slide123.xml"/><Relationship Id="rId15" Type="http://schemas.openxmlformats.org/officeDocument/2006/relationships/slide" Target="slide251.xml"/><Relationship Id="rId10" Type="http://schemas.openxmlformats.org/officeDocument/2006/relationships/slide" Target="slide246.xml"/><Relationship Id="rId4" Type="http://schemas.openxmlformats.org/officeDocument/2006/relationships/slide" Target="slide59.xml"/><Relationship Id="rId9" Type="http://schemas.openxmlformats.org/officeDocument/2006/relationships/slide" Target="slide234.xml"/><Relationship Id="rId14" Type="http://schemas.openxmlformats.org/officeDocument/2006/relationships/slide" Target="slide249.xml"/></Relationships>
</file>

<file path=ppt/slides/_rels/slide251.xml.rels><?xml version="1.0" encoding="UTF-8" standalone="yes"?>
<Relationships xmlns="http://schemas.openxmlformats.org/package/2006/relationships"><Relationship Id="rId8" Type="http://schemas.openxmlformats.org/officeDocument/2006/relationships/slide" Target="slide219.xml"/><Relationship Id="rId13" Type="http://schemas.openxmlformats.org/officeDocument/2006/relationships/slide" Target="slide248.xml"/><Relationship Id="rId3" Type="http://schemas.openxmlformats.org/officeDocument/2006/relationships/slide" Target="slide4.xml"/><Relationship Id="rId7" Type="http://schemas.openxmlformats.org/officeDocument/2006/relationships/slide" Target="slide203.xml"/><Relationship Id="rId12" Type="http://schemas.openxmlformats.org/officeDocument/2006/relationships/slide" Target="slide259.xml"/><Relationship Id="rId2" Type="http://schemas.openxmlformats.org/officeDocument/2006/relationships/notesSlide" Target="../notesSlides/notesSlide251.xml"/><Relationship Id="rId16" Type="http://schemas.openxmlformats.org/officeDocument/2006/relationships/chart" Target="../charts/chart2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7.xml"/><Relationship Id="rId11" Type="http://schemas.openxmlformats.org/officeDocument/2006/relationships/slide" Target="slide255.xml"/><Relationship Id="rId5" Type="http://schemas.openxmlformats.org/officeDocument/2006/relationships/slide" Target="slide124.xml"/><Relationship Id="rId15" Type="http://schemas.openxmlformats.org/officeDocument/2006/relationships/slide" Target="slide250.xml"/><Relationship Id="rId10" Type="http://schemas.openxmlformats.org/officeDocument/2006/relationships/slide" Target="slide247.xml"/><Relationship Id="rId4" Type="http://schemas.openxmlformats.org/officeDocument/2006/relationships/slide" Target="slide60.xml"/><Relationship Id="rId9" Type="http://schemas.openxmlformats.org/officeDocument/2006/relationships/slide" Target="slide235.xml"/><Relationship Id="rId14" Type="http://schemas.openxmlformats.org/officeDocument/2006/relationships/slide" Target="slide249.xml"/></Relationships>
</file>

<file path=ppt/slides/_rels/slide252.xml.rels><?xml version="1.0" encoding="UTF-8" standalone="yes"?>
<Relationships xmlns="http://schemas.openxmlformats.org/package/2006/relationships"><Relationship Id="rId8" Type="http://schemas.openxmlformats.org/officeDocument/2006/relationships/slide" Target="slide220.xml"/><Relationship Id="rId13" Type="http://schemas.openxmlformats.org/officeDocument/2006/relationships/slide" Target="slide253.xml"/><Relationship Id="rId3" Type="http://schemas.openxmlformats.org/officeDocument/2006/relationships/slide" Target="slide4.xml"/><Relationship Id="rId7" Type="http://schemas.openxmlformats.org/officeDocument/2006/relationships/slide" Target="slide204.xml"/><Relationship Id="rId12" Type="http://schemas.openxmlformats.org/officeDocument/2006/relationships/slide" Target="slide256.xml"/><Relationship Id="rId2" Type="http://schemas.openxmlformats.org/officeDocument/2006/relationships/notesSlide" Target="../notesSlides/notesSlide252.xml"/><Relationship Id="rId16" Type="http://schemas.openxmlformats.org/officeDocument/2006/relationships/chart" Target="../charts/chart2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8.xml"/><Relationship Id="rId11" Type="http://schemas.openxmlformats.org/officeDocument/2006/relationships/slide" Target="slide248.xml"/><Relationship Id="rId5" Type="http://schemas.openxmlformats.org/officeDocument/2006/relationships/slide" Target="slide125.xml"/><Relationship Id="rId15" Type="http://schemas.openxmlformats.org/officeDocument/2006/relationships/slide" Target="slide255.xml"/><Relationship Id="rId10" Type="http://schemas.openxmlformats.org/officeDocument/2006/relationships/slide" Target="slide244.xml"/><Relationship Id="rId4" Type="http://schemas.openxmlformats.org/officeDocument/2006/relationships/slide" Target="slide61.xml"/><Relationship Id="rId9" Type="http://schemas.openxmlformats.org/officeDocument/2006/relationships/slide" Target="slide236.xml"/><Relationship Id="rId14" Type="http://schemas.openxmlformats.org/officeDocument/2006/relationships/slide" Target="slide254.xml"/></Relationships>
</file>

<file path=ppt/slides/_rels/slide253.xml.rels><?xml version="1.0" encoding="UTF-8" standalone="yes"?>
<Relationships xmlns="http://schemas.openxmlformats.org/package/2006/relationships"><Relationship Id="rId8" Type="http://schemas.openxmlformats.org/officeDocument/2006/relationships/slide" Target="slide221.xml"/><Relationship Id="rId13" Type="http://schemas.openxmlformats.org/officeDocument/2006/relationships/slide" Target="slide252.xml"/><Relationship Id="rId3" Type="http://schemas.openxmlformats.org/officeDocument/2006/relationships/slide" Target="slide4.xml"/><Relationship Id="rId7" Type="http://schemas.openxmlformats.org/officeDocument/2006/relationships/slide" Target="slide205.xml"/><Relationship Id="rId12" Type="http://schemas.openxmlformats.org/officeDocument/2006/relationships/slide" Target="slide257.xml"/><Relationship Id="rId2" Type="http://schemas.openxmlformats.org/officeDocument/2006/relationships/notesSlide" Target="../notesSlides/notesSlide253.xml"/><Relationship Id="rId16" Type="http://schemas.openxmlformats.org/officeDocument/2006/relationships/chart" Target="../charts/chart2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9.xml"/><Relationship Id="rId11" Type="http://schemas.openxmlformats.org/officeDocument/2006/relationships/slide" Target="slide249.xml"/><Relationship Id="rId5" Type="http://schemas.openxmlformats.org/officeDocument/2006/relationships/slide" Target="slide126.xml"/><Relationship Id="rId15" Type="http://schemas.openxmlformats.org/officeDocument/2006/relationships/slide" Target="slide255.xml"/><Relationship Id="rId10" Type="http://schemas.openxmlformats.org/officeDocument/2006/relationships/slide" Target="slide245.xml"/><Relationship Id="rId4" Type="http://schemas.openxmlformats.org/officeDocument/2006/relationships/slide" Target="slide62.xml"/><Relationship Id="rId9" Type="http://schemas.openxmlformats.org/officeDocument/2006/relationships/slide" Target="slide237.xml"/><Relationship Id="rId14" Type="http://schemas.openxmlformats.org/officeDocument/2006/relationships/slide" Target="slide254.xml"/></Relationships>
</file>

<file path=ppt/slides/_rels/slide254.xml.rels><?xml version="1.0" encoding="UTF-8" standalone="yes"?>
<Relationships xmlns="http://schemas.openxmlformats.org/package/2006/relationships"><Relationship Id="rId8" Type="http://schemas.openxmlformats.org/officeDocument/2006/relationships/slide" Target="slide222.xml"/><Relationship Id="rId13" Type="http://schemas.openxmlformats.org/officeDocument/2006/relationships/slide" Target="slide252.xml"/><Relationship Id="rId3" Type="http://schemas.openxmlformats.org/officeDocument/2006/relationships/slide" Target="slide4.xml"/><Relationship Id="rId7" Type="http://schemas.openxmlformats.org/officeDocument/2006/relationships/slide" Target="slide206.xml"/><Relationship Id="rId12" Type="http://schemas.openxmlformats.org/officeDocument/2006/relationships/slide" Target="slide258.xml"/><Relationship Id="rId2" Type="http://schemas.openxmlformats.org/officeDocument/2006/relationships/notesSlide" Target="../notesSlides/notesSlide254.xml"/><Relationship Id="rId16" Type="http://schemas.openxmlformats.org/officeDocument/2006/relationships/chart" Target="../charts/chart2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0.xml"/><Relationship Id="rId11" Type="http://schemas.openxmlformats.org/officeDocument/2006/relationships/slide" Target="slide250.xml"/><Relationship Id="rId5" Type="http://schemas.openxmlformats.org/officeDocument/2006/relationships/slide" Target="slide127.xml"/><Relationship Id="rId15" Type="http://schemas.openxmlformats.org/officeDocument/2006/relationships/slide" Target="slide255.xml"/><Relationship Id="rId10" Type="http://schemas.openxmlformats.org/officeDocument/2006/relationships/slide" Target="slide246.xml"/><Relationship Id="rId4" Type="http://schemas.openxmlformats.org/officeDocument/2006/relationships/slide" Target="slide63.xml"/><Relationship Id="rId9" Type="http://schemas.openxmlformats.org/officeDocument/2006/relationships/slide" Target="slide238.xml"/><Relationship Id="rId14" Type="http://schemas.openxmlformats.org/officeDocument/2006/relationships/slide" Target="slide253.xml"/></Relationships>
</file>

<file path=ppt/slides/_rels/slide255.xml.rels><?xml version="1.0" encoding="UTF-8" standalone="yes"?>
<Relationships xmlns="http://schemas.openxmlformats.org/package/2006/relationships"><Relationship Id="rId8" Type="http://schemas.openxmlformats.org/officeDocument/2006/relationships/slide" Target="slide223.xml"/><Relationship Id="rId13" Type="http://schemas.openxmlformats.org/officeDocument/2006/relationships/slide" Target="slide252.xml"/><Relationship Id="rId3" Type="http://schemas.openxmlformats.org/officeDocument/2006/relationships/slide" Target="slide4.xml"/><Relationship Id="rId7" Type="http://schemas.openxmlformats.org/officeDocument/2006/relationships/slide" Target="slide207.xml"/><Relationship Id="rId12" Type="http://schemas.openxmlformats.org/officeDocument/2006/relationships/slide" Target="slide259.xml"/><Relationship Id="rId2" Type="http://schemas.openxmlformats.org/officeDocument/2006/relationships/notesSlide" Target="../notesSlides/notesSlide255.xml"/><Relationship Id="rId16" Type="http://schemas.openxmlformats.org/officeDocument/2006/relationships/chart" Target="../charts/chart25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1.xml"/><Relationship Id="rId11" Type="http://schemas.openxmlformats.org/officeDocument/2006/relationships/slide" Target="slide251.xml"/><Relationship Id="rId5" Type="http://schemas.openxmlformats.org/officeDocument/2006/relationships/slide" Target="slide128.xml"/><Relationship Id="rId15" Type="http://schemas.openxmlformats.org/officeDocument/2006/relationships/slide" Target="slide254.xml"/><Relationship Id="rId10" Type="http://schemas.openxmlformats.org/officeDocument/2006/relationships/slide" Target="slide247.xml"/><Relationship Id="rId4" Type="http://schemas.openxmlformats.org/officeDocument/2006/relationships/slide" Target="slide64.xml"/><Relationship Id="rId9" Type="http://schemas.openxmlformats.org/officeDocument/2006/relationships/slide" Target="slide239.xml"/><Relationship Id="rId14" Type="http://schemas.openxmlformats.org/officeDocument/2006/relationships/slide" Target="slide253.xml"/></Relationships>
</file>

<file path=ppt/slides/_rels/slide256.xml.rels><?xml version="1.0" encoding="UTF-8" standalone="yes"?>
<Relationships xmlns="http://schemas.openxmlformats.org/package/2006/relationships"><Relationship Id="rId8" Type="http://schemas.openxmlformats.org/officeDocument/2006/relationships/slide" Target="slide224.xml"/><Relationship Id="rId13" Type="http://schemas.openxmlformats.org/officeDocument/2006/relationships/slide" Target="slide257.xml"/><Relationship Id="rId3" Type="http://schemas.openxmlformats.org/officeDocument/2006/relationships/slide" Target="slide4.xml"/><Relationship Id="rId7" Type="http://schemas.openxmlformats.org/officeDocument/2006/relationships/slide" Target="slide208.xml"/><Relationship Id="rId12" Type="http://schemas.openxmlformats.org/officeDocument/2006/relationships/slide" Target="slide252.xml"/><Relationship Id="rId2" Type="http://schemas.openxmlformats.org/officeDocument/2006/relationships/notesSlide" Target="../notesSlides/notesSlide256.xml"/><Relationship Id="rId16" Type="http://schemas.openxmlformats.org/officeDocument/2006/relationships/chart" Target="../charts/chart25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2.xml"/><Relationship Id="rId11" Type="http://schemas.openxmlformats.org/officeDocument/2006/relationships/slide" Target="slide248.xml"/><Relationship Id="rId5" Type="http://schemas.openxmlformats.org/officeDocument/2006/relationships/slide" Target="slide129.xml"/><Relationship Id="rId15" Type="http://schemas.openxmlformats.org/officeDocument/2006/relationships/slide" Target="slide259.xml"/><Relationship Id="rId10" Type="http://schemas.openxmlformats.org/officeDocument/2006/relationships/slide" Target="slide244.xml"/><Relationship Id="rId4" Type="http://schemas.openxmlformats.org/officeDocument/2006/relationships/slide" Target="slide65.xml"/><Relationship Id="rId9" Type="http://schemas.openxmlformats.org/officeDocument/2006/relationships/slide" Target="slide240.xml"/><Relationship Id="rId14" Type="http://schemas.openxmlformats.org/officeDocument/2006/relationships/slide" Target="slide258.xml"/></Relationships>
</file>

<file path=ppt/slides/_rels/slide257.xml.rels><?xml version="1.0" encoding="UTF-8" standalone="yes"?>
<Relationships xmlns="http://schemas.openxmlformats.org/package/2006/relationships"><Relationship Id="rId8" Type="http://schemas.openxmlformats.org/officeDocument/2006/relationships/slide" Target="slide225.xml"/><Relationship Id="rId13" Type="http://schemas.openxmlformats.org/officeDocument/2006/relationships/slide" Target="slide256.xml"/><Relationship Id="rId3" Type="http://schemas.openxmlformats.org/officeDocument/2006/relationships/slide" Target="slide4.xml"/><Relationship Id="rId7" Type="http://schemas.openxmlformats.org/officeDocument/2006/relationships/slide" Target="slide209.xml"/><Relationship Id="rId12" Type="http://schemas.openxmlformats.org/officeDocument/2006/relationships/slide" Target="slide253.xml"/><Relationship Id="rId2" Type="http://schemas.openxmlformats.org/officeDocument/2006/relationships/notesSlide" Target="../notesSlides/notesSlide257.xml"/><Relationship Id="rId16" Type="http://schemas.openxmlformats.org/officeDocument/2006/relationships/chart" Target="../charts/chart2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3.xml"/><Relationship Id="rId11" Type="http://schemas.openxmlformats.org/officeDocument/2006/relationships/slide" Target="slide249.xml"/><Relationship Id="rId5" Type="http://schemas.openxmlformats.org/officeDocument/2006/relationships/slide" Target="slide130.xml"/><Relationship Id="rId15" Type="http://schemas.openxmlformats.org/officeDocument/2006/relationships/slide" Target="slide259.xml"/><Relationship Id="rId10" Type="http://schemas.openxmlformats.org/officeDocument/2006/relationships/slide" Target="slide245.xml"/><Relationship Id="rId4" Type="http://schemas.openxmlformats.org/officeDocument/2006/relationships/slide" Target="slide66.xml"/><Relationship Id="rId9" Type="http://schemas.openxmlformats.org/officeDocument/2006/relationships/slide" Target="slide241.xml"/><Relationship Id="rId14" Type="http://schemas.openxmlformats.org/officeDocument/2006/relationships/slide" Target="slide258.xml"/></Relationships>
</file>

<file path=ppt/slides/_rels/slide258.xml.rels><?xml version="1.0" encoding="UTF-8" standalone="yes"?>
<Relationships xmlns="http://schemas.openxmlformats.org/package/2006/relationships"><Relationship Id="rId8" Type="http://schemas.openxmlformats.org/officeDocument/2006/relationships/slide" Target="slide226.xml"/><Relationship Id="rId13" Type="http://schemas.openxmlformats.org/officeDocument/2006/relationships/slide" Target="slide256.xml"/><Relationship Id="rId3" Type="http://schemas.openxmlformats.org/officeDocument/2006/relationships/slide" Target="slide4.xml"/><Relationship Id="rId7" Type="http://schemas.openxmlformats.org/officeDocument/2006/relationships/slide" Target="slide210.xml"/><Relationship Id="rId12" Type="http://schemas.openxmlformats.org/officeDocument/2006/relationships/slide" Target="slide254.xml"/><Relationship Id="rId2" Type="http://schemas.openxmlformats.org/officeDocument/2006/relationships/notesSlide" Target="../notesSlides/notesSlide258.xml"/><Relationship Id="rId16" Type="http://schemas.openxmlformats.org/officeDocument/2006/relationships/chart" Target="../charts/chart25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4.xml"/><Relationship Id="rId11" Type="http://schemas.openxmlformats.org/officeDocument/2006/relationships/slide" Target="slide250.xml"/><Relationship Id="rId5" Type="http://schemas.openxmlformats.org/officeDocument/2006/relationships/slide" Target="slide131.xml"/><Relationship Id="rId15" Type="http://schemas.openxmlformats.org/officeDocument/2006/relationships/slide" Target="slide259.xml"/><Relationship Id="rId10" Type="http://schemas.openxmlformats.org/officeDocument/2006/relationships/slide" Target="slide246.xml"/><Relationship Id="rId4" Type="http://schemas.openxmlformats.org/officeDocument/2006/relationships/slide" Target="slide67.xml"/><Relationship Id="rId9" Type="http://schemas.openxmlformats.org/officeDocument/2006/relationships/slide" Target="slide242.xml"/><Relationship Id="rId14" Type="http://schemas.openxmlformats.org/officeDocument/2006/relationships/slide" Target="slide257.xml"/></Relationships>
</file>

<file path=ppt/slides/_rels/slide259.xml.rels><?xml version="1.0" encoding="UTF-8" standalone="yes"?>
<Relationships xmlns="http://schemas.openxmlformats.org/package/2006/relationships"><Relationship Id="rId8" Type="http://schemas.openxmlformats.org/officeDocument/2006/relationships/slide" Target="slide227.xml"/><Relationship Id="rId13" Type="http://schemas.openxmlformats.org/officeDocument/2006/relationships/slide" Target="slide256.xml"/><Relationship Id="rId3" Type="http://schemas.openxmlformats.org/officeDocument/2006/relationships/slide" Target="slide4.xml"/><Relationship Id="rId7" Type="http://schemas.openxmlformats.org/officeDocument/2006/relationships/slide" Target="slide211.xml"/><Relationship Id="rId12" Type="http://schemas.openxmlformats.org/officeDocument/2006/relationships/slide" Target="slide255.xml"/><Relationship Id="rId2" Type="http://schemas.openxmlformats.org/officeDocument/2006/relationships/notesSlide" Target="../notesSlides/notesSlide259.xml"/><Relationship Id="rId16" Type="http://schemas.openxmlformats.org/officeDocument/2006/relationships/chart" Target="../charts/chart25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5.xml"/><Relationship Id="rId11" Type="http://schemas.openxmlformats.org/officeDocument/2006/relationships/slide" Target="slide251.xml"/><Relationship Id="rId5" Type="http://schemas.openxmlformats.org/officeDocument/2006/relationships/slide" Target="slide132.xml"/><Relationship Id="rId15" Type="http://schemas.openxmlformats.org/officeDocument/2006/relationships/slide" Target="slide258.xml"/><Relationship Id="rId10" Type="http://schemas.openxmlformats.org/officeDocument/2006/relationships/slide" Target="slide247.xml"/><Relationship Id="rId4" Type="http://schemas.openxmlformats.org/officeDocument/2006/relationships/slide" Target="slide68.xml"/><Relationship Id="rId9" Type="http://schemas.openxmlformats.org/officeDocument/2006/relationships/slide" Target="slide243.xml"/><Relationship Id="rId14" Type="http://schemas.openxmlformats.org/officeDocument/2006/relationships/slide" Target="slide2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/Claude/laborforce-deck/brand/hospital_cover_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010" y="0"/>
            <a:ext cx="7802685" cy="4663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7315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4500" kern="0" spc="-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</a:t>
            </a:r>
            <a:endParaRPr lang="en-US" sz="45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500" kern="0" spc="-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Optimize Revenue.</a:t>
            </a:r>
            <a:endParaRPr lang="en-US" sz="4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487168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identifies opportunities.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bring them to resolution.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99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PARTNERS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4928616"/>
            <a:ext cx="5446624" cy="1271016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7" name="Image 1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39714" y="5257800"/>
            <a:ext cx="3264475" cy="6126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96432" y="4928616"/>
            <a:ext cx="5446624" cy="1271016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9" name="Image 2" descr="E:/Claude/laborforce-deck/brand/hph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721" y="5125212"/>
            <a:ext cx="3024046" cy="87782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04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HIDDEN REVENUE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overlooked.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1078992"/>
          </a:xfrm>
          <a:prstGeom prst="roundRect">
            <a:avLst>
              <a:gd name="adj" fmla="val 5085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554480"/>
            <a:ext cx="34184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REVENUE CHALLENGE FACING ESSENTIAL HOSPITALS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773936"/>
            <a:ext cx="3418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B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 hospitals face growing financial pressure from uncompensated care, Medicaid underpayments, and limited resources.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32898" y="1536192"/>
            <a:ext cx="0" cy="749808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04688" y="1536192"/>
            <a:ext cx="0" cy="749808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0914" y="1517904"/>
            <a:ext cx="3715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2023, ESSENTIAL HOSPITALS REPORTED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4460914" y="1700784"/>
            <a:ext cx="17390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$11B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4460914" y="2103120"/>
            <a:ext cx="17390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uncompensated care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37665" y="1700784"/>
            <a:ext cx="17390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$11.4B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437665" y="2103120"/>
            <a:ext cx="17390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additional under-reimbursed care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432704" y="1554480"/>
            <a:ext cx="2972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H.R. 1</a:t>
            </a: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adds further financial pressure, making revenue optimization increasingly critical.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432704" y="2139696"/>
            <a:ext cx="29726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America's Essential Hospitals, Essential Data (2025)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57860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163824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3346704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3346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" y="3163824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75608" y="3163824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0200" y="3346704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40200" y="3346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705960" y="3163824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858768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041648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3858768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175608" y="3858768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40200" y="4041648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0200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705960" y="3858768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4553712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4736592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3232" y="4736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1078992" y="4553712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175608" y="4553712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40200" y="4736592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340200" y="4736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4705960" y="4553712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076895" y="3163824"/>
            <a:ext cx="356616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23199" y="3291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223199" y="3547872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32927" y="359359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332927" y="3767328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859975" y="4059936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3199" y="4206240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32927" y="4251960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332927" y="442569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859975" y="4718304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223199" y="4864608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32927" y="4910328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332927" y="50840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48640" y="5586984"/>
            <a:ext cx="11094415" cy="512064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5586984"/>
            <a:ext cx="45720" cy="5120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04672" y="57607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2468880" y="5586984"/>
            <a:ext cx="88998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04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2" name="Text 70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endParaRPr lang="en-US" sz="46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$167K a month · ≈ $5K a day · $6M over three years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7" name="Shape 75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2200" dirty="0"/>
          </a:p>
        </p:txBody>
      </p:sp>
      <p:sp>
        <p:nvSpPr>
          <p:cNvPr id="80" name="Text 78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6" name="Text 134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39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0" name="Shape 137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2" name="Text 139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3" name="Text 140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4" name="Shape 141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5" name="Text 142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6" name="Text 143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7" name="Text 144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8" name="Shape 145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0" name="Text 147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1" name="Text 148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2" name="Shape 149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3" name="Text 150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4" name="Text 151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$2,000,000</a:t>
            </a:r>
            <a:endParaRPr lang="en-US" sz="1500" dirty="0"/>
          </a:p>
        </p:txBody>
      </p:sp>
      <p:sp>
        <p:nvSpPr>
          <p:cNvPr id="155" name="Text 15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$167K a month · ≈ $5K a day · $6M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$7.5M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$167K a month · ≈ $5K a day · $6M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$167K a month · ≈ $5K a day · $6M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$250K a month · ≈ $8K a day · $9M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$250K a month · ≈ $8K a day · $9M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$250K a month · ≈ $8K a day · $9M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$250K a month · ≈ $8K a day · $9M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$417K a month · ≈ $14K a day · $15M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$417K a month · ≈ $14K a day · $15M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$417K a month · ≈ $14K a day · $15M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$417K a month · ≈ $14K a day · $15M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3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5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6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4" name="Text 18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7" name="Text 18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1" name="Shape 18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2" name="Text 18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3" name="Text 19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4" name="Text 19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5" name="Shape 19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6" name="Text 19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7" name="Text 19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8" name="Text 19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9" name="Shape 19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0" name="Text 19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1" name="Text 19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2" name="Text 19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3" name="Shape 20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4" name="Text 20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5" name="Text 20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206" name="Text 20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3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5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6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4" name="Text 2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5" name="Shape 2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7" name="Text 2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1" name="Shape 2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2" name="Text 2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3" name="Text 2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4" name="Text 2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5" name="Shape 2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6" name="Text 2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7" name="Text 2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8" name="Text 2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9" name="Shape 2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0" name="Text 2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1" name="Text 2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2" name="Text 2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3" name="Shape 2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4" name="Text 2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5" name="Text 2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56" name="Text 2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3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3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$67.5M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3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$135M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$2.3M a month · ≈ $74K a day · $81M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$2.3M a month · ≈ $74K a day · $81M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$67.5M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3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$2.3M a month · ≈ $74K a day · $81M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$2.3M a month · ≈ $74K a day · $81M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$135M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3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3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$67.5M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3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$135M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$3.8M a month · ≈ $123K a day · $135M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$3.8M a month · ≈ $123K a day · $135M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$67.5M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3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$3.8M a month · ≈ $123K a day · $135M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$3.8M a month · ≈ $123K a day · $135M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$135M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3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4" name="Text 28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5" name="Shape 28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7" name="Text 28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1" name="Shape 28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2" name="Text 28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3" name="Text 29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4" name="Text 29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5" name="Shape 29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6" name="Text 29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7" name="Text 29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8" name="Text 29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9" name="Shape 29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0" name="Text 29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1" name="Text 29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2" name="Text 29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3" name="Shape 30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4" name="Text 30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5" name="Text 30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306" name="Text 30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3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6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$5.3M a month · ≈ $175K a day · $192M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$5.3M a month · ≈ $175K a day · $192M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$5.3M a month · ≈ $175K a day · $192M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$5.3M a month · ≈ $175K a day · $192M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$6.7M a month · ≈ $219K a day · $240M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$6.7M a month · ≈ $219K a day · $240M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$6.7M a month · ≈ $219K a day · $240M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$6.7M a month · ≈ $219K a day · $240M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45863</Words>
  <Application>Microsoft Office PowerPoint</Application>
  <PresentationFormat>Widescreen</PresentationFormat>
  <Paragraphs>14664</Paragraphs>
  <Slides>259</Slides>
  <Notes>259</Notes>
  <HiddenSlides>255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259</vt:i4>
      </vt:variant>
    </vt:vector>
  </HeadingPairs>
  <TitlesOfParts>
    <vt:vector size="262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a83192</cp:lastModifiedBy>
  <cp:revision>2</cp:revision>
  <dcterms:created xsi:type="dcterms:W3CDTF">2026-10-27T02:13:14Z</dcterms:created>
  <dcterms:modified xsi:type="dcterms:W3CDTF">2026-10-27T02:13:29Z</dcterms:modified>
</cp:coreProperties>
</file>