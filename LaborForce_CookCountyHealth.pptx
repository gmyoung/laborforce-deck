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A7-452F-9D22-A773B8445B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2250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headline top-left, hospital photo top-right, hospital partner cards along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picture of the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/Claude/laborforce-deck/brand/hospital_cover_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010" y="0"/>
            <a:ext cx="7802685" cy="4663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7315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4500" kern="0" spc="-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</a:t>
            </a:r>
            <a:endParaRPr lang="en-US" sz="45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500" kern="0" spc="-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Optimize Revenue.</a:t>
            </a:r>
            <a:endParaRPr lang="en-US" sz="4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487168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identifies opportunities.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bring them to resolution.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99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PARTNERS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4928616"/>
            <a:ext cx="5446624" cy="1271016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7" name="Image 1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39714" y="5257800"/>
            <a:ext cx="3264475" cy="6126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96432" y="4928616"/>
            <a:ext cx="5446624" cy="1271016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9" name="Image 2" descr="E:/Claude/laborforce-deck/brand/hph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721" y="5125212"/>
            <a:ext cx="3024046" cy="87782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04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HIDDEN REVENUE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overlooked.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1078992"/>
          </a:xfrm>
          <a:prstGeom prst="roundRect">
            <a:avLst>
              <a:gd name="adj" fmla="val 5085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554480"/>
            <a:ext cx="34184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REVENUE CHALLENGE FACING ESSENTIAL HOSPITALS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773936"/>
            <a:ext cx="3418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B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 hospitals face growing financial pressure from uncompensated care, Medicaid underpayments, and limited resources.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32898" y="1536192"/>
            <a:ext cx="0" cy="749808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04688" y="1536192"/>
            <a:ext cx="0" cy="749808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0914" y="1517904"/>
            <a:ext cx="3715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2023, ESSENTIAL HOSPITALS REPORTED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4460914" y="1700784"/>
            <a:ext cx="17390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$11B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4460914" y="2103120"/>
            <a:ext cx="17390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uncompensated care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37665" y="1700784"/>
            <a:ext cx="17390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$11.4B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437665" y="2103120"/>
            <a:ext cx="17390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additional under-reimbursed care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432704" y="1554480"/>
            <a:ext cx="2972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H.R. 1</a:t>
            </a: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adds further financial pressure, making revenue optimization increasingly critical.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432704" y="2139696"/>
            <a:ext cx="29726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America's Essential Hospitals, Essential Data (2025)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57860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163824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3346704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3346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" y="3163824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75608" y="3163824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0200" y="3346704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40200" y="3346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705960" y="3163824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858768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041648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3858768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175608" y="3858768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40200" y="4041648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0200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705960" y="3858768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4553712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4736592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3232" y="4736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1078992" y="4553712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175608" y="4553712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40200" y="4736592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340200" y="4736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4705960" y="4553712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076895" y="3163824"/>
            <a:ext cx="356616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23199" y="3291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223199" y="3547872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32927" y="359359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332927" y="3767328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859975" y="4059936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3199" y="4206240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32927" y="4251960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332927" y="442569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859975" y="4718304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223199" y="4864608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32927" y="4910328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332927" y="50840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48640" y="5586984"/>
            <a:ext cx="11094415" cy="512064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5586984"/>
            <a:ext cx="45720" cy="5120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04672" y="57607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2468880" y="5586984"/>
            <a:ext cx="88998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04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63" name="Text 61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66" name="Text 64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67" name="Shape 65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69" name="Text 67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70" name="Text 68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23" name="Text 221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26" name="Text 224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27" name="Text 225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28" name="Text 226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29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0" name="Shape 227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1" name="Text 228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32" name="Text 229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33" name="Text 230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34" name="Shape 231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5" name="Text 232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36" name="Text 233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37" name="Text 234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38" name="Shape 235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9" name="Text 236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40" name="Text 237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41" name="Text 238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42" name="Shape 239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681</Words>
  <Application>Microsoft Office PowerPoint</Application>
  <PresentationFormat>Widescreen</PresentationFormat>
  <Paragraphs>127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</dc:title>
  <dc:subject>90-day TPL/Workers' Comp revenue-recovery pilot</dc:subject>
  <dc:creator>LaborForce Medical Management</dc:creator>
  <cp:lastModifiedBy>a83192</cp:lastModifiedBy>
  <cp:revision>2</cp:revision>
  <dcterms:created xsi:type="dcterms:W3CDTF">2026-10-27T03:15:52Z</dcterms:created>
  <dcterms:modified xsi:type="dcterms:W3CDTF">2026-10-27T03:16:00Z</dcterms:modified>
</cp:coreProperties>
</file>