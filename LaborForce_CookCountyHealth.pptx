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charts/chart2.xml" ContentType="application/vnd.openxmlformats-officedocument.drawingml.chart+xml"/>
  <Override PartName="/ppt/notesSlides/notesSlide7.xml" ContentType="application/vnd.openxmlformats-officedocument.presentationml.notesSlide+xml"/>
  <Override PartName="/ppt/charts/chart3.xml" ContentType="application/vnd.openxmlformats-officedocument.drawingml.chart+xml"/>
  <Override PartName="/ppt/notesSlides/notesSlide8.xml" ContentType="application/vnd.openxmlformats-officedocument.presentationml.notesSlide+xml"/>
  <Override PartName="/ppt/charts/chart4.xml" ContentType="application/vnd.openxmlformats-officedocument.drawingml.chart+xml"/>
  <Override PartName="/ppt/notesSlides/notesSlide9.xml" ContentType="application/vnd.openxmlformats-officedocument.presentationml.notesSlide+xml"/>
  <Override PartName="/ppt/charts/chart5.xml" ContentType="application/vnd.openxmlformats-officedocument.drawingml.chart+xml"/>
  <Override PartName="/ppt/notesSlides/notesSlide10.xml" ContentType="application/vnd.openxmlformats-officedocument.presentationml.notesSlide+xml"/>
  <Override PartName="/ppt/charts/chart6.xml" ContentType="application/vnd.openxmlformats-officedocument.drawingml.chart+xml"/>
  <Override PartName="/ppt/notesSlides/notesSlide11.xml" ContentType="application/vnd.openxmlformats-officedocument.presentationml.notesSlide+xml"/>
  <Override PartName="/ppt/charts/chart7.xml" ContentType="application/vnd.openxmlformats-officedocument.drawingml.chart+xml"/>
  <Override PartName="/ppt/notesSlides/notesSlide12.xml" ContentType="application/vnd.openxmlformats-officedocument.presentationml.notesSlide+xml"/>
  <Override PartName="/ppt/charts/chart8.xml" ContentType="application/vnd.openxmlformats-officedocument.drawingml.chart+xml"/>
  <Override PartName="/ppt/notesSlides/notesSlide13.xml" ContentType="application/vnd.openxmlformats-officedocument.presentationml.notesSlide+xml"/>
  <Override PartName="/ppt/charts/chart9.xml" ContentType="application/vnd.openxmlformats-officedocument.drawingml.chart+xml"/>
  <Override PartName="/ppt/notesSlides/notesSlide14.xml" ContentType="application/vnd.openxmlformats-officedocument.presentationml.notesSlide+xml"/>
  <Override PartName="/ppt/charts/chart10.xml" ContentType="application/vnd.openxmlformats-officedocument.drawingml.chart+xml"/>
  <Override PartName="/ppt/notesSlides/notesSlide15.xml" ContentType="application/vnd.openxmlformats-officedocument.presentationml.notesSlide+xml"/>
  <Override PartName="/ppt/charts/chart11.xml" ContentType="application/vnd.openxmlformats-officedocument.drawingml.chart+xml"/>
  <Override PartName="/ppt/notesSlides/notesSlide16.xml" ContentType="application/vnd.openxmlformats-officedocument.presentationml.notesSlide+xml"/>
  <Override PartName="/ppt/charts/chart12.xml" ContentType="application/vnd.openxmlformats-officedocument.drawingml.chart+xml"/>
  <Override PartName="/ppt/notesSlides/notesSlide17.xml" ContentType="application/vnd.openxmlformats-officedocument.presentationml.notesSlide+xml"/>
  <Override PartName="/ppt/charts/chart13.xml" ContentType="application/vnd.openxmlformats-officedocument.drawingml.chart+xml"/>
  <Override PartName="/ppt/notesSlides/notesSlide18.xml" ContentType="application/vnd.openxmlformats-officedocument.presentationml.notesSlide+xml"/>
  <Override PartName="/ppt/charts/chart14.xml" ContentType="application/vnd.openxmlformats-officedocument.drawingml.chart+xml"/>
  <Override PartName="/ppt/notesSlides/notesSlide19.xml" ContentType="application/vnd.openxmlformats-officedocument.presentationml.notesSlide+xml"/>
  <Override PartName="/ppt/charts/chart15.xml" ContentType="application/vnd.openxmlformats-officedocument.drawingml.chart+xml"/>
  <Override PartName="/ppt/notesSlides/notesSlide20.xml" ContentType="application/vnd.openxmlformats-officedocument.presentationml.notesSlide+xml"/>
  <Override PartName="/ppt/charts/chart16.xml" ContentType="application/vnd.openxmlformats-officedocument.drawingml.chart+xml"/>
  <Override PartName="/ppt/notesSlides/notesSlide21.xml" ContentType="application/vnd.openxmlformats-officedocument.presentationml.notesSlide+xml"/>
  <Override PartName="/ppt/charts/chart17.xml" ContentType="application/vnd.openxmlformats-officedocument.drawingml.chart+xml"/>
  <Override PartName="/ppt/notesSlides/notesSlide22.xml" ContentType="application/vnd.openxmlformats-officedocument.presentationml.notesSlide+xml"/>
  <Override PartName="/ppt/charts/chart18.xml" ContentType="application/vnd.openxmlformats-officedocument.drawingml.chart+xml"/>
  <Override PartName="/ppt/notesSlides/notesSlide23.xml" ContentType="application/vnd.openxmlformats-officedocument.presentationml.notesSlide+xml"/>
  <Override PartName="/ppt/charts/chart19.xml" ContentType="application/vnd.openxmlformats-officedocument.drawingml.chart+xml"/>
  <Override PartName="/ppt/notesSlides/notesSlide24.xml" ContentType="application/vnd.openxmlformats-officedocument.presentationml.notesSlide+xml"/>
  <Override PartName="/ppt/charts/chart20.xml" ContentType="application/vnd.openxmlformats-officedocument.drawingml.chart+xml"/>
  <Override PartName="/ppt/notesSlides/notesSlide25.xml" ContentType="application/vnd.openxmlformats-officedocument.presentationml.notesSlide+xml"/>
  <Override PartName="/ppt/charts/chart21.xml" ContentType="application/vnd.openxmlformats-officedocument.drawingml.chart+xml"/>
  <Override PartName="/ppt/notesSlides/notesSlide26.xml" ContentType="application/vnd.openxmlformats-officedocument.presentationml.notesSlide+xml"/>
  <Override PartName="/ppt/charts/chart22.xml" ContentType="application/vnd.openxmlformats-officedocument.drawingml.chart+xml"/>
  <Override PartName="/ppt/notesSlides/notesSlide27.xml" ContentType="application/vnd.openxmlformats-officedocument.presentationml.notesSlide+xml"/>
  <Override PartName="/ppt/charts/chart23.xml" ContentType="application/vnd.openxmlformats-officedocument.drawingml.chart+xml"/>
  <Override PartName="/ppt/notesSlides/notesSlide28.xml" ContentType="application/vnd.openxmlformats-officedocument.presentationml.notesSlide+xml"/>
  <Override PartName="/ppt/charts/chart24.xml" ContentType="application/vnd.openxmlformats-officedocument.drawingml.chart+xml"/>
  <Override PartName="/ppt/notesSlides/notesSlide29.xml" ContentType="application/vnd.openxmlformats-officedocument.presentationml.notesSlide+xml"/>
  <Override PartName="/ppt/charts/chart25.xml" ContentType="application/vnd.openxmlformats-officedocument.drawingml.chart+xml"/>
  <Override PartName="/ppt/notesSlides/notesSlide30.xml" ContentType="application/vnd.openxmlformats-officedocument.presentationml.notesSlide+xml"/>
  <Override PartName="/ppt/charts/chart26.xml" ContentType="application/vnd.openxmlformats-officedocument.drawingml.chart+xml"/>
  <Override PartName="/ppt/notesSlides/notesSlide31.xml" ContentType="application/vnd.openxmlformats-officedocument.presentationml.notesSlide+xml"/>
  <Override PartName="/ppt/charts/chart27.xml" ContentType="application/vnd.openxmlformats-officedocument.drawingml.chart+xml"/>
  <Override PartName="/ppt/notesSlides/notesSlide32.xml" ContentType="application/vnd.openxmlformats-officedocument.presentationml.notesSlide+xml"/>
  <Override PartName="/ppt/charts/chart28.xml" ContentType="application/vnd.openxmlformats-officedocument.drawingml.chart+xml"/>
  <Override PartName="/ppt/notesSlides/notesSlide33.xml" ContentType="application/vnd.openxmlformats-officedocument.presentationml.notesSlide+xml"/>
  <Override PartName="/ppt/charts/chart29.xml" ContentType="application/vnd.openxmlformats-officedocument.drawingml.chart+xml"/>
  <Override PartName="/ppt/notesSlides/notesSlide34.xml" ContentType="application/vnd.openxmlformats-officedocument.presentationml.notesSlide+xml"/>
  <Override PartName="/ppt/charts/chart30.xml" ContentType="application/vnd.openxmlformats-officedocument.drawingml.chart+xml"/>
  <Override PartName="/ppt/notesSlides/notesSlide35.xml" ContentType="application/vnd.openxmlformats-officedocument.presentationml.notesSlide+xml"/>
  <Override PartName="/ppt/charts/chart31.xml" ContentType="application/vnd.openxmlformats-officedocument.drawingml.chart+xml"/>
  <Override PartName="/ppt/notesSlides/notesSlide36.xml" ContentType="application/vnd.openxmlformats-officedocument.presentationml.notesSlide+xml"/>
  <Override PartName="/ppt/charts/chart32.xml" ContentType="application/vnd.openxmlformats-officedocument.drawingml.chart+xml"/>
  <Override PartName="/ppt/notesSlides/notesSlide37.xml" ContentType="application/vnd.openxmlformats-officedocument.presentationml.notesSlide+xml"/>
  <Override PartName="/ppt/charts/chart33.xml" ContentType="application/vnd.openxmlformats-officedocument.drawingml.chart+xml"/>
  <Override PartName="/ppt/notesSlides/notesSlide38.xml" ContentType="application/vnd.openxmlformats-officedocument.presentationml.notesSlide+xml"/>
  <Override PartName="/ppt/charts/chart34.xml" ContentType="application/vnd.openxmlformats-officedocument.drawingml.chart+xml"/>
  <Override PartName="/ppt/notesSlides/notesSlide39.xml" ContentType="application/vnd.openxmlformats-officedocument.presentationml.notesSlide+xml"/>
  <Override PartName="/ppt/charts/chart35.xml" ContentType="application/vnd.openxmlformats-officedocument.drawingml.chart+xml"/>
  <Override PartName="/ppt/notesSlides/notesSlide40.xml" ContentType="application/vnd.openxmlformats-officedocument.presentationml.notesSlide+xml"/>
  <Override PartName="/ppt/charts/chart36.xml" ContentType="application/vnd.openxmlformats-officedocument.drawingml.chart+xml"/>
  <Override PartName="/ppt/notesSlides/notesSlide41.xml" ContentType="application/vnd.openxmlformats-officedocument.presentationml.notesSlide+xml"/>
  <Override PartName="/ppt/charts/chart37.xml" ContentType="application/vnd.openxmlformats-officedocument.drawingml.chart+xml"/>
  <Override PartName="/ppt/notesSlides/notesSlide42.xml" ContentType="application/vnd.openxmlformats-officedocument.presentationml.notesSlide+xml"/>
  <Override PartName="/ppt/charts/chart38.xml" ContentType="application/vnd.openxmlformats-officedocument.drawingml.chart+xml"/>
  <Override PartName="/ppt/notesSlides/notesSlide43.xml" ContentType="application/vnd.openxmlformats-officedocument.presentationml.notesSlide+xml"/>
  <Override PartName="/ppt/charts/chart39.xml" ContentType="application/vnd.openxmlformats-officedocument.drawingml.chart+xml"/>
  <Override PartName="/ppt/notesSlides/notesSlide44.xml" ContentType="application/vnd.openxmlformats-officedocument.presentationml.notesSlide+xml"/>
  <Override PartName="/ppt/charts/chart40.xml" ContentType="application/vnd.openxmlformats-officedocument.drawingml.chart+xml"/>
  <Override PartName="/ppt/notesSlides/notesSlide45.xml" ContentType="application/vnd.openxmlformats-officedocument.presentationml.notesSlide+xml"/>
  <Override PartName="/ppt/charts/chart41.xml" ContentType="application/vnd.openxmlformats-officedocument.drawingml.chart+xml"/>
  <Override PartName="/ppt/notesSlides/notesSlide46.xml" ContentType="application/vnd.openxmlformats-officedocument.presentationml.notesSlide+xml"/>
  <Override PartName="/ppt/charts/chart42.xml" ContentType="application/vnd.openxmlformats-officedocument.drawingml.chart+xml"/>
  <Override PartName="/ppt/notesSlides/notesSlide47.xml" ContentType="application/vnd.openxmlformats-officedocument.presentationml.notesSlide+xml"/>
  <Override PartName="/ppt/charts/chart43.xml" ContentType="application/vnd.openxmlformats-officedocument.drawingml.chart+xml"/>
  <Override PartName="/ppt/notesSlides/notesSlide48.xml" ContentType="application/vnd.openxmlformats-officedocument.presentationml.notesSlide+xml"/>
  <Override PartName="/ppt/charts/chart44.xml" ContentType="application/vnd.openxmlformats-officedocument.drawingml.chart+xml"/>
  <Override PartName="/ppt/notesSlides/notesSlide49.xml" ContentType="application/vnd.openxmlformats-officedocument.presentationml.notesSlide+xml"/>
  <Override PartName="/ppt/charts/chart45.xml" ContentType="application/vnd.openxmlformats-officedocument.drawingml.chart+xml"/>
  <Override PartName="/ppt/notesSlides/notesSlide50.xml" ContentType="application/vnd.openxmlformats-officedocument.presentationml.notesSlide+xml"/>
  <Override PartName="/ppt/charts/chart46.xml" ContentType="application/vnd.openxmlformats-officedocument.drawingml.chart+xml"/>
  <Override PartName="/ppt/notesSlides/notesSlide51.xml" ContentType="application/vnd.openxmlformats-officedocument.presentationml.notesSlide+xml"/>
  <Override PartName="/ppt/charts/chart47.xml" ContentType="application/vnd.openxmlformats-officedocument.drawingml.chart+xml"/>
  <Override PartName="/ppt/notesSlides/notesSlide52.xml" ContentType="application/vnd.openxmlformats-officedocument.presentationml.notesSlide+xml"/>
  <Override PartName="/ppt/charts/chart48.xml" ContentType="application/vnd.openxmlformats-officedocument.drawingml.chart+xml"/>
  <Override PartName="/ppt/notesSlides/notesSlide53.xml" ContentType="application/vnd.openxmlformats-officedocument.presentationml.notesSlide+xml"/>
  <Override PartName="/ppt/charts/chart49.xml" ContentType="application/vnd.openxmlformats-officedocument.drawingml.chart+xml"/>
  <Override PartName="/ppt/notesSlides/notesSlide54.xml" ContentType="application/vnd.openxmlformats-officedocument.presentationml.notesSlide+xml"/>
  <Override PartName="/ppt/charts/chart50.xml" ContentType="application/vnd.openxmlformats-officedocument.drawingml.chart+xml"/>
  <Override PartName="/ppt/notesSlides/notesSlide55.xml" ContentType="application/vnd.openxmlformats-officedocument.presentationml.notesSlide+xml"/>
  <Override PartName="/ppt/charts/chart51.xml" ContentType="application/vnd.openxmlformats-officedocument.drawingml.chart+xml"/>
  <Override PartName="/ppt/notesSlides/notesSlide56.xml" ContentType="application/vnd.openxmlformats-officedocument.presentationml.notesSlide+xml"/>
  <Override PartName="/ppt/charts/chart52.xml" ContentType="application/vnd.openxmlformats-officedocument.drawingml.chart+xml"/>
  <Override PartName="/ppt/notesSlides/notesSlide57.xml" ContentType="application/vnd.openxmlformats-officedocument.presentationml.notesSlide+xml"/>
  <Override PartName="/ppt/charts/chart53.xml" ContentType="application/vnd.openxmlformats-officedocument.drawingml.chart+xml"/>
  <Override PartName="/ppt/notesSlides/notesSlide58.xml" ContentType="application/vnd.openxmlformats-officedocument.presentationml.notesSlide+xml"/>
  <Override PartName="/ppt/charts/chart54.xml" ContentType="application/vnd.openxmlformats-officedocument.drawingml.chart+xml"/>
  <Override PartName="/ppt/notesSlides/notesSlide59.xml" ContentType="application/vnd.openxmlformats-officedocument.presentationml.notesSlide+xml"/>
  <Override PartName="/ppt/charts/chart55.xml" ContentType="application/vnd.openxmlformats-officedocument.drawingml.chart+xml"/>
  <Override PartName="/ppt/notesSlides/notesSlide60.xml" ContentType="application/vnd.openxmlformats-officedocument.presentationml.notesSlide+xml"/>
  <Override PartName="/ppt/charts/chart56.xml" ContentType="application/vnd.openxmlformats-officedocument.drawingml.chart+xml"/>
  <Override PartName="/ppt/notesSlides/notesSlide61.xml" ContentType="application/vnd.openxmlformats-officedocument.presentationml.notesSlide+xml"/>
  <Override PartName="/ppt/charts/chart57.xml" ContentType="application/vnd.openxmlformats-officedocument.drawingml.chart+xml"/>
  <Override PartName="/ppt/notesSlides/notesSlide62.xml" ContentType="application/vnd.openxmlformats-officedocument.presentationml.notesSlide+xml"/>
  <Override PartName="/ppt/charts/chart58.xml" ContentType="application/vnd.openxmlformats-officedocument.drawingml.chart+xml"/>
  <Override PartName="/ppt/notesSlides/notesSlide63.xml" ContentType="application/vnd.openxmlformats-officedocument.presentationml.notesSlide+xml"/>
  <Override PartName="/ppt/charts/chart59.xml" ContentType="application/vnd.openxmlformats-officedocument.drawingml.chart+xml"/>
  <Override PartName="/ppt/notesSlides/notesSlide64.xml" ContentType="application/vnd.openxmlformats-officedocument.presentationml.notesSlide+xml"/>
  <Override PartName="/ppt/charts/chart60.xml" ContentType="application/vnd.openxmlformats-officedocument.drawingml.chart+xml"/>
  <Override PartName="/ppt/notesSlides/notesSlide65.xml" ContentType="application/vnd.openxmlformats-officedocument.presentationml.notesSlide+xml"/>
  <Override PartName="/ppt/charts/chart61.xml" ContentType="application/vnd.openxmlformats-officedocument.drawingml.chart+xml"/>
  <Override PartName="/ppt/notesSlides/notesSlide66.xml" ContentType="application/vnd.openxmlformats-officedocument.presentationml.notesSlide+xml"/>
  <Override PartName="/ppt/charts/chart62.xml" ContentType="application/vnd.openxmlformats-officedocument.drawingml.chart+xml"/>
  <Override PartName="/ppt/notesSlides/notesSlide67.xml" ContentType="application/vnd.openxmlformats-officedocument.presentationml.notesSlide+xml"/>
  <Override PartName="/ppt/charts/chart63.xml" ContentType="application/vnd.openxmlformats-officedocument.drawingml.chart+xml"/>
  <Override PartName="/ppt/notesSlides/notesSlide68.xml" ContentType="application/vnd.openxmlformats-officedocument.presentationml.notesSlide+xml"/>
  <Override PartName="/ppt/charts/chart64.xml" ContentType="application/vnd.openxmlformats-officedocument.drawingml.chart+xml"/>
  <Override PartName="/ppt/notesSlides/notesSlide69.xml" ContentType="application/vnd.openxmlformats-officedocument.presentationml.notesSlide+xml"/>
  <Override PartName="/ppt/charts/chart65.xml" ContentType="application/vnd.openxmlformats-officedocument.drawingml.chart+xml"/>
  <Override PartName="/ppt/notesSlides/notesSlide70.xml" ContentType="application/vnd.openxmlformats-officedocument.presentationml.notesSlide+xml"/>
  <Override PartName="/ppt/charts/chart66.xml" ContentType="application/vnd.openxmlformats-officedocument.drawingml.chart+xml"/>
  <Override PartName="/ppt/notesSlides/notesSlide71.xml" ContentType="application/vnd.openxmlformats-officedocument.presentationml.notesSlide+xml"/>
  <Override PartName="/ppt/charts/chart67.xml" ContentType="application/vnd.openxmlformats-officedocument.drawingml.chart+xml"/>
  <Override PartName="/ppt/notesSlides/notesSlide72.xml" ContentType="application/vnd.openxmlformats-officedocument.presentationml.notesSlide+xml"/>
  <Override PartName="/ppt/charts/chart68.xml" ContentType="application/vnd.openxmlformats-officedocument.drawingml.chart+xml"/>
  <Override PartName="/ppt/notesSlides/notesSlide73.xml" ContentType="application/vnd.openxmlformats-officedocument.presentationml.notesSlide+xml"/>
  <Override PartName="/ppt/charts/chart69.xml" ContentType="application/vnd.openxmlformats-officedocument.drawingml.chart+xml"/>
  <Override PartName="/ppt/notesSlides/notesSlide74.xml" ContentType="application/vnd.openxmlformats-officedocument.presentationml.notesSlide+xml"/>
  <Override PartName="/ppt/charts/chart70.xml" ContentType="application/vnd.openxmlformats-officedocument.drawingml.chart+xml"/>
  <Override PartName="/ppt/notesSlides/notesSlide75.xml" ContentType="application/vnd.openxmlformats-officedocument.presentationml.notesSlide+xml"/>
  <Override PartName="/ppt/charts/chart71.xml" ContentType="application/vnd.openxmlformats-officedocument.drawingml.chart+xml"/>
  <Override PartName="/ppt/notesSlides/notesSlide76.xml" ContentType="application/vnd.openxmlformats-officedocument.presentationml.notesSlide+xml"/>
  <Override PartName="/ppt/charts/chart72.xml" ContentType="application/vnd.openxmlformats-officedocument.drawingml.chart+xml"/>
  <Override PartName="/ppt/notesSlides/notesSlide77.xml" ContentType="application/vnd.openxmlformats-officedocument.presentationml.notesSlide+xml"/>
  <Override PartName="/ppt/charts/chart73.xml" ContentType="application/vnd.openxmlformats-officedocument.drawingml.chart+xml"/>
  <Override PartName="/ppt/notesSlides/notesSlide78.xml" ContentType="application/vnd.openxmlformats-officedocument.presentationml.notesSlide+xml"/>
  <Override PartName="/ppt/charts/chart74.xml" ContentType="application/vnd.openxmlformats-officedocument.drawingml.chart+xml"/>
  <Override PartName="/ppt/notesSlides/notesSlide79.xml" ContentType="application/vnd.openxmlformats-officedocument.presentationml.notesSlide+xml"/>
  <Override PartName="/ppt/charts/chart75.xml" ContentType="application/vnd.openxmlformats-officedocument.drawingml.chart+xml"/>
  <Override PartName="/ppt/notesSlides/notesSlide80.xml" ContentType="application/vnd.openxmlformats-officedocument.presentationml.notesSlide+xml"/>
  <Override PartName="/ppt/charts/chart76.xml" ContentType="application/vnd.openxmlformats-officedocument.drawingml.chart+xml"/>
  <Override PartName="/ppt/notesSlides/notesSlide81.xml" ContentType="application/vnd.openxmlformats-officedocument.presentationml.notesSlide+xml"/>
  <Override PartName="/ppt/charts/chart77.xml" ContentType="application/vnd.openxmlformats-officedocument.drawingml.chart+xml"/>
  <Override PartName="/ppt/notesSlides/notesSlide82.xml" ContentType="application/vnd.openxmlformats-officedocument.presentationml.notesSlide+xml"/>
  <Override PartName="/ppt/charts/chart78.xml" ContentType="application/vnd.openxmlformats-officedocument.drawingml.chart+xml"/>
  <Override PartName="/ppt/notesSlides/notesSlide83.xml" ContentType="application/vnd.openxmlformats-officedocument.presentationml.notesSlide+xml"/>
  <Override PartName="/ppt/charts/chart79.xml" ContentType="application/vnd.openxmlformats-officedocument.drawingml.chart+xml"/>
  <Override PartName="/ppt/notesSlides/notesSlide84.xml" ContentType="application/vnd.openxmlformats-officedocument.presentationml.notesSlide+xml"/>
  <Override PartName="/ppt/charts/chart80.xml" ContentType="application/vnd.openxmlformats-officedocument.drawingml.chart+xml"/>
  <Override PartName="/ppt/notesSlides/notesSlide85.xml" ContentType="application/vnd.openxmlformats-officedocument.presentationml.notesSlide+xml"/>
  <Override PartName="/ppt/charts/chart81.xml" ContentType="application/vnd.openxmlformats-officedocument.drawingml.chart+xml"/>
  <Override PartName="/ppt/notesSlides/notesSlide86.xml" ContentType="application/vnd.openxmlformats-officedocument.presentationml.notesSlide+xml"/>
  <Override PartName="/ppt/charts/chart82.xml" ContentType="application/vnd.openxmlformats-officedocument.drawingml.chart+xml"/>
  <Override PartName="/ppt/notesSlides/notesSlide87.xml" ContentType="application/vnd.openxmlformats-officedocument.presentationml.notesSlide+xml"/>
  <Override PartName="/ppt/charts/chart83.xml" ContentType="application/vnd.openxmlformats-officedocument.drawingml.chart+xml"/>
  <Override PartName="/ppt/notesSlides/notesSlide88.xml" ContentType="application/vnd.openxmlformats-officedocument.presentationml.notesSlide+xml"/>
  <Override PartName="/ppt/charts/chart84.xml" ContentType="application/vnd.openxmlformats-officedocument.drawingml.chart+xml"/>
  <Override PartName="/ppt/notesSlides/notesSlide89.xml" ContentType="application/vnd.openxmlformats-officedocument.presentationml.notesSlide+xml"/>
  <Override PartName="/ppt/charts/chart85.xml" ContentType="application/vnd.openxmlformats-officedocument.drawingml.chart+xml"/>
  <Override PartName="/ppt/notesSlides/notesSlide90.xml" ContentType="application/vnd.openxmlformats-officedocument.presentationml.notesSlide+xml"/>
  <Override PartName="/ppt/charts/chart86.xml" ContentType="application/vnd.openxmlformats-officedocument.drawingml.chart+xml"/>
  <Override PartName="/ppt/notesSlides/notesSlide91.xml" ContentType="application/vnd.openxmlformats-officedocument.presentationml.notesSlide+xml"/>
  <Override PartName="/ppt/charts/chart87.xml" ContentType="application/vnd.openxmlformats-officedocument.drawingml.chart+xml"/>
  <Override PartName="/ppt/notesSlides/notesSlide92.xml" ContentType="application/vnd.openxmlformats-officedocument.presentationml.notesSlide+xml"/>
  <Override PartName="/ppt/charts/chart88.xml" ContentType="application/vnd.openxmlformats-officedocument.drawingml.chart+xml"/>
  <Override PartName="/ppt/notesSlides/notesSlide93.xml" ContentType="application/vnd.openxmlformats-officedocument.presentationml.notesSlide+xml"/>
  <Override PartName="/ppt/charts/chart89.xml" ContentType="application/vnd.openxmlformats-officedocument.drawingml.chart+xml"/>
  <Override PartName="/ppt/notesSlides/notesSlide94.xml" ContentType="application/vnd.openxmlformats-officedocument.presentationml.notesSlide+xml"/>
  <Override PartName="/ppt/charts/chart90.xml" ContentType="application/vnd.openxmlformats-officedocument.drawingml.chart+xml"/>
  <Override PartName="/ppt/notesSlides/notesSlide95.xml" ContentType="application/vnd.openxmlformats-officedocument.presentationml.notesSlide+xml"/>
  <Override PartName="/ppt/charts/chart91.xml" ContentType="application/vnd.openxmlformats-officedocument.drawingml.chart+xml"/>
  <Override PartName="/ppt/notesSlides/notesSlide96.xml" ContentType="application/vnd.openxmlformats-officedocument.presentationml.notesSlide+xml"/>
  <Override PartName="/ppt/charts/chart92.xml" ContentType="application/vnd.openxmlformats-officedocument.drawingml.chart+xml"/>
  <Override PartName="/ppt/notesSlides/notesSlide97.xml" ContentType="application/vnd.openxmlformats-officedocument.presentationml.notesSlide+xml"/>
  <Override PartName="/ppt/charts/chart93.xml" ContentType="application/vnd.openxmlformats-officedocument.drawingml.chart+xml"/>
  <Override PartName="/ppt/notesSlides/notesSlide98.xml" ContentType="application/vnd.openxmlformats-officedocument.presentationml.notesSlide+xml"/>
  <Override PartName="/ppt/charts/chart94.xml" ContentType="application/vnd.openxmlformats-officedocument.drawingml.chart+xml"/>
  <Override PartName="/ppt/notesSlides/notesSlide99.xml" ContentType="application/vnd.openxmlformats-officedocument.presentationml.notesSlide+xml"/>
  <Override PartName="/ppt/charts/chart95.xml" ContentType="application/vnd.openxmlformats-officedocument.drawingml.chart+xml"/>
  <Override PartName="/ppt/notesSlides/notesSlide100.xml" ContentType="application/vnd.openxmlformats-officedocument.presentationml.notesSlide+xml"/>
  <Override PartName="/ppt/charts/chart96.xml" ContentType="application/vnd.openxmlformats-officedocument.drawingml.chart+xml"/>
  <Override PartName="/ppt/notesSlides/notesSlide101.xml" ContentType="application/vnd.openxmlformats-officedocument.presentationml.notesSlide+xml"/>
  <Override PartName="/ppt/charts/chart97.xml" ContentType="application/vnd.openxmlformats-officedocument.drawingml.chart+xml"/>
  <Override PartName="/ppt/notesSlides/notesSlide102.xml" ContentType="application/vnd.openxmlformats-officedocument.presentationml.notesSlide+xml"/>
  <Override PartName="/ppt/charts/chart98.xml" ContentType="application/vnd.openxmlformats-officedocument.drawingml.chart+xml"/>
  <Override PartName="/ppt/notesSlides/notesSlide103.xml" ContentType="application/vnd.openxmlformats-officedocument.presentationml.notesSlide+xml"/>
  <Override PartName="/ppt/charts/chart99.xml" ContentType="application/vnd.openxmlformats-officedocument.drawingml.chart+xml"/>
  <Override PartName="/ppt/notesSlides/notesSlide104.xml" ContentType="application/vnd.openxmlformats-officedocument.presentationml.notesSlide+xml"/>
  <Override PartName="/ppt/charts/chart100.xml" ContentType="application/vnd.openxmlformats-officedocument.drawingml.chart+xml"/>
  <Override PartName="/ppt/notesSlides/notesSlide105.xml" ContentType="application/vnd.openxmlformats-officedocument.presentationml.notesSlide+xml"/>
  <Override PartName="/ppt/charts/chart101.xml" ContentType="application/vnd.openxmlformats-officedocument.drawingml.chart+xml"/>
  <Override PartName="/ppt/notesSlides/notesSlide106.xml" ContentType="application/vnd.openxmlformats-officedocument.presentationml.notesSlide+xml"/>
  <Override PartName="/ppt/charts/chart102.xml" ContentType="application/vnd.openxmlformats-officedocument.drawingml.chart+xml"/>
  <Override PartName="/ppt/notesSlides/notesSlide107.xml" ContentType="application/vnd.openxmlformats-officedocument.presentationml.notesSlide+xml"/>
  <Override PartName="/ppt/charts/chart103.xml" ContentType="application/vnd.openxmlformats-officedocument.drawingml.chart+xml"/>
  <Override PartName="/ppt/notesSlides/notesSlide108.xml" ContentType="application/vnd.openxmlformats-officedocument.presentationml.notesSlide+xml"/>
  <Override PartName="/ppt/charts/chart104.xml" ContentType="application/vnd.openxmlformats-officedocument.drawingml.chart+xml"/>
  <Override PartName="/ppt/notesSlides/notesSlide109.xml" ContentType="application/vnd.openxmlformats-officedocument.presentationml.notesSlide+xml"/>
  <Override PartName="/ppt/charts/chart105.xml" ContentType="application/vnd.openxmlformats-officedocument.drawingml.chart+xml"/>
  <Override PartName="/ppt/notesSlides/notesSlide110.xml" ContentType="application/vnd.openxmlformats-officedocument.presentationml.notesSlide+xml"/>
  <Override PartName="/ppt/charts/chart106.xml" ContentType="application/vnd.openxmlformats-officedocument.drawingml.chart+xml"/>
  <Override PartName="/ppt/notesSlides/notesSlide111.xml" ContentType="application/vnd.openxmlformats-officedocument.presentationml.notesSlide+xml"/>
  <Override PartName="/ppt/charts/chart107.xml" ContentType="application/vnd.openxmlformats-officedocument.drawingml.chart+xml"/>
  <Override PartName="/ppt/notesSlides/notesSlide112.xml" ContentType="application/vnd.openxmlformats-officedocument.presentationml.notesSlide+xml"/>
  <Override PartName="/ppt/charts/chart108.xml" ContentType="application/vnd.openxmlformats-officedocument.drawingml.chart+xml"/>
  <Override PartName="/ppt/notesSlides/notesSlide113.xml" ContentType="application/vnd.openxmlformats-officedocument.presentationml.notesSlide+xml"/>
  <Override PartName="/ppt/charts/chart109.xml" ContentType="application/vnd.openxmlformats-officedocument.drawingml.chart+xml"/>
  <Override PartName="/ppt/notesSlides/notesSlide114.xml" ContentType="application/vnd.openxmlformats-officedocument.presentationml.notesSlide+xml"/>
  <Override PartName="/ppt/charts/chart110.xml" ContentType="application/vnd.openxmlformats-officedocument.drawingml.chart+xml"/>
  <Override PartName="/ppt/notesSlides/notesSlide115.xml" ContentType="application/vnd.openxmlformats-officedocument.presentationml.notesSlide+xml"/>
  <Override PartName="/ppt/charts/chart111.xml" ContentType="application/vnd.openxmlformats-officedocument.drawingml.chart+xml"/>
  <Override PartName="/ppt/notesSlides/notesSlide116.xml" ContentType="application/vnd.openxmlformats-officedocument.presentationml.notesSlide+xml"/>
  <Override PartName="/ppt/charts/chart112.xml" ContentType="application/vnd.openxmlformats-officedocument.drawingml.chart+xml"/>
  <Override PartName="/ppt/notesSlides/notesSlide117.xml" ContentType="application/vnd.openxmlformats-officedocument.presentationml.notesSlide+xml"/>
  <Override PartName="/ppt/charts/chart113.xml" ContentType="application/vnd.openxmlformats-officedocument.drawingml.chart+xml"/>
  <Override PartName="/ppt/notesSlides/notesSlide118.xml" ContentType="application/vnd.openxmlformats-officedocument.presentationml.notesSlide+xml"/>
  <Override PartName="/ppt/charts/chart114.xml" ContentType="application/vnd.openxmlformats-officedocument.drawingml.chart+xml"/>
  <Override PartName="/ppt/notesSlides/notesSlide119.xml" ContentType="application/vnd.openxmlformats-officedocument.presentationml.notesSlide+xml"/>
  <Override PartName="/ppt/charts/chart115.xml" ContentType="application/vnd.openxmlformats-officedocument.drawingml.chart+xml"/>
  <Override PartName="/ppt/notesSlides/notesSlide120.xml" ContentType="application/vnd.openxmlformats-officedocument.presentationml.notesSlide+xml"/>
  <Override PartName="/ppt/charts/chart116.xml" ContentType="application/vnd.openxmlformats-officedocument.drawingml.chart+xml"/>
  <Override PartName="/ppt/notesSlides/notesSlide121.xml" ContentType="application/vnd.openxmlformats-officedocument.presentationml.notesSlide+xml"/>
  <Override PartName="/ppt/charts/chart117.xml" ContentType="application/vnd.openxmlformats-officedocument.drawingml.chart+xml"/>
  <Override PartName="/ppt/notesSlides/notesSlide122.xml" ContentType="application/vnd.openxmlformats-officedocument.presentationml.notesSlide+xml"/>
  <Override PartName="/ppt/charts/chart118.xml" ContentType="application/vnd.openxmlformats-officedocument.drawingml.chart+xml"/>
  <Override PartName="/ppt/notesSlides/notesSlide123.xml" ContentType="application/vnd.openxmlformats-officedocument.presentationml.notesSlide+xml"/>
  <Override PartName="/ppt/charts/chart119.xml" ContentType="application/vnd.openxmlformats-officedocument.drawingml.chart+xml"/>
  <Override PartName="/ppt/notesSlides/notesSlide124.xml" ContentType="application/vnd.openxmlformats-officedocument.presentationml.notesSlide+xml"/>
  <Override PartName="/ppt/charts/chart120.xml" ContentType="application/vnd.openxmlformats-officedocument.drawingml.chart+xml"/>
  <Override PartName="/ppt/notesSlides/notesSlide125.xml" ContentType="application/vnd.openxmlformats-officedocument.presentationml.notesSlide+xml"/>
  <Override PartName="/ppt/charts/chart121.xml" ContentType="application/vnd.openxmlformats-officedocument.drawingml.chart+xml"/>
  <Override PartName="/ppt/notesSlides/notesSlide126.xml" ContentType="application/vnd.openxmlformats-officedocument.presentationml.notesSlide+xml"/>
  <Override PartName="/ppt/charts/chart122.xml" ContentType="application/vnd.openxmlformats-officedocument.drawingml.chart+xml"/>
  <Override PartName="/ppt/notesSlides/notesSlide127.xml" ContentType="application/vnd.openxmlformats-officedocument.presentationml.notesSlide+xml"/>
  <Override PartName="/ppt/charts/chart123.xml" ContentType="application/vnd.openxmlformats-officedocument.drawingml.chart+xml"/>
  <Override PartName="/ppt/notesSlides/notesSlide128.xml" ContentType="application/vnd.openxmlformats-officedocument.presentationml.notesSlide+xml"/>
  <Override PartName="/ppt/charts/chart124.xml" ContentType="application/vnd.openxmlformats-officedocument.drawingml.chart+xml"/>
  <Override PartName="/ppt/notesSlides/notesSlide129.xml" ContentType="application/vnd.openxmlformats-officedocument.presentationml.notesSlide+xml"/>
  <Override PartName="/ppt/charts/chart125.xml" ContentType="application/vnd.openxmlformats-officedocument.drawingml.chart+xml"/>
  <Override PartName="/ppt/notesSlides/notesSlide130.xml" ContentType="application/vnd.openxmlformats-officedocument.presentationml.notesSlide+xml"/>
  <Override PartName="/ppt/charts/chart126.xml" ContentType="application/vnd.openxmlformats-officedocument.drawingml.chart+xml"/>
  <Override PartName="/ppt/notesSlides/notesSlide131.xml" ContentType="application/vnd.openxmlformats-officedocument.presentationml.notesSlide+xml"/>
  <Override PartName="/ppt/charts/chart127.xml" ContentType="application/vnd.openxmlformats-officedocument.drawingml.chart+xml"/>
  <Override PartName="/ppt/notesSlides/notesSlide132.xml" ContentType="application/vnd.openxmlformats-officedocument.presentationml.notesSlide+xml"/>
  <Override PartName="/ppt/charts/chart128.xml" ContentType="application/vnd.openxmlformats-officedocument.drawingml.chart+xml"/>
  <Override PartName="/ppt/notesSlides/notesSlide133.xml" ContentType="application/vnd.openxmlformats-officedocument.presentationml.notesSlide+xml"/>
  <Override PartName="/ppt/charts/chart129.xml" ContentType="application/vnd.openxmlformats-officedocument.drawingml.chart+xml"/>
  <Override PartName="/ppt/notesSlides/notesSlide134.xml" ContentType="application/vnd.openxmlformats-officedocument.presentationml.notesSlide+xml"/>
  <Override PartName="/ppt/charts/chart130.xml" ContentType="application/vnd.openxmlformats-officedocument.drawingml.chart+xml"/>
  <Override PartName="/ppt/notesSlides/notesSlide135.xml" ContentType="application/vnd.openxmlformats-officedocument.presentationml.notesSlide+xml"/>
  <Override PartName="/ppt/charts/chart131.xml" ContentType="application/vnd.openxmlformats-officedocument.drawingml.chart+xml"/>
  <Override PartName="/ppt/notesSlides/notesSlide136.xml" ContentType="application/vnd.openxmlformats-officedocument.presentationml.notesSlide+xml"/>
  <Override PartName="/ppt/charts/chart132.xml" ContentType="application/vnd.openxmlformats-officedocument.drawingml.chart+xml"/>
  <Override PartName="/ppt/notesSlides/notesSlide137.xml" ContentType="application/vnd.openxmlformats-officedocument.presentationml.notesSlide+xml"/>
  <Override PartName="/ppt/charts/chart133.xml" ContentType="application/vnd.openxmlformats-officedocument.drawingml.chart+xml"/>
  <Override PartName="/ppt/notesSlides/notesSlide138.xml" ContentType="application/vnd.openxmlformats-officedocument.presentationml.notesSlide+xml"/>
  <Override PartName="/ppt/charts/chart134.xml" ContentType="application/vnd.openxmlformats-officedocument.drawingml.chart+xml"/>
  <Override PartName="/ppt/notesSlides/notesSlide139.xml" ContentType="application/vnd.openxmlformats-officedocument.presentationml.notesSlide+xml"/>
  <Override PartName="/ppt/charts/chart135.xml" ContentType="application/vnd.openxmlformats-officedocument.drawingml.chart+xml"/>
  <Override PartName="/ppt/notesSlides/notesSlide140.xml" ContentType="application/vnd.openxmlformats-officedocument.presentationml.notesSlide+xml"/>
  <Override PartName="/ppt/charts/chart136.xml" ContentType="application/vnd.openxmlformats-officedocument.drawingml.chart+xml"/>
  <Override PartName="/ppt/notesSlides/notesSlide141.xml" ContentType="application/vnd.openxmlformats-officedocument.presentationml.notesSlide+xml"/>
  <Override PartName="/ppt/charts/chart137.xml" ContentType="application/vnd.openxmlformats-officedocument.drawingml.chart+xml"/>
  <Override PartName="/ppt/notesSlides/notesSlide142.xml" ContentType="application/vnd.openxmlformats-officedocument.presentationml.notesSlide+xml"/>
  <Override PartName="/ppt/charts/chart138.xml" ContentType="application/vnd.openxmlformats-officedocument.drawingml.chart+xml"/>
  <Override PartName="/ppt/notesSlides/notesSlide143.xml" ContentType="application/vnd.openxmlformats-officedocument.presentationml.notesSlide+xml"/>
  <Override PartName="/ppt/charts/chart139.xml" ContentType="application/vnd.openxmlformats-officedocument.drawingml.chart+xml"/>
  <Override PartName="/ppt/notesSlides/notesSlide144.xml" ContentType="application/vnd.openxmlformats-officedocument.presentationml.notesSlide+xml"/>
  <Override PartName="/ppt/charts/chart140.xml" ContentType="application/vnd.openxmlformats-officedocument.drawingml.chart+xml"/>
  <Override PartName="/ppt/notesSlides/notesSlide145.xml" ContentType="application/vnd.openxmlformats-officedocument.presentationml.notesSlide+xml"/>
  <Override PartName="/ppt/charts/chart141.xml" ContentType="application/vnd.openxmlformats-officedocument.drawingml.chart+xml"/>
  <Override PartName="/ppt/notesSlides/notesSlide146.xml" ContentType="application/vnd.openxmlformats-officedocument.presentationml.notesSlide+xml"/>
  <Override PartName="/ppt/charts/chart142.xml" ContentType="application/vnd.openxmlformats-officedocument.drawingml.chart+xml"/>
  <Override PartName="/ppt/notesSlides/notesSlide147.xml" ContentType="application/vnd.openxmlformats-officedocument.presentationml.notesSlide+xml"/>
  <Override PartName="/ppt/charts/chart143.xml" ContentType="application/vnd.openxmlformats-officedocument.drawingml.chart+xml"/>
  <Override PartName="/ppt/notesSlides/notesSlide148.xml" ContentType="application/vnd.openxmlformats-officedocument.presentationml.notesSlide+xml"/>
  <Override PartName="/ppt/charts/chart144.xml" ContentType="application/vnd.openxmlformats-officedocument.drawingml.chart+xml"/>
  <Override PartName="/ppt/notesSlides/notesSlide149.xml" ContentType="application/vnd.openxmlformats-officedocument.presentationml.notesSlide+xml"/>
  <Override PartName="/ppt/charts/chart145.xml" ContentType="application/vnd.openxmlformats-officedocument.drawingml.chart+xml"/>
  <Override PartName="/ppt/notesSlides/notesSlide150.xml" ContentType="application/vnd.openxmlformats-officedocument.presentationml.notesSlide+xml"/>
  <Override PartName="/ppt/charts/chart146.xml" ContentType="application/vnd.openxmlformats-officedocument.drawingml.chart+xml"/>
  <Override PartName="/ppt/notesSlides/notesSlide151.xml" ContentType="application/vnd.openxmlformats-officedocument.presentationml.notesSlide+xml"/>
  <Override PartName="/ppt/charts/chart147.xml" ContentType="application/vnd.openxmlformats-officedocument.drawingml.chart+xml"/>
  <Override PartName="/ppt/notesSlides/notesSlide152.xml" ContentType="application/vnd.openxmlformats-officedocument.presentationml.notesSlide+xml"/>
  <Override PartName="/ppt/charts/chart148.xml" ContentType="application/vnd.openxmlformats-officedocument.drawingml.chart+xml"/>
  <Override PartName="/ppt/notesSlides/notesSlide153.xml" ContentType="application/vnd.openxmlformats-officedocument.presentationml.notesSlide+xml"/>
  <Override PartName="/ppt/charts/chart149.xml" ContentType="application/vnd.openxmlformats-officedocument.drawingml.chart+xml"/>
  <Override PartName="/ppt/notesSlides/notesSlide154.xml" ContentType="application/vnd.openxmlformats-officedocument.presentationml.notesSlide+xml"/>
  <Override PartName="/ppt/charts/chart150.xml" ContentType="application/vnd.openxmlformats-officedocument.drawingml.chart+xml"/>
  <Override PartName="/ppt/notesSlides/notesSlide155.xml" ContentType="application/vnd.openxmlformats-officedocument.presentationml.notesSlide+xml"/>
  <Override PartName="/ppt/charts/chart151.xml" ContentType="application/vnd.openxmlformats-officedocument.drawingml.chart+xml"/>
  <Override PartName="/ppt/notesSlides/notesSlide156.xml" ContentType="application/vnd.openxmlformats-officedocument.presentationml.notesSlide+xml"/>
  <Override PartName="/ppt/charts/chart152.xml" ContentType="application/vnd.openxmlformats-officedocument.drawingml.chart+xml"/>
  <Override PartName="/ppt/notesSlides/notesSlide157.xml" ContentType="application/vnd.openxmlformats-officedocument.presentationml.notesSlide+xml"/>
  <Override PartName="/ppt/charts/chart153.xml" ContentType="application/vnd.openxmlformats-officedocument.drawingml.chart+xml"/>
  <Override PartName="/ppt/notesSlides/notesSlide158.xml" ContentType="application/vnd.openxmlformats-officedocument.presentationml.notesSlide+xml"/>
  <Override PartName="/ppt/charts/chart154.xml" ContentType="application/vnd.openxmlformats-officedocument.drawingml.chart+xml"/>
  <Override PartName="/ppt/notesSlides/notesSlide159.xml" ContentType="application/vnd.openxmlformats-officedocument.presentationml.notesSlide+xml"/>
  <Override PartName="/ppt/charts/chart155.xml" ContentType="application/vnd.openxmlformats-officedocument.drawingml.chart+xml"/>
  <Override PartName="/ppt/notesSlides/notesSlide160.xml" ContentType="application/vnd.openxmlformats-officedocument.presentationml.notesSlide+xml"/>
  <Override PartName="/ppt/charts/chart156.xml" ContentType="application/vnd.openxmlformats-officedocument.drawingml.chart+xml"/>
  <Override PartName="/ppt/notesSlides/notesSlide161.xml" ContentType="application/vnd.openxmlformats-officedocument.presentationml.notesSlide+xml"/>
  <Override PartName="/ppt/charts/chart157.xml" ContentType="application/vnd.openxmlformats-officedocument.drawingml.chart+xml"/>
  <Override PartName="/ppt/notesSlides/notesSlide162.xml" ContentType="application/vnd.openxmlformats-officedocument.presentationml.notesSlide+xml"/>
  <Override PartName="/ppt/charts/chart158.xml" ContentType="application/vnd.openxmlformats-officedocument.drawingml.chart+xml"/>
  <Override PartName="/ppt/notesSlides/notesSlide163.xml" ContentType="application/vnd.openxmlformats-officedocument.presentationml.notesSlide+xml"/>
  <Override PartName="/ppt/charts/chart159.xml" ContentType="application/vnd.openxmlformats-officedocument.drawingml.chart+xml"/>
  <Override PartName="/ppt/notesSlides/notesSlide164.xml" ContentType="application/vnd.openxmlformats-officedocument.presentationml.notesSlide+xml"/>
  <Override PartName="/ppt/charts/chart160.xml" ContentType="application/vnd.openxmlformats-officedocument.drawingml.chart+xml"/>
  <Override PartName="/ppt/notesSlides/notesSlide165.xml" ContentType="application/vnd.openxmlformats-officedocument.presentationml.notesSlide+xml"/>
  <Override PartName="/ppt/charts/chart161.xml" ContentType="application/vnd.openxmlformats-officedocument.drawingml.chart+xml"/>
  <Override PartName="/ppt/notesSlides/notesSlide166.xml" ContentType="application/vnd.openxmlformats-officedocument.presentationml.notesSlide+xml"/>
  <Override PartName="/ppt/charts/chart162.xml" ContentType="application/vnd.openxmlformats-officedocument.drawingml.chart+xml"/>
  <Override PartName="/ppt/notesSlides/notesSlide167.xml" ContentType="application/vnd.openxmlformats-officedocument.presentationml.notesSlide+xml"/>
  <Override PartName="/ppt/charts/chart163.xml" ContentType="application/vnd.openxmlformats-officedocument.drawingml.chart+xml"/>
  <Override PartName="/ppt/notesSlides/notesSlide168.xml" ContentType="application/vnd.openxmlformats-officedocument.presentationml.notesSlide+xml"/>
  <Override PartName="/ppt/charts/chart164.xml" ContentType="application/vnd.openxmlformats-officedocument.drawingml.chart+xml"/>
  <Override PartName="/ppt/notesSlides/notesSlide169.xml" ContentType="application/vnd.openxmlformats-officedocument.presentationml.notesSlide+xml"/>
  <Override PartName="/ppt/charts/chart165.xml" ContentType="application/vnd.openxmlformats-officedocument.drawingml.chart+xml"/>
  <Override PartName="/ppt/notesSlides/notesSlide170.xml" ContentType="application/vnd.openxmlformats-officedocument.presentationml.notesSlide+xml"/>
  <Override PartName="/ppt/charts/chart166.xml" ContentType="application/vnd.openxmlformats-officedocument.drawingml.chart+xml"/>
  <Override PartName="/ppt/notesSlides/notesSlide171.xml" ContentType="application/vnd.openxmlformats-officedocument.presentationml.notesSlide+xml"/>
  <Override PartName="/ppt/charts/chart167.xml" ContentType="application/vnd.openxmlformats-officedocument.drawingml.chart+xml"/>
  <Override PartName="/ppt/notesSlides/notesSlide172.xml" ContentType="application/vnd.openxmlformats-officedocument.presentationml.notesSlide+xml"/>
  <Override PartName="/ppt/charts/chart168.xml" ContentType="application/vnd.openxmlformats-officedocument.drawingml.chart+xml"/>
  <Override PartName="/ppt/notesSlides/notesSlide173.xml" ContentType="application/vnd.openxmlformats-officedocument.presentationml.notesSlide+xml"/>
  <Override PartName="/ppt/charts/chart169.xml" ContentType="application/vnd.openxmlformats-officedocument.drawingml.chart+xml"/>
  <Override PartName="/ppt/notesSlides/notesSlide174.xml" ContentType="application/vnd.openxmlformats-officedocument.presentationml.notesSlide+xml"/>
  <Override PartName="/ppt/charts/chart170.xml" ContentType="application/vnd.openxmlformats-officedocument.drawingml.chart+xml"/>
  <Override PartName="/ppt/notesSlides/notesSlide175.xml" ContentType="application/vnd.openxmlformats-officedocument.presentationml.notesSlide+xml"/>
  <Override PartName="/ppt/charts/chart171.xml" ContentType="application/vnd.openxmlformats-officedocument.drawingml.chart+xml"/>
  <Override PartName="/ppt/notesSlides/notesSlide176.xml" ContentType="application/vnd.openxmlformats-officedocument.presentationml.notesSlide+xml"/>
  <Override PartName="/ppt/charts/chart172.xml" ContentType="application/vnd.openxmlformats-officedocument.drawingml.chart+xml"/>
  <Override PartName="/ppt/notesSlides/notesSlide177.xml" ContentType="application/vnd.openxmlformats-officedocument.presentationml.notesSlide+xml"/>
  <Override PartName="/ppt/charts/chart173.xml" ContentType="application/vnd.openxmlformats-officedocument.drawingml.chart+xml"/>
  <Override PartName="/ppt/notesSlides/notesSlide178.xml" ContentType="application/vnd.openxmlformats-officedocument.presentationml.notesSlide+xml"/>
  <Override PartName="/ppt/charts/chart174.xml" ContentType="application/vnd.openxmlformats-officedocument.drawingml.chart+xml"/>
  <Override PartName="/ppt/notesSlides/notesSlide179.xml" ContentType="application/vnd.openxmlformats-officedocument.presentationml.notesSlide+xml"/>
  <Override PartName="/ppt/charts/chart175.xml" ContentType="application/vnd.openxmlformats-officedocument.drawingml.chart+xml"/>
  <Override PartName="/ppt/notesSlides/notesSlide180.xml" ContentType="application/vnd.openxmlformats-officedocument.presentationml.notesSlide+xml"/>
  <Override PartName="/ppt/charts/chart176.xml" ContentType="application/vnd.openxmlformats-officedocument.drawingml.chart+xml"/>
  <Override PartName="/ppt/notesSlides/notesSlide181.xml" ContentType="application/vnd.openxmlformats-officedocument.presentationml.notesSlide+xml"/>
  <Override PartName="/ppt/charts/chart177.xml" ContentType="application/vnd.openxmlformats-officedocument.drawingml.chart+xml"/>
  <Override PartName="/ppt/notesSlides/notesSlide182.xml" ContentType="application/vnd.openxmlformats-officedocument.presentationml.notesSlide+xml"/>
  <Override PartName="/ppt/charts/chart178.xml" ContentType="application/vnd.openxmlformats-officedocument.drawingml.chart+xml"/>
  <Override PartName="/ppt/notesSlides/notesSlide183.xml" ContentType="application/vnd.openxmlformats-officedocument.presentationml.notesSlide+xml"/>
  <Override PartName="/ppt/charts/chart179.xml" ContentType="application/vnd.openxmlformats-officedocument.drawingml.chart+xml"/>
  <Override PartName="/ppt/notesSlides/notesSlide184.xml" ContentType="application/vnd.openxmlformats-officedocument.presentationml.notesSlide+xml"/>
  <Override PartName="/ppt/charts/chart180.xml" ContentType="application/vnd.openxmlformats-officedocument.drawingml.chart+xml"/>
  <Override PartName="/ppt/notesSlides/notesSlide185.xml" ContentType="application/vnd.openxmlformats-officedocument.presentationml.notesSlide+xml"/>
  <Override PartName="/ppt/charts/chart181.xml" ContentType="application/vnd.openxmlformats-officedocument.drawingml.chart+xml"/>
  <Override PartName="/ppt/notesSlides/notesSlide186.xml" ContentType="application/vnd.openxmlformats-officedocument.presentationml.notesSlide+xml"/>
  <Override PartName="/ppt/charts/chart182.xml" ContentType="application/vnd.openxmlformats-officedocument.drawingml.chart+xml"/>
  <Override PartName="/ppt/notesSlides/notesSlide187.xml" ContentType="application/vnd.openxmlformats-officedocument.presentationml.notesSlide+xml"/>
  <Override PartName="/ppt/charts/chart183.xml" ContentType="application/vnd.openxmlformats-officedocument.drawingml.chart+xml"/>
  <Override PartName="/ppt/notesSlides/notesSlide188.xml" ContentType="application/vnd.openxmlformats-officedocument.presentationml.notesSlide+xml"/>
  <Override PartName="/ppt/charts/chart184.xml" ContentType="application/vnd.openxmlformats-officedocument.drawingml.chart+xml"/>
  <Override PartName="/ppt/notesSlides/notesSlide189.xml" ContentType="application/vnd.openxmlformats-officedocument.presentationml.notesSlide+xml"/>
  <Override PartName="/ppt/charts/chart185.xml" ContentType="application/vnd.openxmlformats-officedocument.drawingml.chart+xml"/>
  <Override PartName="/ppt/notesSlides/notesSlide190.xml" ContentType="application/vnd.openxmlformats-officedocument.presentationml.notesSlide+xml"/>
  <Override PartName="/ppt/charts/chart186.xml" ContentType="application/vnd.openxmlformats-officedocument.drawingml.chart+xml"/>
  <Override PartName="/ppt/notesSlides/notesSlide191.xml" ContentType="application/vnd.openxmlformats-officedocument.presentationml.notesSlide+xml"/>
  <Override PartName="/ppt/charts/chart187.xml" ContentType="application/vnd.openxmlformats-officedocument.drawingml.chart+xml"/>
  <Override PartName="/ppt/notesSlides/notesSlide192.xml" ContentType="application/vnd.openxmlformats-officedocument.presentationml.notesSlide+xml"/>
  <Override PartName="/ppt/charts/chart188.xml" ContentType="application/vnd.openxmlformats-officedocument.drawingml.chart+xml"/>
  <Override PartName="/ppt/notesSlides/notesSlide193.xml" ContentType="application/vnd.openxmlformats-officedocument.presentationml.notesSlide+xml"/>
  <Override PartName="/ppt/charts/chart189.xml" ContentType="application/vnd.openxmlformats-officedocument.drawingml.chart+xml"/>
  <Override PartName="/ppt/notesSlides/notesSlide194.xml" ContentType="application/vnd.openxmlformats-officedocument.presentationml.notesSlide+xml"/>
  <Override PartName="/ppt/charts/chart190.xml" ContentType="application/vnd.openxmlformats-officedocument.drawingml.chart+xml"/>
  <Override PartName="/ppt/notesSlides/notesSlide195.xml" ContentType="application/vnd.openxmlformats-officedocument.presentationml.notesSlide+xml"/>
  <Override PartName="/ppt/charts/chart191.xml" ContentType="application/vnd.openxmlformats-officedocument.drawingml.chart+xml"/>
  <Override PartName="/ppt/notesSlides/notesSlide196.xml" ContentType="application/vnd.openxmlformats-officedocument.presentationml.notesSlide+xml"/>
  <Override PartName="/ppt/charts/chart192.xml" ContentType="application/vnd.openxmlformats-officedocument.drawingml.chart+xml"/>
  <Override PartName="/ppt/notesSlides/notesSlide197.xml" ContentType="application/vnd.openxmlformats-officedocument.presentationml.notesSlide+xml"/>
  <Override PartName="/ppt/charts/chart193.xml" ContentType="application/vnd.openxmlformats-officedocument.drawingml.chart+xml"/>
  <Override PartName="/ppt/notesSlides/notesSlide198.xml" ContentType="application/vnd.openxmlformats-officedocument.presentationml.notesSlide+xml"/>
  <Override PartName="/ppt/charts/chart194.xml" ContentType="application/vnd.openxmlformats-officedocument.drawingml.chart+xml"/>
  <Override PartName="/ppt/notesSlides/notesSlide199.xml" ContentType="application/vnd.openxmlformats-officedocument.presentationml.notesSlide+xml"/>
  <Override PartName="/ppt/charts/chart195.xml" ContentType="application/vnd.openxmlformats-officedocument.drawingml.chart+xml"/>
  <Override PartName="/ppt/notesSlides/notesSlide200.xml" ContentType="application/vnd.openxmlformats-officedocument.presentationml.notesSlide+xml"/>
  <Override PartName="/ppt/charts/chart196.xml" ContentType="application/vnd.openxmlformats-officedocument.drawingml.chart+xml"/>
  <Override PartName="/ppt/notesSlides/notesSlide201.xml" ContentType="application/vnd.openxmlformats-officedocument.presentationml.notesSlide+xml"/>
  <Override PartName="/ppt/charts/chart197.xml" ContentType="application/vnd.openxmlformats-officedocument.drawingml.chart+xml"/>
  <Override PartName="/ppt/notesSlides/notesSlide202.xml" ContentType="application/vnd.openxmlformats-officedocument.presentationml.notesSlide+xml"/>
  <Override PartName="/ppt/charts/chart198.xml" ContentType="application/vnd.openxmlformats-officedocument.drawingml.chart+xml"/>
  <Override PartName="/ppt/notesSlides/notesSlide203.xml" ContentType="application/vnd.openxmlformats-officedocument.presentationml.notesSlide+xml"/>
  <Override PartName="/ppt/charts/chart199.xml" ContentType="application/vnd.openxmlformats-officedocument.drawingml.chart+xml"/>
  <Override PartName="/ppt/notesSlides/notesSlide204.xml" ContentType="application/vnd.openxmlformats-officedocument.presentationml.notesSlide+xml"/>
  <Override PartName="/ppt/charts/chart200.xml" ContentType="application/vnd.openxmlformats-officedocument.drawingml.chart+xml"/>
  <Override PartName="/ppt/notesSlides/notesSlide205.xml" ContentType="application/vnd.openxmlformats-officedocument.presentationml.notesSlide+xml"/>
  <Override PartName="/ppt/charts/chart201.xml" ContentType="application/vnd.openxmlformats-officedocument.drawingml.chart+xml"/>
  <Override PartName="/ppt/notesSlides/notesSlide206.xml" ContentType="application/vnd.openxmlformats-officedocument.presentationml.notesSlide+xml"/>
  <Override PartName="/ppt/charts/chart202.xml" ContentType="application/vnd.openxmlformats-officedocument.drawingml.chart+xml"/>
  <Override PartName="/ppt/notesSlides/notesSlide207.xml" ContentType="application/vnd.openxmlformats-officedocument.presentationml.notesSlide+xml"/>
  <Override PartName="/ppt/charts/chart203.xml" ContentType="application/vnd.openxmlformats-officedocument.drawingml.chart+xml"/>
  <Override PartName="/ppt/notesSlides/notesSlide208.xml" ContentType="application/vnd.openxmlformats-officedocument.presentationml.notesSlide+xml"/>
  <Override PartName="/ppt/charts/chart204.xml" ContentType="application/vnd.openxmlformats-officedocument.drawingml.chart+xml"/>
  <Override PartName="/ppt/notesSlides/notesSlide209.xml" ContentType="application/vnd.openxmlformats-officedocument.presentationml.notesSlide+xml"/>
  <Override PartName="/ppt/charts/chart205.xml" ContentType="application/vnd.openxmlformats-officedocument.drawingml.chart+xml"/>
  <Override PartName="/ppt/notesSlides/notesSlide210.xml" ContentType="application/vnd.openxmlformats-officedocument.presentationml.notesSlide+xml"/>
  <Override PartName="/ppt/charts/chart206.xml" ContentType="application/vnd.openxmlformats-officedocument.drawingml.chart+xml"/>
  <Override PartName="/ppt/notesSlides/notesSlide211.xml" ContentType="application/vnd.openxmlformats-officedocument.presentationml.notesSlide+xml"/>
  <Override PartName="/ppt/charts/chart207.xml" ContentType="application/vnd.openxmlformats-officedocument.drawingml.chart+xml"/>
  <Override PartName="/ppt/notesSlides/notesSlide212.xml" ContentType="application/vnd.openxmlformats-officedocument.presentationml.notesSlide+xml"/>
  <Override PartName="/ppt/charts/chart208.xml" ContentType="application/vnd.openxmlformats-officedocument.drawingml.chart+xml"/>
  <Override PartName="/ppt/notesSlides/notesSlide213.xml" ContentType="application/vnd.openxmlformats-officedocument.presentationml.notesSlide+xml"/>
  <Override PartName="/ppt/charts/chart209.xml" ContentType="application/vnd.openxmlformats-officedocument.drawingml.chart+xml"/>
  <Override PartName="/ppt/notesSlides/notesSlide214.xml" ContentType="application/vnd.openxmlformats-officedocument.presentationml.notesSlide+xml"/>
  <Override PartName="/ppt/charts/chart210.xml" ContentType="application/vnd.openxmlformats-officedocument.drawingml.chart+xml"/>
  <Override PartName="/ppt/notesSlides/notesSlide215.xml" ContentType="application/vnd.openxmlformats-officedocument.presentationml.notesSlide+xml"/>
  <Override PartName="/ppt/charts/chart211.xml" ContentType="application/vnd.openxmlformats-officedocument.drawingml.chart+xml"/>
  <Override PartName="/ppt/notesSlides/notesSlide216.xml" ContentType="application/vnd.openxmlformats-officedocument.presentationml.notesSlide+xml"/>
  <Override PartName="/ppt/charts/chart212.xml" ContentType="application/vnd.openxmlformats-officedocument.drawingml.chart+xml"/>
  <Override PartName="/ppt/notesSlides/notesSlide217.xml" ContentType="application/vnd.openxmlformats-officedocument.presentationml.notesSlide+xml"/>
  <Override PartName="/ppt/charts/chart213.xml" ContentType="application/vnd.openxmlformats-officedocument.drawingml.chart+xml"/>
  <Override PartName="/ppt/notesSlides/notesSlide218.xml" ContentType="application/vnd.openxmlformats-officedocument.presentationml.notesSlide+xml"/>
  <Override PartName="/ppt/charts/chart214.xml" ContentType="application/vnd.openxmlformats-officedocument.drawingml.chart+xml"/>
  <Override PartName="/ppt/notesSlides/notesSlide219.xml" ContentType="application/vnd.openxmlformats-officedocument.presentationml.notesSlide+xml"/>
  <Override PartName="/ppt/charts/chart215.xml" ContentType="application/vnd.openxmlformats-officedocument.drawingml.chart+xml"/>
  <Override PartName="/ppt/notesSlides/notesSlide220.xml" ContentType="application/vnd.openxmlformats-officedocument.presentationml.notesSlide+xml"/>
  <Override PartName="/ppt/charts/chart216.xml" ContentType="application/vnd.openxmlformats-officedocument.drawingml.chart+xml"/>
  <Override PartName="/ppt/notesSlides/notesSlide221.xml" ContentType="application/vnd.openxmlformats-officedocument.presentationml.notesSlide+xml"/>
  <Override PartName="/ppt/charts/chart217.xml" ContentType="application/vnd.openxmlformats-officedocument.drawingml.chart+xml"/>
  <Override PartName="/ppt/notesSlides/notesSlide222.xml" ContentType="application/vnd.openxmlformats-officedocument.presentationml.notesSlide+xml"/>
  <Override PartName="/ppt/charts/chart218.xml" ContentType="application/vnd.openxmlformats-officedocument.drawingml.chart+xml"/>
  <Override PartName="/ppt/notesSlides/notesSlide223.xml" ContentType="application/vnd.openxmlformats-officedocument.presentationml.notesSlide+xml"/>
  <Override PartName="/ppt/charts/chart219.xml" ContentType="application/vnd.openxmlformats-officedocument.drawingml.chart+xml"/>
  <Override PartName="/ppt/notesSlides/notesSlide224.xml" ContentType="application/vnd.openxmlformats-officedocument.presentationml.notesSlide+xml"/>
  <Override PartName="/ppt/charts/chart220.xml" ContentType="application/vnd.openxmlformats-officedocument.drawingml.chart+xml"/>
  <Override PartName="/ppt/notesSlides/notesSlide225.xml" ContentType="application/vnd.openxmlformats-officedocument.presentationml.notesSlide+xml"/>
  <Override PartName="/ppt/charts/chart221.xml" ContentType="application/vnd.openxmlformats-officedocument.drawingml.chart+xml"/>
  <Override PartName="/ppt/notesSlides/notesSlide226.xml" ContentType="application/vnd.openxmlformats-officedocument.presentationml.notesSlide+xml"/>
  <Override PartName="/ppt/charts/chart222.xml" ContentType="application/vnd.openxmlformats-officedocument.drawingml.chart+xml"/>
  <Override PartName="/ppt/notesSlides/notesSlide227.xml" ContentType="application/vnd.openxmlformats-officedocument.presentationml.notesSlide+xml"/>
  <Override PartName="/ppt/charts/chart223.xml" ContentType="application/vnd.openxmlformats-officedocument.drawingml.chart+xml"/>
  <Override PartName="/ppt/notesSlides/notesSlide228.xml" ContentType="application/vnd.openxmlformats-officedocument.presentationml.notesSlide+xml"/>
  <Override PartName="/ppt/charts/chart224.xml" ContentType="application/vnd.openxmlformats-officedocument.drawingml.chart+xml"/>
  <Override PartName="/ppt/notesSlides/notesSlide229.xml" ContentType="application/vnd.openxmlformats-officedocument.presentationml.notesSlide+xml"/>
  <Override PartName="/ppt/charts/chart225.xml" ContentType="application/vnd.openxmlformats-officedocument.drawingml.chart+xml"/>
  <Override PartName="/ppt/notesSlides/notesSlide230.xml" ContentType="application/vnd.openxmlformats-officedocument.presentationml.notesSlide+xml"/>
  <Override PartName="/ppt/charts/chart226.xml" ContentType="application/vnd.openxmlformats-officedocument.drawingml.chart+xml"/>
  <Override PartName="/ppt/notesSlides/notesSlide231.xml" ContentType="application/vnd.openxmlformats-officedocument.presentationml.notesSlide+xml"/>
  <Override PartName="/ppt/charts/chart227.xml" ContentType="application/vnd.openxmlformats-officedocument.drawingml.chart+xml"/>
  <Override PartName="/ppt/notesSlides/notesSlide232.xml" ContentType="application/vnd.openxmlformats-officedocument.presentationml.notesSlide+xml"/>
  <Override PartName="/ppt/charts/chart228.xml" ContentType="application/vnd.openxmlformats-officedocument.drawingml.chart+xml"/>
  <Override PartName="/ppt/notesSlides/notesSlide233.xml" ContentType="application/vnd.openxmlformats-officedocument.presentationml.notesSlide+xml"/>
  <Override PartName="/ppt/charts/chart229.xml" ContentType="application/vnd.openxmlformats-officedocument.drawingml.chart+xml"/>
  <Override PartName="/ppt/notesSlides/notesSlide234.xml" ContentType="application/vnd.openxmlformats-officedocument.presentationml.notesSlide+xml"/>
  <Override PartName="/ppt/charts/chart230.xml" ContentType="application/vnd.openxmlformats-officedocument.drawingml.chart+xml"/>
  <Override PartName="/ppt/notesSlides/notesSlide235.xml" ContentType="application/vnd.openxmlformats-officedocument.presentationml.notesSlide+xml"/>
  <Override PartName="/ppt/charts/chart231.xml" ContentType="application/vnd.openxmlformats-officedocument.drawingml.chart+xml"/>
  <Override PartName="/ppt/notesSlides/notesSlide236.xml" ContentType="application/vnd.openxmlformats-officedocument.presentationml.notesSlide+xml"/>
  <Override PartName="/ppt/charts/chart232.xml" ContentType="application/vnd.openxmlformats-officedocument.drawingml.chart+xml"/>
  <Override PartName="/ppt/notesSlides/notesSlide237.xml" ContentType="application/vnd.openxmlformats-officedocument.presentationml.notesSlide+xml"/>
  <Override PartName="/ppt/charts/chart233.xml" ContentType="application/vnd.openxmlformats-officedocument.drawingml.chart+xml"/>
  <Override PartName="/ppt/notesSlides/notesSlide238.xml" ContentType="application/vnd.openxmlformats-officedocument.presentationml.notesSlide+xml"/>
  <Override PartName="/ppt/charts/chart234.xml" ContentType="application/vnd.openxmlformats-officedocument.drawingml.chart+xml"/>
  <Override PartName="/ppt/notesSlides/notesSlide239.xml" ContentType="application/vnd.openxmlformats-officedocument.presentationml.notesSlide+xml"/>
  <Override PartName="/ppt/charts/chart235.xml" ContentType="application/vnd.openxmlformats-officedocument.drawingml.chart+xml"/>
  <Override PartName="/ppt/notesSlides/notesSlide240.xml" ContentType="application/vnd.openxmlformats-officedocument.presentationml.notesSlide+xml"/>
  <Override PartName="/ppt/charts/chart236.xml" ContentType="application/vnd.openxmlformats-officedocument.drawingml.chart+xml"/>
  <Override PartName="/ppt/notesSlides/notesSlide241.xml" ContentType="application/vnd.openxmlformats-officedocument.presentationml.notesSlide+xml"/>
  <Override PartName="/ppt/charts/chart237.xml" ContentType="application/vnd.openxmlformats-officedocument.drawingml.chart+xml"/>
  <Override PartName="/ppt/notesSlides/notesSlide242.xml" ContentType="application/vnd.openxmlformats-officedocument.presentationml.notesSlide+xml"/>
  <Override PartName="/ppt/charts/chart238.xml" ContentType="application/vnd.openxmlformats-officedocument.drawingml.chart+xml"/>
  <Override PartName="/ppt/notesSlides/notesSlide243.xml" ContentType="application/vnd.openxmlformats-officedocument.presentationml.notesSlide+xml"/>
  <Override PartName="/ppt/charts/chart239.xml" ContentType="application/vnd.openxmlformats-officedocument.drawingml.chart+xml"/>
  <Override PartName="/ppt/notesSlides/notesSlide244.xml" ContentType="application/vnd.openxmlformats-officedocument.presentationml.notesSlide+xml"/>
  <Override PartName="/ppt/charts/chart240.xml" ContentType="application/vnd.openxmlformats-officedocument.drawingml.chart+xml"/>
  <Override PartName="/ppt/notesSlides/notesSlide245.xml" ContentType="application/vnd.openxmlformats-officedocument.presentationml.notesSlide+xml"/>
  <Override PartName="/ppt/charts/chart241.xml" ContentType="application/vnd.openxmlformats-officedocument.drawingml.chart+xml"/>
  <Override PartName="/ppt/notesSlides/notesSlide246.xml" ContentType="application/vnd.openxmlformats-officedocument.presentationml.notesSlide+xml"/>
  <Override PartName="/ppt/charts/chart242.xml" ContentType="application/vnd.openxmlformats-officedocument.drawingml.chart+xml"/>
  <Override PartName="/ppt/notesSlides/notesSlide247.xml" ContentType="application/vnd.openxmlformats-officedocument.presentationml.notesSlide+xml"/>
  <Override PartName="/ppt/charts/chart243.xml" ContentType="application/vnd.openxmlformats-officedocument.drawingml.chart+xml"/>
  <Override PartName="/ppt/notesSlides/notesSlide248.xml" ContentType="application/vnd.openxmlformats-officedocument.presentationml.notesSlide+xml"/>
  <Override PartName="/ppt/charts/chart244.xml" ContentType="application/vnd.openxmlformats-officedocument.drawingml.chart+xml"/>
  <Override PartName="/ppt/notesSlides/notesSlide249.xml" ContentType="application/vnd.openxmlformats-officedocument.presentationml.notesSlide+xml"/>
  <Override PartName="/ppt/charts/chart245.xml" ContentType="application/vnd.openxmlformats-officedocument.drawingml.chart+xml"/>
  <Override PartName="/ppt/notesSlides/notesSlide250.xml" ContentType="application/vnd.openxmlformats-officedocument.presentationml.notesSlide+xml"/>
  <Override PartName="/ppt/charts/chart246.xml" ContentType="application/vnd.openxmlformats-officedocument.drawingml.chart+xml"/>
  <Override PartName="/ppt/notesSlides/notesSlide251.xml" ContentType="application/vnd.openxmlformats-officedocument.presentationml.notesSlide+xml"/>
  <Override PartName="/ppt/charts/chart247.xml" ContentType="application/vnd.openxmlformats-officedocument.drawingml.chart+xml"/>
  <Override PartName="/ppt/notesSlides/notesSlide252.xml" ContentType="application/vnd.openxmlformats-officedocument.presentationml.notesSlide+xml"/>
  <Override PartName="/ppt/charts/chart248.xml" ContentType="application/vnd.openxmlformats-officedocument.drawingml.chart+xml"/>
  <Override PartName="/ppt/notesSlides/notesSlide253.xml" ContentType="application/vnd.openxmlformats-officedocument.presentationml.notesSlide+xml"/>
  <Override PartName="/ppt/charts/chart249.xml" ContentType="application/vnd.openxmlformats-officedocument.drawingml.chart+xml"/>
  <Override PartName="/ppt/notesSlides/notesSlide254.xml" ContentType="application/vnd.openxmlformats-officedocument.presentationml.notesSlide+xml"/>
  <Override PartName="/ppt/charts/chart250.xml" ContentType="application/vnd.openxmlformats-officedocument.drawingml.chart+xml"/>
  <Override PartName="/ppt/notesSlides/notesSlide255.xml" ContentType="application/vnd.openxmlformats-officedocument.presentationml.notesSlide+xml"/>
  <Override PartName="/ppt/charts/chart251.xml" ContentType="application/vnd.openxmlformats-officedocument.drawingml.chart+xml"/>
  <Override PartName="/ppt/notesSlides/notesSlide256.xml" ContentType="application/vnd.openxmlformats-officedocument.presentationml.notesSlide+xml"/>
  <Override PartName="/ppt/charts/chart252.xml" ContentType="application/vnd.openxmlformats-officedocument.drawingml.chart+xml"/>
  <Override PartName="/ppt/notesSlides/notesSlide257.xml" ContentType="application/vnd.openxmlformats-officedocument.presentationml.notesSlide+xml"/>
  <Override PartName="/ppt/charts/chart253.xml" ContentType="application/vnd.openxmlformats-officedocument.drawingml.chart+xml"/>
  <Override PartName="/ppt/notesSlides/notesSlide258.xml" ContentType="application/vnd.openxmlformats-officedocument.presentationml.notesSlide+xml"/>
  <Override PartName="/ppt/charts/chart254.xml" ContentType="application/vnd.openxmlformats-officedocument.drawingml.chart+xml"/>
  <Override PartName="/ppt/notesSlides/notesSlide259.xml" ContentType="application/vnd.openxmlformats-officedocument.presentationml.notesSlide+xml"/>
  <Override PartName="/ppt/charts/chart255.xml" ContentType="application/vnd.openxmlformats-officedocument.drawingml.chart+xml"/>
  <Override PartName="/ppt/notesSlides/notesSlide260.xml" ContentType="application/vnd.openxmlformats-officedocument.presentationml.notesSlide+xml"/>
  <Override PartName="/ppt/charts/chart256.xml" ContentType="application/vnd.openxmlformats-officedocument.drawingml.chart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  <p:sldId id="422" r:id="rId168"/>
    <p:sldId id="423" r:id="rId169"/>
    <p:sldId id="424" r:id="rId170"/>
    <p:sldId id="425" r:id="rId171"/>
    <p:sldId id="426" r:id="rId172"/>
    <p:sldId id="427" r:id="rId173"/>
    <p:sldId id="428" r:id="rId174"/>
    <p:sldId id="429" r:id="rId175"/>
    <p:sldId id="430" r:id="rId176"/>
    <p:sldId id="431" r:id="rId177"/>
    <p:sldId id="432" r:id="rId178"/>
    <p:sldId id="433" r:id="rId179"/>
    <p:sldId id="434" r:id="rId180"/>
    <p:sldId id="435" r:id="rId181"/>
    <p:sldId id="436" r:id="rId182"/>
    <p:sldId id="437" r:id="rId183"/>
    <p:sldId id="438" r:id="rId184"/>
    <p:sldId id="439" r:id="rId185"/>
    <p:sldId id="440" r:id="rId186"/>
    <p:sldId id="441" r:id="rId187"/>
    <p:sldId id="442" r:id="rId188"/>
    <p:sldId id="443" r:id="rId189"/>
    <p:sldId id="444" r:id="rId190"/>
    <p:sldId id="445" r:id="rId191"/>
    <p:sldId id="446" r:id="rId192"/>
    <p:sldId id="447" r:id="rId193"/>
    <p:sldId id="448" r:id="rId194"/>
    <p:sldId id="449" r:id="rId195"/>
    <p:sldId id="450" r:id="rId196"/>
    <p:sldId id="451" r:id="rId197"/>
    <p:sldId id="452" r:id="rId198"/>
    <p:sldId id="453" r:id="rId199"/>
    <p:sldId id="454" r:id="rId200"/>
    <p:sldId id="455" r:id="rId201"/>
    <p:sldId id="456" r:id="rId202"/>
    <p:sldId id="457" r:id="rId203"/>
    <p:sldId id="458" r:id="rId204"/>
    <p:sldId id="459" r:id="rId205"/>
    <p:sldId id="460" r:id="rId206"/>
    <p:sldId id="461" r:id="rId207"/>
    <p:sldId id="462" r:id="rId208"/>
    <p:sldId id="463" r:id="rId209"/>
    <p:sldId id="464" r:id="rId210"/>
    <p:sldId id="465" r:id="rId211"/>
    <p:sldId id="466" r:id="rId212"/>
    <p:sldId id="467" r:id="rId213"/>
    <p:sldId id="468" r:id="rId214"/>
    <p:sldId id="469" r:id="rId215"/>
    <p:sldId id="470" r:id="rId216"/>
    <p:sldId id="471" r:id="rId217"/>
    <p:sldId id="472" r:id="rId218"/>
    <p:sldId id="473" r:id="rId219"/>
    <p:sldId id="474" r:id="rId220"/>
    <p:sldId id="475" r:id="rId221"/>
    <p:sldId id="476" r:id="rId222"/>
    <p:sldId id="477" r:id="rId223"/>
    <p:sldId id="478" r:id="rId224"/>
    <p:sldId id="479" r:id="rId225"/>
    <p:sldId id="480" r:id="rId226"/>
    <p:sldId id="481" r:id="rId227"/>
    <p:sldId id="482" r:id="rId228"/>
    <p:sldId id="483" r:id="rId229"/>
    <p:sldId id="484" r:id="rId230"/>
    <p:sldId id="485" r:id="rId231"/>
    <p:sldId id="486" r:id="rId232"/>
    <p:sldId id="487" r:id="rId233"/>
    <p:sldId id="488" r:id="rId234"/>
    <p:sldId id="489" r:id="rId235"/>
    <p:sldId id="490" r:id="rId236"/>
    <p:sldId id="491" r:id="rId237"/>
    <p:sldId id="492" r:id="rId238"/>
    <p:sldId id="493" r:id="rId239"/>
    <p:sldId id="494" r:id="rId240"/>
    <p:sldId id="495" r:id="rId241"/>
    <p:sldId id="496" r:id="rId242"/>
    <p:sldId id="497" r:id="rId243"/>
    <p:sldId id="498" r:id="rId244"/>
    <p:sldId id="499" r:id="rId245"/>
    <p:sldId id="500" r:id="rId246"/>
    <p:sldId id="501" r:id="rId247"/>
    <p:sldId id="502" r:id="rId248"/>
    <p:sldId id="503" r:id="rId249"/>
    <p:sldId id="504" r:id="rId250"/>
    <p:sldId id="505" r:id="rId251"/>
    <p:sldId id="506" r:id="rId252"/>
    <p:sldId id="507" r:id="rId253"/>
    <p:sldId id="508" r:id="rId254"/>
    <p:sldId id="509" r:id="rId255"/>
    <p:sldId id="510" r:id="rId256"/>
    <p:sldId id="511" r:id="rId257"/>
    <p:sldId id="512" r:id="rId258"/>
    <p:sldId id="513" r:id="rId259"/>
    <p:sldId id="514" r:id="rId260"/>
    <p:sldId id="515" r:id="rId261"/>
    <p:sldId id="516" r:id="rId262"/>
    <p:sldId id="517" r:id="rId263"/>
    <p:sldId id="518" r:id="rId26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63" Type="http://schemas.openxmlformats.org/officeDocument/2006/relationships/slide" Target="slides/slide62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226" Type="http://schemas.openxmlformats.org/officeDocument/2006/relationships/slide" Target="slides/slide225.xml"/><Relationship Id="rId268" Type="http://schemas.openxmlformats.org/officeDocument/2006/relationships/theme" Target="theme/theme1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37" Type="http://schemas.openxmlformats.org/officeDocument/2006/relationships/slide" Target="slides/slide236.xml"/><Relationship Id="rId258" Type="http://schemas.openxmlformats.org/officeDocument/2006/relationships/slide" Target="slides/slide257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slide" Target="slides/slide226.xml"/><Relationship Id="rId248" Type="http://schemas.openxmlformats.org/officeDocument/2006/relationships/slide" Target="slides/slide247.xml"/><Relationship Id="rId269" Type="http://schemas.openxmlformats.org/officeDocument/2006/relationships/tableStyles" Target="tableStyle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8" Type="http://schemas.openxmlformats.org/officeDocument/2006/relationships/slide" Target="slides/slide237.xml"/><Relationship Id="rId259" Type="http://schemas.openxmlformats.org/officeDocument/2006/relationships/slide" Target="slides/slide258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slide" Target="slides/slide227.xml"/><Relationship Id="rId249" Type="http://schemas.openxmlformats.org/officeDocument/2006/relationships/slide" Target="slides/slide248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260" Type="http://schemas.openxmlformats.org/officeDocument/2006/relationships/slide" Target="slides/slide259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39" Type="http://schemas.openxmlformats.org/officeDocument/2006/relationships/slide" Target="slides/slide238.xml"/><Relationship Id="rId250" Type="http://schemas.openxmlformats.org/officeDocument/2006/relationships/slide" Target="slides/slide249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slide" Target="slides/slide228.xml"/><Relationship Id="rId240" Type="http://schemas.openxmlformats.org/officeDocument/2006/relationships/slide" Target="slides/slide239.xml"/><Relationship Id="rId261" Type="http://schemas.openxmlformats.org/officeDocument/2006/relationships/slide" Target="slides/slide260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slide" Target="slides/slide229.xml"/><Relationship Id="rId251" Type="http://schemas.openxmlformats.org/officeDocument/2006/relationships/slide" Target="slides/slide250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220" Type="http://schemas.openxmlformats.org/officeDocument/2006/relationships/slide" Target="slides/slide219.xml"/><Relationship Id="rId241" Type="http://schemas.openxmlformats.org/officeDocument/2006/relationships/slide" Target="slides/slide24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262" Type="http://schemas.openxmlformats.org/officeDocument/2006/relationships/slide" Target="slides/slide261.xml"/><Relationship Id="rId78" Type="http://schemas.openxmlformats.org/officeDocument/2006/relationships/slide" Target="slides/slide77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64" Type="http://schemas.openxmlformats.org/officeDocument/2006/relationships/slide" Target="slides/slide163.xml"/><Relationship Id="rId185" Type="http://schemas.openxmlformats.org/officeDocument/2006/relationships/slide" Target="slides/slide184.xml"/><Relationship Id="rId9" Type="http://schemas.openxmlformats.org/officeDocument/2006/relationships/slide" Target="slides/slide8.xml"/><Relationship Id="rId210" Type="http://schemas.openxmlformats.org/officeDocument/2006/relationships/slide" Target="slides/slide209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252" Type="http://schemas.openxmlformats.org/officeDocument/2006/relationships/slide" Target="slides/slide251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242" Type="http://schemas.openxmlformats.org/officeDocument/2006/relationships/slide" Target="slides/slide241.xml"/><Relationship Id="rId263" Type="http://schemas.openxmlformats.org/officeDocument/2006/relationships/slide" Target="slides/slide262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53" Type="http://schemas.openxmlformats.org/officeDocument/2006/relationships/slide" Target="slides/slide252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243" Type="http://schemas.openxmlformats.org/officeDocument/2006/relationships/slide" Target="slides/slide242.xml"/><Relationship Id="rId264" Type="http://schemas.openxmlformats.org/officeDocument/2006/relationships/slide" Target="slides/slide263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slide" Target="slides/slide232.xml"/><Relationship Id="rId254" Type="http://schemas.openxmlformats.org/officeDocument/2006/relationships/slide" Target="slides/slide253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244" Type="http://schemas.openxmlformats.org/officeDocument/2006/relationships/slide" Target="slides/slide243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265" Type="http://schemas.openxmlformats.org/officeDocument/2006/relationships/notesMaster" Target="notesMasters/notesMaster1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slide" Target="slides/slide233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55" Type="http://schemas.openxmlformats.org/officeDocument/2006/relationships/slide" Target="slides/slide254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245" Type="http://schemas.openxmlformats.org/officeDocument/2006/relationships/slide" Target="slides/slide244.xml"/><Relationship Id="rId266" Type="http://schemas.openxmlformats.org/officeDocument/2006/relationships/presProps" Target="presProps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slide" Target="slides/slide234.xml"/><Relationship Id="rId256" Type="http://schemas.openxmlformats.org/officeDocument/2006/relationships/slide" Target="slides/slide255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5" Type="http://schemas.openxmlformats.org/officeDocument/2006/relationships/slide" Target="slides/slide224.xml"/><Relationship Id="rId246" Type="http://schemas.openxmlformats.org/officeDocument/2006/relationships/slide" Target="slides/slide245.xml"/><Relationship Id="rId267" Type="http://schemas.openxmlformats.org/officeDocument/2006/relationships/viewProps" Target="viewProps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94" Type="http://schemas.openxmlformats.org/officeDocument/2006/relationships/slide" Target="slides/slide93.xml"/><Relationship Id="rId148" Type="http://schemas.openxmlformats.org/officeDocument/2006/relationships/slide" Target="slides/slide147.xml"/><Relationship Id="rId169" Type="http://schemas.openxmlformats.org/officeDocument/2006/relationships/slide" Target="slides/slide168.xml"/><Relationship Id="rId4" Type="http://schemas.openxmlformats.org/officeDocument/2006/relationships/slide" Target="slides/slide3.xml"/><Relationship Id="rId180" Type="http://schemas.openxmlformats.org/officeDocument/2006/relationships/slide" Target="slides/slide179.xml"/><Relationship Id="rId215" Type="http://schemas.openxmlformats.org/officeDocument/2006/relationships/slide" Target="slides/slide214.xml"/><Relationship Id="rId236" Type="http://schemas.openxmlformats.org/officeDocument/2006/relationships/slide" Target="slides/slide235.xml"/><Relationship Id="rId257" Type="http://schemas.openxmlformats.org/officeDocument/2006/relationships/slide" Target="slides/slide256.xml"/><Relationship Id="rId42" Type="http://schemas.openxmlformats.org/officeDocument/2006/relationships/slide" Target="slides/slide41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47" Type="http://schemas.openxmlformats.org/officeDocument/2006/relationships/slide" Target="slides/slide246.xml"/><Relationship Id="rId107" Type="http://schemas.openxmlformats.org/officeDocument/2006/relationships/slide" Target="slides/slide106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4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_rels/chart4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6.xlsx"/></Relationships>
</file>

<file path=ppt/charts/_rels/chart4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7.xlsx"/></Relationships>
</file>

<file path=ppt/charts/_rels/chart4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8.xlsx"/></Relationships>
</file>

<file path=ppt/charts/_rels/chart5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9.xlsx"/></Relationships>
</file>

<file path=ppt/charts/_rels/chart5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0.xlsx"/></Relationships>
</file>

<file path=ppt/charts/_rels/chart5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1.xlsx"/></Relationships>
</file>

<file path=ppt/charts/_rels/chart5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2.xlsx"/></Relationships>
</file>

<file path=ppt/charts/_rels/chart5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3.xlsx"/></Relationships>
</file>

<file path=ppt/charts/_rels/chart5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4.xlsx"/></Relationships>
</file>

<file path=ppt/charts/_rels/chart5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5.xlsx"/></Relationships>
</file>

<file path=ppt/charts/_rels/chart5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6.xlsx"/></Relationships>
</file>

<file path=ppt/charts/_rels/chart5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7.xlsx"/></Relationships>
</file>

<file path=ppt/charts/_rels/chart5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8.xlsx"/></Relationships>
</file>

<file path=ppt/charts/_rels/chart6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9.xlsx"/></Relationships>
</file>

<file path=ppt/charts/_rels/chart6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0.xlsx"/></Relationships>
</file>

<file path=ppt/charts/_rels/chart6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1.xlsx"/></Relationships>
</file>

<file path=ppt/charts/_rels/chart6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2.xlsx"/></Relationships>
</file>

<file path=ppt/charts/_rels/chart6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3.xlsx"/></Relationships>
</file>

<file path=ppt/charts/_rels/chart6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4.xlsx"/></Relationships>
</file>

<file path=ppt/charts/_rels/chart6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5.xlsx"/></Relationships>
</file>

<file path=ppt/charts/_rels/chart6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6.xlsx"/></Relationships>
</file>

<file path=ppt/charts/_rels/chart6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7.xlsx"/></Relationships>
</file>

<file path=ppt/charts/_rels/chart6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8.xlsx"/></Relationships>
</file>

<file path=ppt/charts/_rels/chart7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9.xlsx"/></Relationships>
</file>

<file path=ppt/charts/_rels/chart7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0.xlsx"/></Relationships>
</file>

<file path=ppt/charts/_rels/chart7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1.xlsx"/></Relationships>
</file>

<file path=ppt/charts/_rels/chart7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2.xlsx"/></Relationships>
</file>

<file path=ppt/charts/_rels/chart7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3.xlsx"/></Relationships>
</file>

<file path=ppt/charts/_rels/chart7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4.xlsx"/></Relationships>
</file>

<file path=ppt/charts/_rels/chart7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5.xlsx"/></Relationships>
</file>

<file path=ppt/charts/_rels/chart7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6.xlsx"/></Relationships>
</file>

<file path=ppt/charts/_rels/chart7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7.xlsx"/></Relationships>
</file>

<file path=ppt/charts/_rels/chart7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8.xlsx"/></Relationships>
</file>

<file path=ppt/charts/_rels/chart8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9.xlsx"/></Relationships>
</file>

<file path=ppt/charts/_rels/chart8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0.xlsx"/></Relationships>
</file>

<file path=ppt/charts/_rels/chart8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1.xlsx"/></Relationships>
</file>

<file path=ppt/charts/_rels/chart8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2.xlsx"/></Relationships>
</file>

<file path=ppt/charts/_rels/chart8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3.xlsx"/></Relationships>
</file>

<file path=ppt/charts/_rels/chart8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4.xlsx"/></Relationships>
</file>

<file path=ppt/charts/_rels/chart8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5.xlsx"/></Relationships>
</file>

<file path=ppt/charts/_rels/chart8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6.xlsx"/></Relationships>
</file>

<file path=ppt/charts/_rels/chart8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7.xlsx"/></Relationships>
</file>

<file path=ppt/charts/_rels/chart8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8.xlsx"/></Relationships>
</file>

<file path=ppt/charts/_rels/chart9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9.xlsx"/></Relationships>
</file>

<file path=ppt/charts/_rels/chart9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0.xlsx"/></Relationships>
</file>

<file path=ppt/charts/_rels/chart9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1.xlsx"/></Relationships>
</file>

<file path=ppt/charts/_rels/chart9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2.xlsx"/></Relationships>
</file>

<file path=ppt/charts/_rels/chart9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3.xlsx"/></Relationships>
</file>

<file path=ppt/charts/_rels/chart9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4.xlsx"/></Relationships>
</file>

<file path=ppt/charts/_rels/chart9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5.xlsx"/></Relationships>
</file>

<file path=ppt/charts/_rels/chart9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6.xlsx"/></Relationships>
</file>

<file path=ppt/charts/_rels/chart9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7.xlsx"/></Relationships>
</file>

<file path=ppt/charts/_rels/chart9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8.xlsx"/></Relationships>
</file>

<file path=ppt/charts/_rels/chart10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9.xlsx"/></Relationships>
</file>

<file path=ppt/charts/_rels/chart10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00.xlsx"/></Relationships>
</file>

<file path=ppt/charts/_rels/chart10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01.xlsx"/></Relationships>
</file>

<file path=ppt/charts/_rels/chart10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02.xlsx"/></Relationships>
</file>

<file path=ppt/charts/_rels/chart10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03.xlsx"/></Relationships>
</file>

<file path=ppt/charts/_rels/chart10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04.xlsx"/></Relationships>
</file>

<file path=ppt/charts/_rels/chart10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05.xlsx"/></Relationships>
</file>

<file path=ppt/charts/_rels/chart10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06.xlsx"/></Relationships>
</file>

<file path=ppt/charts/_rels/chart10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07.xlsx"/></Relationships>
</file>

<file path=ppt/charts/_rels/chart10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08.xlsx"/></Relationships>
</file>

<file path=ppt/charts/_rels/chart1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09.xlsx"/></Relationships>
</file>

<file path=ppt/charts/_rels/chart11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0.xlsx"/></Relationships>
</file>

<file path=ppt/charts/_rels/chart11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1.xlsx"/></Relationships>
</file>

<file path=ppt/charts/_rels/chart11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2.xlsx"/></Relationships>
</file>

<file path=ppt/charts/_rels/chart11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3.xlsx"/></Relationships>
</file>

<file path=ppt/charts/_rels/chart11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4.xlsx"/></Relationships>
</file>

<file path=ppt/charts/_rels/chart11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5.xlsx"/></Relationships>
</file>

<file path=ppt/charts/_rels/chart11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6.xlsx"/></Relationships>
</file>

<file path=ppt/charts/_rels/chart11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7.xlsx"/></Relationships>
</file>

<file path=ppt/charts/_rels/chart11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8.xlsx"/></Relationships>
</file>

<file path=ppt/charts/_rels/chart12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9.xlsx"/></Relationships>
</file>

<file path=ppt/charts/_rels/chart12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20.xlsx"/></Relationships>
</file>

<file path=ppt/charts/_rels/chart12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21.xlsx"/></Relationships>
</file>

<file path=ppt/charts/_rels/chart12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22.xlsx"/></Relationships>
</file>

<file path=ppt/charts/_rels/chart12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23.xlsx"/></Relationships>
</file>

<file path=ppt/charts/_rels/chart12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24.xlsx"/></Relationships>
</file>

<file path=ppt/charts/_rels/chart12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25.xlsx"/></Relationships>
</file>

<file path=ppt/charts/_rels/chart12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26.xlsx"/></Relationships>
</file>

<file path=ppt/charts/_rels/chart12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27.xlsx"/></Relationships>
</file>

<file path=ppt/charts/_rels/chart12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28.xlsx"/></Relationships>
</file>

<file path=ppt/charts/_rels/chart13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29.xlsx"/></Relationships>
</file>

<file path=ppt/charts/_rels/chart13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30.xlsx"/></Relationships>
</file>

<file path=ppt/charts/_rels/chart13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31.xlsx"/></Relationships>
</file>

<file path=ppt/charts/_rels/chart13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32.xlsx"/></Relationships>
</file>

<file path=ppt/charts/_rels/chart13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33.xlsx"/></Relationships>
</file>

<file path=ppt/charts/_rels/chart13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34.xlsx"/></Relationships>
</file>

<file path=ppt/charts/_rels/chart13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35.xlsx"/></Relationships>
</file>

<file path=ppt/charts/_rels/chart13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36.xlsx"/></Relationships>
</file>

<file path=ppt/charts/_rels/chart13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37.xlsx"/></Relationships>
</file>

<file path=ppt/charts/_rels/chart13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38.xlsx"/></Relationships>
</file>

<file path=ppt/charts/_rels/chart14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39.xlsx"/></Relationships>
</file>

<file path=ppt/charts/_rels/chart14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40.xlsx"/></Relationships>
</file>

<file path=ppt/charts/_rels/chart14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41.xlsx"/></Relationships>
</file>

<file path=ppt/charts/_rels/chart14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42.xlsx"/></Relationships>
</file>

<file path=ppt/charts/_rels/chart14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43.xlsx"/></Relationships>
</file>

<file path=ppt/charts/_rels/chart14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44.xlsx"/></Relationships>
</file>

<file path=ppt/charts/_rels/chart14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45.xlsx"/></Relationships>
</file>

<file path=ppt/charts/_rels/chart14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46.xlsx"/></Relationships>
</file>

<file path=ppt/charts/_rels/chart14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47.xlsx"/></Relationships>
</file>

<file path=ppt/charts/_rels/chart14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48.xlsx"/></Relationships>
</file>

<file path=ppt/charts/_rels/chart15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49.xlsx"/></Relationships>
</file>

<file path=ppt/charts/_rels/chart15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50.xlsx"/></Relationships>
</file>

<file path=ppt/charts/_rels/chart15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51.xlsx"/></Relationships>
</file>

<file path=ppt/charts/_rels/chart15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52.xlsx"/></Relationships>
</file>

<file path=ppt/charts/_rels/chart15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53.xlsx"/></Relationships>
</file>

<file path=ppt/charts/_rels/chart15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54.xlsx"/></Relationships>
</file>

<file path=ppt/charts/_rels/chart15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55.xlsx"/></Relationships>
</file>

<file path=ppt/charts/_rels/chart15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56.xlsx"/></Relationships>
</file>

<file path=ppt/charts/_rels/chart15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57.xlsx"/></Relationships>
</file>

<file path=ppt/charts/_rels/chart15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58.xlsx"/></Relationships>
</file>

<file path=ppt/charts/_rels/chart16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59.xlsx"/></Relationships>
</file>

<file path=ppt/charts/_rels/chart16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60.xlsx"/></Relationships>
</file>

<file path=ppt/charts/_rels/chart16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61.xlsx"/></Relationships>
</file>

<file path=ppt/charts/_rels/chart16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62.xlsx"/></Relationships>
</file>

<file path=ppt/charts/_rels/chart16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63.xlsx"/></Relationships>
</file>

<file path=ppt/charts/_rels/chart16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64.xlsx"/></Relationships>
</file>

<file path=ppt/charts/_rels/chart16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65.xlsx"/></Relationships>
</file>

<file path=ppt/charts/_rels/chart16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66.xlsx"/></Relationships>
</file>

<file path=ppt/charts/_rels/chart16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67.xlsx"/></Relationships>
</file>

<file path=ppt/charts/_rels/chart16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68.xlsx"/></Relationships>
</file>

<file path=ppt/charts/_rels/chart17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69.xlsx"/></Relationships>
</file>

<file path=ppt/charts/_rels/chart17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70.xlsx"/></Relationships>
</file>

<file path=ppt/charts/_rels/chart17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71.xlsx"/></Relationships>
</file>

<file path=ppt/charts/_rels/chart17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72.xlsx"/></Relationships>
</file>

<file path=ppt/charts/_rels/chart17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73.xlsx"/></Relationships>
</file>

<file path=ppt/charts/_rels/chart17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74.xlsx"/></Relationships>
</file>

<file path=ppt/charts/_rels/chart17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75.xlsx"/></Relationships>
</file>

<file path=ppt/charts/_rels/chart17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76.xlsx"/></Relationships>
</file>

<file path=ppt/charts/_rels/chart17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77.xlsx"/></Relationships>
</file>

<file path=ppt/charts/_rels/chart17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78.xlsx"/></Relationships>
</file>

<file path=ppt/charts/_rels/chart18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79.xlsx"/></Relationships>
</file>

<file path=ppt/charts/_rels/chart18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80.xlsx"/></Relationships>
</file>

<file path=ppt/charts/_rels/chart18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81.xlsx"/></Relationships>
</file>

<file path=ppt/charts/_rels/chart18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82.xlsx"/></Relationships>
</file>

<file path=ppt/charts/_rels/chart18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83.xlsx"/></Relationships>
</file>

<file path=ppt/charts/_rels/chart18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84.xlsx"/></Relationships>
</file>

<file path=ppt/charts/_rels/chart18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85.xlsx"/></Relationships>
</file>

<file path=ppt/charts/_rels/chart18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86.xlsx"/></Relationships>
</file>

<file path=ppt/charts/_rels/chart18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87.xlsx"/></Relationships>
</file>

<file path=ppt/charts/_rels/chart18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88.xlsx"/></Relationships>
</file>

<file path=ppt/charts/_rels/chart19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89.xlsx"/></Relationships>
</file>

<file path=ppt/charts/_rels/chart19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90.xlsx"/></Relationships>
</file>

<file path=ppt/charts/_rels/chart19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91.xlsx"/></Relationships>
</file>

<file path=ppt/charts/_rels/chart19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92.xlsx"/></Relationships>
</file>

<file path=ppt/charts/_rels/chart19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93.xlsx"/></Relationships>
</file>

<file path=ppt/charts/_rels/chart19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94.xlsx"/></Relationships>
</file>

<file path=ppt/charts/_rels/chart19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95.xlsx"/></Relationships>
</file>

<file path=ppt/charts/_rels/chart19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96.xlsx"/></Relationships>
</file>

<file path=ppt/charts/_rels/chart19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97.xlsx"/></Relationships>
</file>

<file path=ppt/charts/_rels/chart19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98.xlsx"/></Relationships>
</file>

<file path=ppt/charts/_rels/chart20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99.xlsx"/></Relationships>
</file>

<file path=ppt/charts/_rels/chart20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00.xlsx"/></Relationships>
</file>

<file path=ppt/charts/_rels/chart20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01.xlsx"/></Relationships>
</file>

<file path=ppt/charts/_rels/chart20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02.xlsx"/></Relationships>
</file>

<file path=ppt/charts/_rels/chart20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03.xlsx"/></Relationships>
</file>

<file path=ppt/charts/_rels/chart20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04.xlsx"/></Relationships>
</file>

<file path=ppt/charts/_rels/chart20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05.xlsx"/></Relationships>
</file>

<file path=ppt/charts/_rels/chart20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06.xlsx"/></Relationships>
</file>

<file path=ppt/charts/_rels/chart20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07.xlsx"/></Relationships>
</file>

<file path=ppt/charts/_rels/chart20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08.xlsx"/></Relationships>
</file>

<file path=ppt/charts/_rels/chart2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09.xlsx"/></Relationships>
</file>

<file path=ppt/charts/_rels/chart21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10.xlsx"/></Relationships>
</file>

<file path=ppt/charts/_rels/chart21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11.xlsx"/></Relationships>
</file>

<file path=ppt/charts/_rels/chart21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12.xlsx"/></Relationships>
</file>

<file path=ppt/charts/_rels/chart21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13.xlsx"/></Relationships>
</file>

<file path=ppt/charts/_rels/chart21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14.xlsx"/></Relationships>
</file>

<file path=ppt/charts/_rels/chart21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15.xlsx"/></Relationships>
</file>

<file path=ppt/charts/_rels/chart21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16.xlsx"/></Relationships>
</file>

<file path=ppt/charts/_rels/chart21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17.xlsx"/></Relationships>
</file>

<file path=ppt/charts/_rels/chart21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18.xlsx"/></Relationships>
</file>

<file path=ppt/charts/_rels/chart22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19.xlsx"/></Relationships>
</file>

<file path=ppt/charts/_rels/chart22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20.xlsx"/></Relationships>
</file>

<file path=ppt/charts/_rels/chart22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21.xlsx"/></Relationships>
</file>

<file path=ppt/charts/_rels/chart22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22.xlsx"/></Relationships>
</file>

<file path=ppt/charts/_rels/chart22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23.xlsx"/></Relationships>
</file>

<file path=ppt/charts/_rels/chart22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24.xlsx"/></Relationships>
</file>

<file path=ppt/charts/_rels/chart22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25.xlsx"/></Relationships>
</file>

<file path=ppt/charts/_rels/chart22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26.xlsx"/></Relationships>
</file>

<file path=ppt/charts/_rels/chart22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27.xlsx"/></Relationships>
</file>

<file path=ppt/charts/_rels/chart22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28.xlsx"/></Relationships>
</file>

<file path=ppt/charts/_rels/chart23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29.xlsx"/></Relationships>
</file>

<file path=ppt/charts/_rels/chart23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30.xlsx"/></Relationships>
</file>

<file path=ppt/charts/_rels/chart23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31.xlsx"/></Relationships>
</file>

<file path=ppt/charts/_rels/chart23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32.xlsx"/></Relationships>
</file>

<file path=ppt/charts/_rels/chart23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33.xlsx"/></Relationships>
</file>

<file path=ppt/charts/_rels/chart23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34.xlsx"/></Relationships>
</file>

<file path=ppt/charts/_rels/chart23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35.xlsx"/></Relationships>
</file>

<file path=ppt/charts/_rels/chart23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36.xlsx"/></Relationships>
</file>

<file path=ppt/charts/_rels/chart23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37.xlsx"/></Relationships>
</file>

<file path=ppt/charts/_rels/chart23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38.xlsx"/></Relationships>
</file>

<file path=ppt/charts/_rels/chart24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39.xlsx"/></Relationships>
</file>

<file path=ppt/charts/_rels/chart24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40.xlsx"/></Relationships>
</file>

<file path=ppt/charts/_rels/chart24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41.xlsx"/></Relationships>
</file>

<file path=ppt/charts/_rels/chart24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42.xlsx"/></Relationships>
</file>

<file path=ppt/charts/_rels/chart24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43.xlsx"/></Relationships>
</file>

<file path=ppt/charts/_rels/chart24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44.xlsx"/></Relationships>
</file>

<file path=ppt/charts/_rels/chart24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45.xlsx"/></Relationships>
</file>

<file path=ppt/charts/_rels/chart24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46.xlsx"/></Relationships>
</file>

<file path=ppt/charts/_rels/chart24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47.xlsx"/></Relationships>
</file>

<file path=ppt/charts/_rels/chart24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48.xlsx"/></Relationships>
</file>

<file path=ppt/charts/_rels/chart25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49.xlsx"/></Relationships>
</file>

<file path=ppt/charts/_rels/chart25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50.xlsx"/></Relationships>
</file>

<file path=ppt/charts/_rels/chart25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51.xlsx"/></Relationships>
</file>

<file path=ppt/charts/_rels/chart25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52.xlsx"/></Relationships>
</file>

<file path=ppt/charts/_rels/chart25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53.xlsx"/></Relationships>
</file>

<file path=ppt/charts/_rels/chart25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54.xlsx"/></Relationships>
</file>

<file path=ppt/charts/_rels/chart25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5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CBE-445F-80BA-D46F04AB7230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  <c:pt idx="5">
                  <c:v>7</c:v>
                </c:pt>
                <c:pt idx="6">
                  <c:v>8</c:v>
                </c:pt>
                <c:pt idx="7">
                  <c:v>9</c:v>
                </c:pt>
                <c:pt idx="8">
                  <c:v>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F18-4B93-8C5D-E44EFE3D7F82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  <c:pt idx="5">
                  <c:v>7</c:v>
                </c:pt>
                <c:pt idx="6">
                  <c:v>8</c:v>
                </c:pt>
                <c:pt idx="7">
                  <c:v>9</c:v>
                </c:pt>
                <c:pt idx="8">
                  <c:v>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245-46AF-B197-235B5B45A750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  <c:pt idx="5">
                  <c:v>7</c:v>
                </c:pt>
                <c:pt idx="6">
                  <c:v>8</c:v>
                </c:pt>
                <c:pt idx="7">
                  <c:v>9</c:v>
                </c:pt>
                <c:pt idx="8">
                  <c:v>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3B7-40B9-9BAE-E004D5F55760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  <c:pt idx="5">
                  <c:v>7</c:v>
                </c:pt>
                <c:pt idx="6">
                  <c:v>8</c:v>
                </c:pt>
                <c:pt idx="7">
                  <c:v>9</c:v>
                </c:pt>
                <c:pt idx="8">
                  <c:v>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89B-4255-9E5D-32BB328052AA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</c:v>
                </c:pt>
                <c:pt idx="1">
                  <c:v>4.5</c:v>
                </c:pt>
                <c:pt idx="2">
                  <c:v>6</c:v>
                </c:pt>
                <c:pt idx="3">
                  <c:v>7.5</c:v>
                </c:pt>
                <c:pt idx="4">
                  <c:v>9</c:v>
                </c:pt>
                <c:pt idx="5">
                  <c:v>10.5</c:v>
                </c:pt>
                <c:pt idx="6">
                  <c:v>12</c:v>
                </c:pt>
                <c:pt idx="7">
                  <c:v>13.5</c:v>
                </c:pt>
                <c:pt idx="8">
                  <c:v>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5F0-49B7-90B4-E121E854E8F2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</c:v>
                </c:pt>
                <c:pt idx="1">
                  <c:v>4.5</c:v>
                </c:pt>
                <c:pt idx="2">
                  <c:v>6</c:v>
                </c:pt>
                <c:pt idx="3">
                  <c:v>7.5</c:v>
                </c:pt>
                <c:pt idx="4">
                  <c:v>9</c:v>
                </c:pt>
                <c:pt idx="5">
                  <c:v>10.5</c:v>
                </c:pt>
                <c:pt idx="6">
                  <c:v>12</c:v>
                </c:pt>
                <c:pt idx="7">
                  <c:v>13.5</c:v>
                </c:pt>
                <c:pt idx="8">
                  <c:v>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F8F-4278-BE75-33B014DAF394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</c:v>
                </c:pt>
                <c:pt idx="1">
                  <c:v>4.5</c:v>
                </c:pt>
                <c:pt idx="2">
                  <c:v>6</c:v>
                </c:pt>
                <c:pt idx="3">
                  <c:v>7.5</c:v>
                </c:pt>
                <c:pt idx="4">
                  <c:v>9</c:v>
                </c:pt>
                <c:pt idx="5">
                  <c:v>10.5</c:v>
                </c:pt>
                <c:pt idx="6">
                  <c:v>12</c:v>
                </c:pt>
                <c:pt idx="7">
                  <c:v>13.5</c:v>
                </c:pt>
                <c:pt idx="8">
                  <c:v>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D95-41A4-ADC0-33038D79B69F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</c:v>
                </c:pt>
                <c:pt idx="1">
                  <c:v>4.5</c:v>
                </c:pt>
                <c:pt idx="2">
                  <c:v>6</c:v>
                </c:pt>
                <c:pt idx="3">
                  <c:v>7.5</c:v>
                </c:pt>
                <c:pt idx="4">
                  <c:v>9</c:v>
                </c:pt>
                <c:pt idx="5">
                  <c:v>10.5</c:v>
                </c:pt>
                <c:pt idx="6">
                  <c:v>12</c:v>
                </c:pt>
                <c:pt idx="7">
                  <c:v>13.5</c:v>
                </c:pt>
                <c:pt idx="8">
                  <c:v>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9F5-4DCD-B2F7-AF8AA6E3A65B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097-4E11-A705-B9A320F4084D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950-489F-BA2F-6E31280488AF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FC9-4623-A980-5E1F9FCF07BC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557-40C9-9347-121728B135E3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</c:v>
                </c:pt>
                <c:pt idx="1">
                  <c:v>7.5</c:v>
                </c:pt>
                <c:pt idx="2">
                  <c:v>10</c:v>
                </c:pt>
                <c:pt idx="3">
                  <c:v>12.5</c:v>
                </c:pt>
                <c:pt idx="4">
                  <c:v>15</c:v>
                </c:pt>
                <c:pt idx="5">
                  <c:v>17.5</c:v>
                </c:pt>
                <c:pt idx="6">
                  <c:v>20</c:v>
                </c:pt>
                <c:pt idx="7">
                  <c:v>22.5</c:v>
                </c:pt>
                <c:pt idx="8">
                  <c:v>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36C-4C1E-865F-85200EABDECD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</c:v>
                </c:pt>
                <c:pt idx="1">
                  <c:v>7.5</c:v>
                </c:pt>
                <c:pt idx="2">
                  <c:v>10</c:v>
                </c:pt>
                <c:pt idx="3">
                  <c:v>12.5</c:v>
                </c:pt>
                <c:pt idx="4">
                  <c:v>15</c:v>
                </c:pt>
                <c:pt idx="5">
                  <c:v>17.5</c:v>
                </c:pt>
                <c:pt idx="6">
                  <c:v>20</c:v>
                </c:pt>
                <c:pt idx="7">
                  <c:v>22.5</c:v>
                </c:pt>
                <c:pt idx="8">
                  <c:v>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154-46AB-BD42-9FC7AFF725CC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</c:v>
                </c:pt>
                <c:pt idx="1">
                  <c:v>7.5</c:v>
                </c:pt>
                <c:pt idx="2">
                  <c:v>10</c:v>
                </c:pt>
                <c:pt idx="3">
                  <c:v>12.5</c:v>
                </c:pt>
                <c:pt idx="4">
                  <c:v>15</c:v>
                </c:pt>
                <c:pt idx="5">
                  <c:v>17.5</c:v>
                </c:pt>
                <c:pt idx="6">
                  <c:v>20</c:v>
                </c:pt>
                <c:pt idx="7">
                  <c:v>22.5</c:v>
                </c:pt>
                <c:pt idx="8">
                  <c:v>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42C-4DA7-9C63-5EC97E7B4922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</c:v>
                </c:pt>
                <c:pt idx="1">
                  <c:v>7.5</c:v>
                </c:pt>
                <c:pt idx="2">
                  <c:v>10</c:v>
                </c:pt>
                <c:pt idx="3">
                  <c:v>12.5</c:v>
                </c:pt>
                <c:pt idx="4">
                  <c:v>15</c:v>
                </c:pt>
                <c:pt idx="5">
                  <c:v>17.5</c:v>
                </c:pt>
                <c:pt idx="6">
                  <c:v>20</c:v>
                </c:pt>
                <c:pt idx="7">
                  <c:v>22.5</c:v>
                </c:pt>
                <c:pt idx="8">
                  <c:v>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B97-4192-8893-E70E69D008CC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  <c:pt idx="5">
                  <c:v>7</c:v>
                </c:pt>
                <c:pt idx="6">
                  <c:v>8</c:v>
                </c:pt>
                <c:pt idx="7">
                  <c:v>9</c:v>
                </c:pt>
                <c:pt idx="8">
                  <c:v>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748-48A1-94C9-479780F77294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  <c:pt idx="5">
                  <c:v>7</c:v>
                </c:pt>
                <c:pt idx="6">
                  <c:v>8</c:v>
                </c:pt>
                <c:pt idx="7">
                  <c:v>9</c:v>
                </c:pt>
                <c:pt idx="8">
                  <c:v>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0FF-4038-B125-BCF91CB820C4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  <c:pt idx="5">
                  <c:v>7</c:v>
                </c:pt>
                <c:pt idx="6">
                  <c:v>8</c:v>
                </c:pt>
                <c:pt idx="7">
                  <c:v>9</c:v>
                </c:pt>
                <c:pt idx="8">
                  <c:v>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9D3-4804-87DC-C70C3DD79598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  <c:pt idx="5">
                  <c:v>7</c:v>
                </c:pt>
                <c:pt idx="6">
                  <c:v>8</c:v>
                </c:pt>
                <c:pt idx="7">
                  <c:v>9</c:v>
                </c:pt>
                <c:pt idx="8">
                  <c:v>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874-4844-A4CD-5C8C842055AC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</c:v>
                </c:pt>
                <c:pt idx="1">
                  <c:v>4.5</c:v>
                </c:pt>
                <c:pt idx="2">
                  <c:v>6</c:v>
                </c:pt>
                <c:pt idx="3">
                  <c:v>7.5</c:v>
                </c:pt>
                <c:pt idx="4">
                  <c:v>9</c:v>
                </c:pt>
                <c:pt idx="5">
                  <c:v>10.5</c:v>
                </c:pt>
                <c:pt idx="6">
                  <c:v>12</c:v>
                </c:pt>
                <c:pt idx="7">
                  <c:v>13.5</c:v>
                </c:pt>
                <c:pt idx="8">
                  <c:v>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372-471F-A8E7-94FA4659389B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</c:v>
                </c:pt>
                <c:pt idx="1">
                  <c:v>4.5</c:v>
                </c:pt>
                <c:pt idx="2">
                  <c:v>6</c:v>
                </c:pt>
                <c:pt idx="3">
                  <c:v>7.5</c:v>
                </c:pt>
                <c:pt idx="4">
                  <c:v>9</c:v>
                </c:pt>
                <c:pt idx="5">
                  <c:v>10.5</c:v>
                </c:pt>
                <c:pt idx="6">
                  <c:v>12</c:v>
                </c:pt>
                <c:pt idx="7">
                  <c:v>13.5</c:v>
                </c:pt>
                <c:pt idx="8">
                  <c:v>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845-4848-9D59-16178B2412F9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</c:v>
                </c:pt>
                <c:pt idx="1">
                  <c:v>4.5</c:v>
                </c:pt>
                <c:pt idx="2">
                  <c:v>6</c:v>
                </c:pt>
                <c:pt idx="3">
                  <c:v>7.5</c:v>
                </c:pt>
                <c:pt idx="4">
                  <c:v>9</c:v>
                </c:pt>
                <c:pt idx="5">
                  <c:v>10.5</c:v>
                </c:pt>
                <c:pt idx="6">
                  <c:v>12</c:v>
                </c:pt>
                <c:pt idx="7">
                  <c:v>13.5</c:v>
                </c:pt>
                <c:pt idx="8">
                  <c:v>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1A2-478B-A359-AF61AFEE5AE4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</c:v>
                </c:pt>
                <c:pt idx="1">
                  <c:v>4.5</c:v>
                </c:pt>
                <c:pt idx="2">
                  <c:v>6</c:v>
                </c:pt>
                <c:pt idx="3">
                  <c:v>7.5</c:v>
                </c:pt>
                <c:pt idx="4">
                  <c:v>9</c:v>
                </c:pt>
                <c:pt idx="5">
                  <c:v>10.5</c:v>
                </c:pt>
                <c:pt idx="6">
                  <c:v>12</c:v>
                </c:pt>
                <c:pt idx="7">
                  <c:v>13.5</c:v>
                </c:pt>
                <c:pt idx="8">
                  <c:v>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E52-4389-9ED4-3A2CD1DD8668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356-4E39-AD32-8C14069B693A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EC4-4C6B-AFD4-01AE1FBD0585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794-4251-8626-26413A142BA9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E65-4357-93B9-FA0E6DB803DF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</c:v>
                </c:pt>
                <c:pt idx="1">
                  <c:v>7.5</c:v>
                </c:pt>
                <c:pt idx="2">
                  <c:v>10</c:v>
                </c:pt>
                <c:pt idx="3">
                  <c:v>12.5</c:v>
                </c:pt>
                <c:pt idx="4">
                  <c:v>15</c:v>
                </c:pt>
                <c:pt idx="5">
                  <c:v>17.5</c:v>
                </c:pt>
                <c:pt idx="6">
                  <c:v>20</c:v>
                </c:pt>
                <c:pt idx="7">
                  <c:v>22.5</c:v>
                </c:pt>
                <c:pt idx="8">
                  <c:v>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311-4CC2-A3B6-20D023970251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</c:v>
                </c:pt>
                <c:pt idx="1">
                  <c:v>7.5</c:v>
                </c:pt>
                <c:pt idx="2">
                  <c:v>10</c:v>
                </c:pt>
                <c:pt idx="3">
                  <c:v>12.5</c:v>
                </c:pt>
                <c:pt idx="4">
                  <c:v>15</c:v>
                </c:pt>
                <c:pt idx="5">
                  <c:v>17.5</c:v>
                </c:pt>
                <c:pt idx="6">
                  <c:v>20</c:v>
                </c:pt>
                <c:pt idx="7">
                  <c:v>22.5</c:v>
                </c:pt>
                <c:pt idx="8">
                  <c:v>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B73-4BD5-9A85-B451BE26CE7F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</c:v>
                </c:pt>
                <c:pt idx="1">
                  <c:v>7.5</c:v>
                </c:pt>
                <c:pt idx="2">
                  <c:v>10</c:v>
                </c:pt>
                <c:pt idx="3">
                  <c:v>12.5</c:v>
                </c:pt>
                <c:pt idx="4">
                  <c:v>15</c:v>
                </c:pt>
                <c:pt idx="5">
                  <c:v>17.5</c:v>
                </c:pt>
                <c:pt idx="6">
                  <c:v>20</c:v>
                </c:pt>
                <c:pt idx="7">
                  <c:v>22.5</c:v>
                </c:pt>
                <c:pt idx="8">
                  <c:v>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BD5-4813-8E5B-F8164E523527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</c:v>
                </c:pt>
                <c:pt idx="1">
                  <c:v>7.5</c:v>
                </c:pt>
                <c:pt idx="2">
                  <c:v>10</c:v>
                </c:pt>
                <c:pt idx="3">
                  <c:v>12.5</c:v>
                </c:pt>
                <c:pt idx="4">
                  <c:v>15</c:v>
                </c:pt>
                <c:pt idx="5">
                  <c:v>17.5</c:v>
                </c:pt>
                <c:pt idx="6">
                  <c:v>20</c:v>
                </c:pt>
                <c:pt idx="7">
                  <c:v>22.5</c:v>
                </c:pt>
                <c:pt idx="8">
                  <c:v>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116-4BC3-83DA-09FBAF7233B7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  <c:pt idx="5">
                  <c:v>7</c:v>
                </c:pt>
                <c:pt idx="6">
                  <c:v>8</c:v>
                </c:pt>
                <c:pt idx="7">
                  <c:v>9</c:v>
                </c:pt>
                <c:pt idx="8">
                  <c:v>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9F6-44BE-8E85-B92582ADFA0D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  <c:pt idx="5">
                  <c:v>7</c:v>
                </c:pt>
                <c:pt idx="6">
                  <c:v>8</c:v>
                </c:pt>
                <c:pt idx="7">
                  <c:v>9</c:v>
                </c:pt>
                <c:pt idx="8">
                  <c:v>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6BC-410B-8269-213F4E259B73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  <c:pt idx="5">
                  <c:v>7</c:v>
                </c:pt>
                <c:pt idx="6">
                  <c:v>8</c:v>
                </c:pt>
                <c:pt idx="7">
                  <c:v>9</c:v>
                </c:pt>
                <c:pt idx="8">
                  <c:v>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CF4-43E7-B934-FF926FB02214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  <c:pt idx="5">
                  <c:v>7</c:v>
                </c:pt>
                <c:pt idx="6">
                  <c:v>8</c:v>
                </c:pt>
                <c:pt idx="7">
                  <c:v>9</c:v>
                </c:pt>
                <c:pt idx="8">
                  <c:v>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9B3-4A5C-8A3E-311AC1490C2C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</c:v>
                </c:pt>
                <c:pt idx="1">
                  <c:v>4.5</c:v>
                </c:pt>
                <c:pt idx="2">
                  <c:v>6</c:v>
                </c:pt>
                <c:pt idx="3">
                  <c:v>7.5</c:v>
                </c:pt>
                <c:pt idx="4">
                  <c:v>9</c:v>
                </c:pt>
                <c:pt idx="5">
                  <c:v>10.5</c:v>
                </c:pt>
                <c:pt idx="6">
                  <c:v>12</c:v>
                </c:pt>
                <c:pt idx="7">
                  <c:v>13.5</c:v>
                </c:pt>
                <c:pt idx="8">
                  <c:v>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869-424F-865F-9F6BAAFDF9D7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</c:v>
                </c:pt>
                <c:pt idx="1">
                  <c:v>4.5</c:v>
                </c:pt>
                <c:pt idx="2">
                  <c:v>6</c:v>
                </c:pt>
                <c:pt idx="3">
                  <c:v>7.5</c:v>
                </c:pt>
                <c:pt idx="4">
                  <c:v>9</c:v>
                </c:pt>
                <c:pt idx="5">
                  <c:v>10.5</c:v>
                </c:pt>
                <c:pt idx="6">
                  <c:v>12</c:v>
                </c:pt>
                <c:pt idx="7">
                  <c:v>13.5</c:v>
                </c:pt>
                <c:pt idx="8">
                  <c:v>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596-4042-A872-B40F73FDD997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</c:v>
                </c:pt>
                <c:pt idx="1">
                  <c:v>4.5</c:v>
                </c:pt>
                <c:pt idx="2">
                  <c:v>6</c:v>
                </c:pt>
                <c:pt idx="3">
                  <c:v>7.5</c:v>
                </c:pt>
                <c:pt idx="4">
                  <c:v>9</c:v>
                </c:pt>
                <c:pt idx="5">
                  <c:v>10.5</c:v>
                </c:pt>
                <c:pt idx="6">
                  <c:v>12</c:v>
                </c:pt>
                <c:pt idx="7">
                  <c:v>13.5</c:v>
                </c:pt>
                <c:pt idx="8">
                  <c:v>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964-411A-A0EE-C2FB5463D309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</c:v>
                </c:pt>
                <c:pt idx="1">
                  <c:v>4.5</c:v>
                </c:pt>
                <c:pt idx="2">
                  <c:v>6</c:v>
                </c:pt>
                <c:pt idx="3">
                  <c:v>7.5</c:v>
                </c:pt>
                <c:pt idx="4">
                  <c:v>9</c:v>
                </c:pt>
                <c:pt idx="5">
                  <c:v>10.5</c:v>
                </c:pt>
                <c:pt idx="6">
                  <c:v>12</c:v>
                </c:pt>
                <c:pt idx="7">
                  <c:v>13.5</c:v>
                </c:pt>
                <c:pt idx="8">
                  <c:v>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2B9-48A6-B591-29C333A60EDC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141-42C6-9E5E-C66C558261DE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043-404E-8E7C-AE7DF2EC079A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C16-448B-807F-28C41129D4F4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E7C-41F5-A179-1542B18D373E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</c:v>
                </c:pt>
                <c:pt idx="1">
                  <c:v>7.5</c:v>
                </c:pt>
                <c:pt idx="2">
                  <c:v>10</c:v>
                </c:pt>
                <c:pt idx="3">
                  <c:v>12.5</c:v>
                </c:pt>
                <c:pt idx="4">
                  <c:v>15</c:v>
                </c:pt>
                <c:pt idx="5">
                  <c:v>17.5</c:v>
                </c:pt>
                <c:pt idx="6">
                  <c:v>20</c:v>
                </c:pt>
                <c:pt idx="7">
                  <c:v>22.5</c:v>
                </c:pt>
                <c:pt idx="8">
                  <c:v>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369-4EFC-9C45-2C36FD60A5D1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</c:v>
                </c:pt>
                <c:pt idx="1">
                  <c:v>7.5</c:v>
                </c:pt>
                <c:pt idx="2">
                  <c:v>10</c:v>
                </c:pt>
                <c:pt idx="3">
                  <c:v>12.5</c:v>
                </c:pt>
                <c:pt idx="4">
                  <c:v>15</c:v>
                </c:pt>
                <c:pt idx="5">
                  <c:v>17.5</c:v>
                </c:pt>
                <c:pt idx="6">
                  <c:v>20</c:v>
                </c:pt>
                <c:pt idx="7">
                  <c:v>22.5</c:v>
                </c:pt>
                <c:pt idx="8">
                  <c:v>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EBB-45B1-941B-06261F296E4B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</c:v>
                </c:pt>
                <c:pt idx="1">
                  <c:v>7.5</c:v>
                </c:pt>
                <c:pt idx="2">
                  <c:v>10</c:v>
                </c:pt>
                <c:pt idx="3">
                  <c:v>12.5</c:v>
                </c:pt>
                <c:pt idx="4">
                  <c:v>15</c:v>
                </c:pt>
                <c:pt idx="5">
                  <c:v>17.5</c:v>
                </c:pt>
                <c:pt idx="6">
                  <c:v>20</c:v>
                </c:pt>
                <c:pt idx="7">
                  <c:v>22.5</c:v>
                </c:pt>
                <c:pt idx="8">
                  <c:v>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285-46DE-BBDE-F5F9B102FF96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</c:v>
                </c:pt>
                <c:pt idx="1">
                  <c:v>7.5</c:v>
                </c:pt>
                <c:pt idx="2">
                  <c:v>10</c:v>
                </c:pt>
                <c:pt idx="3">
                  <c:v>12.5</c:v>
                </c:pt>
                <c:pt idx="4">
                  <c:v>15</c:v>
                </c:pt>
                <c:pt idx="5">
                  <c:v>17.5</c:v>
                </c:pt>
                <c:pt idx="6">
                  <c:v>20</c:v>
                </c:pt>
                <c:pt idx="7">
                  <c:v>22.5</c:v>
                </c:pt>
                <c:pt idx="8">
                  <c:v>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3B1-4EA0-9EF7-872657DD4B9F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  <c:pt idx="5">
                  <c:v>7</c:v>
                </c:pt>
                <c:pt idx="6">
                  <c:v>8</c:v>
                </c:pt>
                <c:pt idx="7">
                  <c:v>9</c:v>
                </c:pt>
                <c:pt idx="8">
                  <c:v>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0BD-4191-8A48-CB0763BFCF5D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  <c:pt idx="5">
                  <c:v>7</c:v>
                </c:pt>
                <c:pt idx="6">
                  <c:v>8</c:v>
                </c:pt>
                <c:pt idx="7">
                  <c:v>9</c:v>
                </c:pt>
                <c:pt idx="8">
                  <c:v>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D2F-484D-B9D5-9D2ACDFA3880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  <c:pt idx="5">
                  <c:v>7</c:v>
                </c:pt>
                <c:pt idx="6">
                  <c:v>8</c:v>
                </c:pt>
                <c:pt idx="7">
                  <c:v>9</c:v>
                </c:pt>
                <c:pt idx="8">
                  <c:v>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276-416C-B55A-B53E287B43F4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  <c:pt idx="5">
                  <c:v>7</c:v>
                </c:pt>
                <c:pt idx="6">
                  <c:v>8</c:v>
                </c:pt>
                <c:pt idx="7">
                  <c:v>9</c:v>
                </c:pt>
                <c:pt idx="8">
                  <c:v>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3FA-441C-BC0B-8CC3C0CABB8E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</c:v>
                </c:pt>
                <c:pt idx="1">
                  <c:v>4.5</c:v>
                </c:pt>
                <c:pt idx="2">
                  <c:v>6</c:v>
                </c:pt>
                <c:pt idx="3">
                  <c:v>7.5</c:v>
                </c:pt>
                <c:pt idx="4">
                  <c:v>9</c:v>
                </c:pt>
                <c:pt idx="5">
                  <c:v>10.5</c:v>
                </c:pt>
                <c:pt idx="6">
                  <c:v>12</c:v>
                </c:pt>
                <c:pt idx="7">
                  <c:v>13.5</c:v>
                </c:pt>
                <c:pt idx="8">
                  <c:v>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F44-41CE-8B40-1E3FD97F1EA6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</c:v>
                </c:pt>
                <c:pt idx="1">
                  <c:v>4.5</c:v>
                </c:pt>
                <c:pt idx="2">
                  <c:v>6</c:v>
                </c:pt>
                <c:pt idx="3">
                  <c:v>7.5</c:v>
                </c:pt>
                <c:pt idx="4">
                  <c:v>9</c:v>
                </c:pt>
                <c:pt idx="5">
                  <c:v>10.5</c:v>
                </c:pt>
                <c:pt idx="6">
                  <c:v>12</c:v>
                </c:pt>
                <c:pt idx="7">
                  <c:v>13.5</c:v>
                </c:pt>
                <c:pt idx="8">
                  <c:v>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FE5-4F15-91F4-54E29D729101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5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</c:v>
                </c:pt>
                <c:pt idx="1">
                  <c:v>4.5</c:v>
                </c:pt>
                <c:pt idx="2">
                  <c:v>6</c:v>
                </c:pt>
                <c:pt idx="3">
                  <c:v>7.5</c:v>
                </c:pt>
                <c:pt idx="4">
                  <c:v>9</c:v>
                </c:pt>
                <c:pt idx="5">
                  <c:v>10.5</c:v>
                </c:pt>
                <c:pt idx="6">
                  <c:v>12</c:v>
                </c:pt>
                <c:pt idx="7">
                  <c:v>13.5</c:v>
                </c:pt>
                <c:pt idx="8">
                  <c:v>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B9F-4D89-83B9-8C5ED68D91F7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5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</c:v>
                </c:pt>
                <c:pt idx="1">
                  <c:v>4.5</c:v>
                </c:pt>
                <c:pt idx="2">
                  <c:v>6</c:v>
                </c:pt>
                <c:pt idx="3">
                  <c:v>7.5</c:v>
                </c:pt>
                <c:pt idx="4">
                  <c:v>9</c:v>
                </c:pt>
                <c:pt idx="5">
                  <c:v>10.5</c:v>
                </c:pt>
                <c:pt idx="6">
                  <c:v>12</c:v>
                </c:pt>
                <c:pt idx="7">
                  <c:v>13.5</c:v>
                </c:pt>
                <c:pt idx="8">
                  <c:v>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AB0-439D-A292-1B5F68D39EB5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5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CCA-4741-AC3E-C9135854BC2A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5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39F-4AFB-AF39-C3CDAE0592E5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6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D6E-461A-9647-05CA1AC0995C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6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9D6-4106-B70D-2E7D05AE2701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6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</c:v>
                </c:pt>
                <c:pt idx="1">
                  <c:v>7.5</c:v>
                </c:pt>
                <c:pt idx="2">
                  <c:v>10</c:v>
                </c:pt>
                <c:pt idx="3">
                  <c:v>12.5</c:v>
                </c:pt>
                <c:pt idx="4">
                  <c:v>15</c:v>
                </c:pt>
                <c:pt idx="5">
                  <c:v>17.5</c:v>
                </c:pt>
                <c:pt idx="6">
                  <c:v>20</c:v>
                </c:pt>
                <c:pt idx="7">
                  <c:v>22.5</c:v>
                </c:pt>
                <c:pt idx="8">
                  <c:v>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31A-4F44-98A7-E4F5F669CFF1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6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</c:v>
                </c:pt>
                <c:pt idx="1">
                  <c:v>7.5</c:v>
                </c:pt>
                <c:pt idx="2">
                  <c:v>10</c:v>
                </c:pt>
                <c:pt idx="3">
                  <c:v>12.5</c:v>
                </c:pt>
                <c:pt idx="4">
                  <c:v>15</c:v>
                </c:pt>
                <c:pt idx="5">
                  <c:v>17.5</c:v>
                </c:pt>
                <c:pt idx="6">
                  <c:v>20</c:v>
                </c:pt>
                <c:pt idx="7">
                  <c:v>22.5</c:v>
                </c:pt>
                <c:pt idx="8">
                  <c:v>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36D-4601-BEE0-25AD9240832D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6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</c:v>
                </c:pt>
                <c:pt idx="1">
                  <c:v>7.5</c:v>
                </c:pt>
                <c:pt idx="2">
                  <c:v>10</c:v>
                </c:pt>
                <c:pt idx="3">
                  <c:v>12.5</c:v>
                </c:pt>
                <c:pt idx="4">
                  <c:v>15</c:v>
                </c:pt>
                <c:pt idx="5">
                  <c:v>17.5</c:v>
                </c:pt>
                <c:pt idx="6">
                  <c:v>20</c:v>
                </c:pt>
                <c:pt idx="7">
                  <c:v>22.5</c:v>
                </c:pt>
                <c:pt idx="8">
                  <c:v>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59D-4061-8F63-0D2B59DC52D4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6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</c:v>
                </c:pt>
                <c:pt idx="1">
                  <c:v>7.5</c:v>
                </c:pt>
                <c:pt idx="2">
                  <c:v>10</c:v>
                </c:pt>
                <c:pt idx="3">
                  <c:v>12.5</c:v>
                </c:pt>
                <c:pt idx="4">
                  <c:v>15</c:v>
                </c:pt>
                <c:pt idx="5">
                  <c:v>17.5</c:v>
                </c:pt>
                <c:pt idx="6">
                  <c:v>20</c:v>
                </c:pt>
                <c:pt idx="7">
                  <c:v>22.5</c:v>
                </c:pt>
                <c:pt idx="8">
                  <c:v>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731-4612-A213-9DC41ED14F65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6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E22-4128-A49E-A2612FAA541D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6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212-4FF4-A964-E2BF4344492B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6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854-4F6E-A87C-C066E0E813E0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6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ABE-43EB-AC1E-9B40E298BDB6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7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  <c:pt idx="4">
                  <c:v>18</c:v>
                </c:pt>
                <c:pt idx="5">
                  <c:v>21</c:v>
                </c:pt>
                <c:pt idx="6">
                  <c:v>24</c:v>
                </c:pt>
                <c:pt idx="7">
                  <c:v>27</c:v>
                </c:pt>
                <c:pt idx="8">
                  <c:v>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5A1-40CB-8C0A-FEC5AFEFBE38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7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  <c:pt idx="4">
                  <c:v>18</c:v>
                </c:pt>
                <c:pt idx="5">
                  <c:v>21</c:v>
                </c:pt>
                <c:pt idx="6">
                  <c:v>24</c:v>
                </c:pt>
                <c:pt idx="7">
                  <c:v>27</c:v>
                </c:pt>
                <c:pt idx="8">
                  <c:v>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BD1-427F-96AF-5E6530867D9A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7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  <c:pt idx="4">
                  <c:v>18</c:v>
                </c:pt>
                <c:pt idx="5">
                  <c:v>21</c:v>
                </c:pt>
                <c:pt idx="6">
                  <c:v>24</c:v>
                </c:pt>
                <c:pt idx="7">
                  <c:v>27</c:v>
                </c:pt>
                <c:pt idx="8">
                  <c:v>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A5B-4EBE-A6D9-D1C610AD4AFD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7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  <c:pt idx="4">
                  <c:v>18</c:v>
                </c:pt>
                <c:pt idx="5">
                  <c:v>21</c:v>
                </c:pt>
                <c:pt idx="6">
                  <c:v>24</c:v>
                </c:pt>
                <c:pt idx="7">
                  <c:v>27</c:v>
                </c:pt>
                <c:pt idx="8">
                  <c:v>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5DA-4E78-A2FA-1ED29040A822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7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F88-4005-87E8-E8A4DED23379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7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608-436C-9730-48EE16C2FADA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7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7DF-42AB-B335-E78723654E97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7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147-4F44-BC61-466CEC2CC237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7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0A7-4F2D-A5BD-0A5D84FCADE6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7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FAF-4429-A80A-CAB0BBEA1A2C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8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D00-4FE2-BE98-ABB6E7597750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8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204-42EE-BCE9-19EC96258B10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8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4AF-48B4-9089-E855846DC256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8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484-49AE-BA76-0D4791F1FB4D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8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6C8-4D9F-9E17-224A0447E0A4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8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EAE-44E2-A6B7-643A21D0B18B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8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  <c:pt idx="4">
                  <c:v>18</c:v>
                </c:pt>
                <c:pt idx="5">
                  <c:v>21</c:v>
                </c:pt>
                <c:pt idx="6">
                  <c:v>24</c:v>
                </c:pt>
                <c:pt idx="7">
                  <c:v>27</c:v>
                </c:pt>
                <c:pt idx="8">
                  <c:v>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590-4050-8E84-60E607D8F491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8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  <c:pt idx="4">
                  <c:v>18</c:v>
                </c:pt>
                <c:pt idx="5">
                  <c:v>21</c:v>
                </c:pt>
                <c:pt idx="6">
                  <c:v>24</c:v>
                </c:pt>
                <c:pt idx="7">
                  <c:v>27</c:v>
                </c:pt>
                <c:pt idx="8">
                  <c:v>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0DC-4F24-BFAB-1857E47003FC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8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  <c:pt idx="4">
                  <c:v>18</c:v>
                </c:pt>
                <c:pt idx="5">
                  <c:v>21</c:v>
                </c:pt>
                <c:pt idx="6">
                  <c:v>24</c:v>
                </c:pt>
                <c:pt idx="7">
                  <c:v>27</c:v>
                </c:pt>
                <c:pt idx="8">
                  <c:v>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63B-45B0-871B-A7A2DA710F7B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8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  <c:pt idx="4">
                  <c:v>18</c:v>
                </c:pt>
                <c:pt idx="5">
                  <c:v>21</c:v>
                </c:pt>
                <c:pt idx="6">
                  <c:v>24</c:v>
                </c:pt>
                <c:pt idx="7">
                  <c:v>27</c:v>
                </c:pt>
                <c:pt idx="8">
                  <c:v>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0B1-4EAE-95B2-5C86582DF8F1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9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E7B-48C1-BC16-B2CAEA45EF44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9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9ED-4BB2-8810-19DC652B868E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9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EBD-4F42-8ECC-7DAEABC01712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9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ACB-4B2B-ADA6-C1AEA895B179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9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8C2-4AD6-B483-633D91CFDFEE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9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EE1-4242-9A51-1F1141580EC8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9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71E-444D-9EB1-AF6B5A0BB4C3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9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86E-42BF-A2BD-D995CDC88C38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9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32F-426E-A2FB-8D6F08FC78F9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9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3D8-44F4-B698-6DD46CFFBFFE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0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69B-4219-999E-81442F5EA14B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0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DEA-4FA8-945F-D1A43EC059B9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0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  <c:pt idx="4">
                  <c:v>18</c:v>
                </c:pt>
                <c:pt idx="5">
                  <c:v>21</c:v>
                </c:pt>
                <c:pt idx="6">
                  <c:v>24</c:v>
                </c:pt>
                <c:pt idx="7">
                  <c:v>27</c:v>
                </c:pt>
                <c:pt idx="8">
                  <c:v>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484-4359-B8F3-5BEA94576C3A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0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  <c:pt idx="4">
                  <c:v>18</c:v>
                </c:pt>
                <c:pt idx="5">
                  <c:v>21</c:v>
                </c:pt>
                <c:pt idx="6">
                  <c:v>24</c:v>
                </c:pt>
                <c:pt idx="7">
                  <c:v>27</c:v>
                </c:pt>
                <c:pt idx="8">
                  <c:v>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651-4786-A409-A8F97F21B723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0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  <c:pt idx="4">
                  <c:v>18</c:v>
                </c:pt>
                <c:pt idx="5">
                  <c:v>21</c:v>
                </c:pt>
                <c:pt idx="6">
                  <c:v>24</c:v>
                </c:pt>
                <c:pt idx="7">
                  <c:v>27</c:v>
                </c:pt>
                <c:pt idx="8">
                  <c:v>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0C4-4E8F-AF3C-388A1C373FD1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0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  <c:pt idx="4">
                  <c:v>18</c:v>
                </c:pt>
                <c:pt idx="5">
                  <c:v>21</c:v>
                </c:pt>
                <c:pt idx="6">
                  <c:v>24</c:v>
                </c:pt>
                <c:pt idx="7">
                  <c:v>27</c:v>
                </c:pt>
                <c:pt idx="8">
                  <c:v>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FA8-47EA-BF1F-A98BBE16F6EE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0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5C1-4CFC-BA05-A0AACD1529B7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0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DC1-401B-B2F3-C2C5B14EDF0E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0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F03-4451-B02D-83D66DFC224A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0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FF9-4D2A-9B56-2A82F2C7AA17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F37-4827-943F-A5798FD6F822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260-4776-A419-7C2EFC4F221E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C70-4CD7-90D2-917BAE45107A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8B9-462E-BD99-A9A8CDC608BE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47B-4A5D-8312-269F97A647E0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3A6-40BE-9182-F9384601C415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7E1-4242-AB42-BACD7BB2C075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12</c:v>
                </c:pt>
                <c:pt idx="5">
                  <c:v>14</c:v>
                </c:pt>
                <c:pt idx="6">
                  <c:v>16</c:v>
                </c:pt>
                <c:pt idx="7">
                  <c:v>18</c:v>
                </c:pt>
                <c:pt idx="8">
                  <c:v>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C71-4444-A0D2-422D45A313D2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  <c:pt idx="4">
                  <c:v>18</c:v>
                </c:pt>
                <c:pt idx="5">
                  <c:v>21</c:v>
                </c:pt>
                <c:pt idx="6">
                  <c:v>24</c:v>
                </c:pt>
                <c:pt idx="7">
                  <c:v>27</c:v>
                </c:pt>
                <c:pt idx="8">
                  <c:v>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3E0-4FDD-AC1F-6235A7F35AF7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  <c:pt idx="4">
                  <c:v>18</c:v>
                </c:pt>
                <c:pt idx="5">
                  <c:v>21</c:v>
                </c:pt>
                <c:pt idx="6">
                  <c:v>24</c:v>
                </c:pt>
                <c:pt idx="7">
                  <c:v>27</c:v>
                </c:pt>
                <c:pt idx="8">
                  <c:v>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262-419E-8524-FC4BEE0C0122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  <c:pt idx="4">
                  <c:v>18</c:v>
                </c:pt>
                <c:pt idx="5">
                  <c:v>21</c:v>
                </c:pt>
                <c:pt idx="6">
                  <c:v>24</c:v>
                </c:pt>
                <c:pt idx="7">
                  <c:v>27</c:v>
                </c:pt>
                <c:pt idx="8">
                  <c:v>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F03-4FE1-ADED-E5E1E8545A5D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  <c:pt idx="4">
                  <c:v>18</c:v>
                </c:pt>
                <c:pt idx="5">
                  <c:v>21</c:v>
                </c:pt>
                <c:pt idx="6">
                  <c:v>24</c:v>
                </c:pt>
                <c:pt idx="7">
                  <c:v>27</c:v>
                </c:pt>
                <c:pt idx="8">
                  <c:v>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B0B-49AA-AD5F-D7311847CD74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8BE-4CE0-B084-1BA69324D9B7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0F3-4697-BBAA-578E0872F15C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844-4980-903C-59A9682A950D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10A-4344-A1F9-560A8F5DAB6F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901-49D2-B591-0C679B8E9A2D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C47-46B8-A2EE-0284891F2334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019-4967-9AED-EE5DCA559815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417-49E6-9698-F2D70122951D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  <c:pt idx="4">
                  <c:v>18</c:v>
                </c:pt>
                <c:pt idx="5">
                  <c:v>21</c:v>
                </c:pt>
                <c:pt idx="6">
                  <c:v>24</c:v>
                </c:pt>
                <c:pt idx="7">
                  <c:v>27</c:v>
                </c:pt>
                <c:pt idx="8">
                  <c:v>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3C6-4D49-8434-77BE53ABFE15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  <c:pt idx="4">
                  <c:v>18</c:v>
                </c:pt>
                <c:pt idx="5">
                  <c:v>21</c:v>
                </c:pt>
                <c:pt idx="6">
                  <c:v>24</c:v>
                </c:pt>
                <c:pt idx="7">
                  <c:v>27</c:v>
                </c:pt>
                <c:pt idx="8">
                  <c:v>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BB0-446E-ADB8-8A98C7F3C90D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  <c:pt idx="4">
                  <c:v>18</c:v>
                </c:pt>
                <c:pt idx="5">
                  <c:v>21</c:v>
                </c:pt>
                <c:pt idx="6">
                  <c:v>24</c:v>
                </c:pt>
                <c:pt idx="7">
                  <c:v>27</c:v>
                </c:pt>
                <c:pt idx="8">
                  <c:v>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582-4E66-AD8B-E12BCF9B5941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  <c:pt idx="4">
                  <c:v>18</c:v>
                </c:pt>
                <c:pt idx="5">
                  <c:v>21</c:v>
                </c:pt>
                <c:pt idx="6">
                  <c:v>24</c:v>
                </c:pt>
                <c:pt idx="7">
                  <c:v>27</c:v>
                </c:pt>
                <c:pt idx="8">
                  <c:v>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7E3-4070-B1E8-C5B445A9F059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</c:v>
                </c:pt>
                <c:pt idx="1">
                  <c:v>13.5</c:v>
                </c:pt>
                <c:pt idx="2">
                  <c:v>18</c:v>
                </c:pt>
                <c:pt idx="3">
                  <c:v>22.5</c:v>
                </c:pt>
                <c:pt idx="4">
                  <c:v>27</c:v>
                </c:pt>
                <c:pt idx="5">
                  <c:v>31.5</c:v>
                </c:pt>
                <c:pt idx="6">
                  <c:v>36</c:v>
                </c:pt>
                <c:pt idx="7">
                  <c:v>40.5</c:v>
                </c:pt>
                <c:pt idx="8">
                  <c:v>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EB-48C4-AF73-48D211854C5D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</c:v>
                </c:pt>
                <c:pt idx="1">
                  <c:v>13.5</c:v>
                </c:pt>
                <c:pt idx="2">
                  <c:v>18</c:v>
                </c:pt>
                <c:pt idx="3">
                  <c:v>22.5</c:v>
                </c:pt>
                <c:pt idx="4">
                  <c:v>27</c:v>
                </c:pt>
                <c:pt idx="5">
                  <c:v>31.5</c:v>
                </c:pt>
                <c:pt idx="6">
                  <c:v>36</c:v>
                </c:pt>
                <c:pt idx="7">
                  <c:v>40.5</c:v>
                </c:pt>
                <c:pt idx="8">
                  <c:v>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F3E-4FB5-8D9E-26A2066C4B39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3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</c:v>
                </c:pt>
                <c:pt idx="1">
                  <c:v>13.5</c:v>
                </c:pt>
                <c:pt idx="2">
                  <c:v>18</c:v>
                </c:pt>
                <c:pt idx="3">
                  <c:v>22.5</c:v>
                </c:pt>
                <c:pt idx="4">
                  <c:v>27</c:v>
                </c:pt>
                <c:pt idx="5">
                  <c:v>31.5</c:v>
                </c:pt>
                <c:pt idx="6">
                  <c:v>36</c:v>
                </c:pt>
                <c:pt idx="7">
                  <c:v>40.5</c:v>
                </c:pt>
                <c:pt idx="8">
                  <c:v>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B2D-4E1D-9942-385E0AD618A9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3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</c:v>
                </c:pt>
                <c:pt idx="1">
                  <c:v>13.5</c:v>
                </c:pt>
                <c:pt idx="2">
                  <c:v>18</c:v>
                </c:pt>
                <c:pt idx="3">
                  <c:v>22.5</c:v>
                </c:pt>
                <c:pt idx="4">
                  <c:v>27</c:v>
                </c:pt>
                <c:pt idx="5">
                  <c:v>31.5</c:v>
                </c:pt>
                <c:pt idx="6">
                  <c:v>36</c:v>
                </c:pt>
                <c:pt idx="7">
                  <c:v>40.5</c:v>
                </c:pt>
                <c:pt idx="8">
                  <c:v>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4B7-4E5D-9373-BA9D18834EC4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3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CD7-474F-A749-BF03D636978F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3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895-4649-BBC2-A662FE3D0068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84F-4AFE-BC82-3986A4700E05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4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9F9-4E80-8267-9BE771E8A0D9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4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</c:v>
                </c:pt>
                <c:pt idx="1">
                  <c:v>22.5</c:v>
                </c:pt>
                <c:pt idx="2">
                  <c:v>30</c:v>
                </c:pt>
                <c:pt idx="3">
                  <c:v>37.5</c:v>
                </c:pt>
                <c:pt idx="4">
                  <c:v>45</c:v>
                </c:pt>
                <c:pt idx="5">
                  <c:v>52.5</c:v>
                </c:pt>
                <c:pt idx="6">
                  <c:v>60</c:v>
                </c:pt>
                <c:pt idx="7">
                  <c:v>67.5</c:v>
                </c:pt>
                <c:pt idx="8">
                  <c:v>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84-48FD-8C34-B46E7582402B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4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</c:v>
                </c:pt>
                <c:pt idx="1">
                  <c:v>22.5</c:v>
                </c:pt>
                <c:pt idx="2">
                  <c:v>30</c:v>
                </c:pt>
                <c:pt idx="3">
                  <c:v>37.5</c:v>
                </c:pt>
                <c:pt idx="4">
                  <c:v>45</c:v>
                </c:pt>
                <c:pt idx="5">
                  <c:v>52.5</c:v>
                </c:pt>
                <c:pt idx="6">
                  <c:v>60</c:v>
                </c:pt>
                <c:pt idx="7">
                  <c:v>67.5</c:v>
                </c:pt>
                <c:pt idx="8">
                  <c:v>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457-45C4-91FF-B07D5D6C1E1C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4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</c:v>
                </c:pt>
                <c:pt idx="1">
                  <c:v>22.5</c:v>
                </c:pt>
                <c:pt idx="2">
                  <c:v>30</c:v>
                </c:pt>
                <c:pt idx="3">
                  <c:v>37.5</c:v>
                </c:pt>
                <c:pt idx="4">
                  <c:v>45</c:v>
                </c:pt>
                <c:pt idx="5">
                  <c:v>52.5</c:v>
                </c:pt>
                <c:pt idx="6">
                  <c:v>60</c:v>
                </c:pt>
                <c:pt idx="7">
                  <c:v>67.5</c:v>
                </c:pt>
                <c:pt idx="8">
                  <c:v>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A67-4850-9A59-6424C0135F92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4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</c:v>
                </c:pt>
                <c:pt idx="1">
                  <c:v>22.5</c:v>
                </c:pt>
                <c:pt idx="2">
                  <c:v>30</c:v>
                </c:pt>
                <c:pt idx="3">
                  <c:v>37.5</c:v>
                </c:pt>
                <c:pt idx="4">
                  <c:v>45</c:v>
                </c:pt>
                <c:pt idx="5">
                  <c:v>52.5</c:v>
                </c:pt>
                <c:pt idx="6">
                  <c:v>60</c:v>
                </c:pt>
                <c:pt idx="7">
                  <c:v>67.5</c:v>
                </c:pt>
                <c:pt idx="8">
                  <c:v>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5F1-409B-A10F-30D677EFC0E1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4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  <c:pt idx="4">
                  <c:v>18</c:v>
                </c:pt>
                <c:pt idx="5">
                  <c:v>21</c:v>
                </c:pt>
                <c:pt idx="6">
                  <c:v>24</c:v>
                </c:pt>
                <c:pt idx="7">
                  <c:v>27</c:v>
                </c:pt>
                <c:pt idx="8">
                  <c:v>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867-4674-9B1A-45A815DAB14D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4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  <c:pt idx="4">
                  <c:v>18</c:v>
                </c:pt>
                <c:pt idx="5">
                  <c:v>21</c:v>
                </c:pt>
                <c:pt idx="6">
                  <c:v>24</c:v>
                </c:pt>
                <c:pt idx="7">
                  <c:v>27</c:v>
                </c:pt>
                <c:pt idx="8">
                  <c:v>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B8B-4028-A7EB-F0A769424A40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4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  <c:pt idx="4">
                  <c:v>18</c:v>
                </c:pt>
                <c:pt idx="5">
                  <c:v>21</c:v>
                </c:pt>
                <c:pt idx="6">
                  <c:v>24</c:v>
                </c:pt>
                <c:pt idx="7">
                  <c:v>27</c:v>
                </c:pt>
                <c:pt idx="8">
                  <c:v>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32D-4E11-9F4F-D3EAC10B1DE6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4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  <c:pt idx="4">
                  <c:v>18</c:v>
                </c:pt>
                <c:pt idx="5">
                  <c:v>21</c:v>
                </c:pt>
                <c:pt idx="6">
                  <c:v>24</c:v>
                </c:pt>
                <c:pt idx="7">
                  <c:v>27</c:v>
                </c:pt>
                <c:pt idx="8">
                  <c:v>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7F1-49D4-9A0E-B69F278A4969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5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</c:v>
                </c:pt>
                <c:pt idx="1">
                  <c:v>13.5</c:v>
                </c:pt>
                <c:pt idx="2">
                  <c:v>18</c:v>
                </c:pt>
                <c:pt idx="3">
                  <c:v>22.5</c:v>
                </c:pt>
                <c:pt idx="4">
                  <c:v>27</c:v>
                </c:pt>
                <c:pt idx="5">
                  <c:v>31.5</c:v>
                </c:pt>
                <c:pt idx="6">
                  <c:v>36</c:v>
                </c:pt>
                <c:pt idx="7">
                  <c:v>40.5</c:v>
                </c:pt>
                <c:pt idx="8">
                  <c:v>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23E-4E3B-A89C-893D0CC17A29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5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</c:v>
                </c:pt>
                <c:pt idx="1">
                  <c:v>13.5</c:v>
                </c:pt>
                <c:pt idx="2">
                  <c:v>18</c:v>
                </c:pt>
                <c:pt idx="3">
                  <c:v>22.5</c:v>
                </c:pt>
                <c:pt idx="4">
                  <c:v>27</c:v>
                </c:pt>
                <c:pt idx="5">
                  <c:v>31.5</c:v>
                </c:pt>
                <c:pt idx="6">
                  <c:v>36</c:v>
                </c:pt>
                <c:pt idx="7">
                  <c:v>40.5</c:v>
                </c:pt>
                <c:pt idx="8">
                  <c:v>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4E8-49C6-BA75-99A986A4DC29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5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</c:v>
                </c:pt>
                <c:pt idx="1">
                  <c:v>13.5</c:v>
                </c:pt>
                <c:pt idx="2">
                  <c:v>18</c:v>
                </c:pt>
                <c:pt idx="3">
                  <c:v>22.5</c:v>
                </c:pt>
                <c:pt idx="4">
                  <c:v>27</c:v>
                </c:pt>
                <c:pt idx="5">
                  <c:v>31.5</c:v>
                </c:pt>
                <c:pt idx="6">
                  <c:v>36</c:v>
                </c:pt>
                <c:pt idx="7">
                  <c:v>40.5</c:v>
                </c:pt>
                <c:pt idx="8">
                  <c:v>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A60-4163-B093-ADD1C4322277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5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</c:v>
                </c:pt>
                <c:pt idx="1">
                  <c:v>13.5</c:v>
                </c:pt>
                <c:pt idx="2">
                  <c:v>18</c:v>
                </c:pt>
                <c:pt idx="3">
                  <c:v>22.5</c:v>
                </c:pt>
                <c:pt idx="4">
                  <c:v>27</c:v>
                </c:pt>
                <c:pt idx="5">
                  <c:v>31.5</c:v>
                </c:pt>
                <c:pt idx="6">
                  <c:v>36</c:v>
                </c:pt>
                <c:pt idx="7">
                  <c:v>40.5</c:v>
                </c:pt>
                <c:pt idx="8">
                  <c:v>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CE2-4518-A792-CD35462A34F2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5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FD1-44E6-A4BA-93014FD5D884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5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B94-42CA-BA31-2792EAD057CA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5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DC8-469C-AC9B-206BB78AC484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5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F86-4B78-BDC1-3BD152089383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5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</c:v>
                </c:pt>
                <c:pt idx="1">
                  <c:v>22.5</c:v>
                </c:pt>
                <c:pt idx="2">
                  <c:v>30</c:v>
                </c:pt>
                <c:pt idx="3">
                  <c:v>37.5</c:v>
                </c:pt>
                <c:pt idx="4">
                  <c:v>45</c:v>
                </c:pt>
                <c:pt idx="5">
                  <c:v>52.5</c:v>
                </c:pt>
                <c:pt idx="6">
                  <c:v>60</c:v>
                </c:pt>
                <c:pt idx="7">
                  <c:v>67.5</c:v>
                </c:pt>
                <c:pt idx="8">
                  <c:v>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0D2-4956-AFC7-A9DF6D743200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5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</c:v>
                </c:pt>
                <c:pt idx="1">
                  <c:v>22.5</c:v>
                </c:pt>
                <c:pt idx="2">
                  <c:v>30</c:v>
                </c:pt>
                <c:pt idx="3">
                  <c:v>37.5</c:v>
                </c:pt>
                <c:pt idx="4">
                  <c:v>45</c:v>
                </c:pt>
                <c:pt idx="5">
                  <c:v>52.5</c:v>
                </c:pt>
                <c:pt idx="6">
                  <c:v>60</c:v>
                </c:pt>
                <c:pt idx="7">
                  <c:v>67.5</c:v>
                </c:pt>
                <c:pt idx="8">
                  <c:v>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511-4348-8166-E70617FB1531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6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</c:v>
                </c:pt>
                <c:pt idx="1">
                  <c:v>22.5</c:v>
                </c:pt>
                <c:pt idx="2">
                  <c:v>30</c:v>
                </c:pt>
                <c:pt idx="3">
                  <c:v>37.5</c:v>
                </c:pt>
                <c:pt idx="4">
                  <c:v>45</c:v>
                </c:pt>
                <c:pt idx="5">
                  <c:v>52.5</c:v>
                </c:pt>
                <c:pt idx="6">
                  <c:v>60</c:v>
                </c:pt>
                <c:pt idx="7">
                  <c:v>67.5</c:v>
                </c:pt>
                <c:pt idx="8">
                  <c:v>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3C3-4CB2-95CE-77DED91C9480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6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</c:v>
                </c:pt>
                <c:pt idx="1">
                  <c:v>22.5</c:v>
                </c:pt>
                <c:pt idx="2">
                  <c:v>30</c:v>
                </c:pt>
                <c:pt idx="3">
                  <c:v>37.5</c:v>
                </c:pt>
                <c:pt idx="4">
                  <c:v>45</c:v>
                </c:pt>
                <c:pt idx="5">
                  <c:v>52.5</c:v>
                </c:pt>
                <c:pt idx="6">
                  <c:v>60</c:v>
                </c:pt>
                <c:pt idx="7">
                  <c:v>67.5</c:v>
                </c:pt>
                <c:pt idx="8">
                  <c:v>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B66-44E9-8A70-0274C44F60A3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6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  <c:pt idx="4">
                  <c:v>18</c:v>
                </c:pt>
                <c:pt idx="5">
                  <c:v>21</c:v>
                </c:pt>
                <c:pt idx="6">
                  <c:v>24</c:v>
                </c:pt>
                <c:pt idx="7">
                  <c:v>27</c:v>
                </c:pt>
                <c:pt idx="8">
                  <c:v>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BB7-4B30-8517-137136FE3E8F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6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  <c:pt idx="4">
                  <c:v>18</c:v>
                </c:pt>
                <c:pt idx="5">
                  <c:v>21</c:v>
                </c:pt>
                <c:pt idx="6">
                  <c:v>24</c:v>
                </c:pt>
                <c:pt idx="7">
                  <c:v>27</c:v>
                </c:pt>
                <c:pt idx="8">
                  <c:v>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7AA-4025-BE3D-19E675F47C45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6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  <c:pt idx="4">
                  <c:v>18</c:v>
                </c:pt>
                <c:pt idx="5">
                  <c:v>21</c:v>
                </c:pt>
                <c:pt idx="6">
                  <c:v>24</c:v>
                </c:pt>
                <c:pt idx="7">
                  <c:v>27</c:v>
                </c:pt>
                <c:pt idx="8">
                  <c:v>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C61-4C61-AD43-457E5C8F0B23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6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  <c:pt idx="4">
                  <c:v>18</c:v>
                </c:pt>
                <c:pt idx="5">
                  <c:v>21</c:v>
                </c:pt>
                <c:pt idx="6">
                  <c:v>24</c:v>
                </c:pt>
                <c:pt idx="7">
                  <c:v>27</c:v>
                </c:pt>
                <c:pt idx="8">
                  <c:v>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4A7-4A6E-A05C-C393ECA16784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6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</c:v>
                </c:pt>
                <c:pt idx="1">
                  <c:v>13.5</c:v>
                </c:pt>
                <c:pt idx="2">
                  <c:v>18</c:v>
                </c:pt>
                <c:pt idx="3">
                  <c:v>22.5</c:v>
                </c:pt>
                <c:pt idx="4">
                  <c:v>27</c:v>
                </c:pt>
                <c:pt idx="5">
                  <c:v>31.5</c:v>
                </c:pt>
                <c:pt idx="6">
                  <c:v>36</c:v>
                </c:pt>
                <c:pt idx="7">
                  <c:v>40.5</c:v>
                </c:pt>
                <c:pt idx="8">
                  <c:v>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7BD-4400-BE3A-0927D633851C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6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</c:v>
                </c:pt>
                <c:pt idx="1">
                  <c:v>13.5</c:v>
                </c:pt>
                <c:pt idx="2">
                  <c:v>18</c:v>
                </c:pt>
                <c:pt idx="3">
                  <c:v>22.5</c:v>
                </c:pt>
                <c:pt idx="4">
                  <c:v>27</c:v>
                </c:pt>
                <c:pt idx="5">
                  <c:v>31.5</c:v>
                </c:pt>
                <c:pt idx="6">
                  <c:v>36</c:v>
                </c:pt>
                <c:pt idx="7">
                  <c:v>40.5</c:v>
                </c:pt>
                <c:pt idx="8">
                  <c:v>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E5A-4B30-9D60-AD0EA81BE1CC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6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</c:v>
                </c:pt>
                <c:pt idx="1">
                  <c:v>13.5</c:v>
                </c:pt>
                <c:pt idx="2">
                  <c:v>18</c:v>
                </c:pt>
                <c:pt idx="3">
                  <c:v>22.5</c:v>
                </c:pt>
                <c:pt idx="4">
                  <c:v>27</c:v>
                </c:pt>
                <c:pt idx="5">
                  <c:v>31.5</c:v>
                </c:pt>
                <c:pt idx="6">
                  <c:v>36</c:v>
                </c:pt>
                <c:pt idx="7">
                  <c:v>40.5</c:v>
                </c:pt>
                <c:pt idx="8">
                  <c:v>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0BB-441D-A85D-ABE0D004C73D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6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</c:v>
                </c:pt>
                <c:pt idx="1">
                  <c:v>13.5</c:v>
                </c:pt>
                <c:pt idx="2">
                  <c:v>18</c:v>
                </c:pt>
                <c:pt idx="3">
                  <c:v>22.5</c:v>
                </c:pt>
                <c:pt idx="4">
                  <c:v>27</c:v>
                </c:pt>
                <c:pt idx="5">
                  <c:v>31.5</c:v>
                </c:pt>
                <c:pt idx="6">
                  <c:v>36</c:v>
                </c:pt>
                <c:pt idx="7">
                  <c:v>40.5</c:v>
                </c:pt>
                <c:pt idx="8">
                  <c:v>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8B4-4A41-A66F-714B4E398EDF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7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ED5-4E62-A6C0-AC6982B9F5FB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7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F9C-48CB-8904-D097DA4A376D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7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F77-4FD8-A900-4D3E513475D7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7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</c:v>
                </c:pt>
                <c:pt idx="1">
                  <c:v>22.5</c:v>
                </c:pt>
                <c:pt idx="2">
                  <c:v>30</c:v>
                </c:pt>
                <c:pt idx="3">
                  <c:v>37.5</c:v>
                </c:pt>
                <c:pt idx="4">
                  <c:v>45</c:v>
                </c:pt>
                <c:pt idx="5">
                  <c:v>52.5</c:v>
                </c:pt>
                <c:pt idx="6">
                  <c:v>60</c:v>
                </c:pt>
                <c:pt idx="7">
                  <c:v>67.5</c:v>
                </c:pt>
                <c:pt idx="8">
                  <c:v>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433-40A1-9515-6D550D1B6FD7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7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</c:v>
                </c:pt>
                <c:pt idx="1">
                  <c:v>22.5</c:v>
                </c:pt>
                <c:pt idx="2">
                  <c:v>30</c:v>
                </c:pt>
                <c:pt idx="3">
                  <c:v>37.5</c:v>
                </c:pt>
                <c:pt idx="4">
                  <c:v>45</c:v>
                </c:pt>
                <c:pt idx="5">
                  <c:v>52.5</c:v>
                </c:pt>
                <c:pt idx="6">
                  <c:v>60</c:v>
                </c:pt>
                <c:pt idx="7">
                  <c:v>67.5</c:v>
                </c:pt>
                <c:pt idx="8">
                  <c:v>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824-4C4B-AD3C-2543D27B40B3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7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</c:v>
                </c:pt>
                <c:pt idx="1">
                  <c:v>22.5</c:v>
                </c:pt>
                <c:pt idx="2">
                  <c:v>30</c:v>
                </c:pt>
                <c:pt idx="3">
                  <c:v>37.5</c:v>
                </c:pt>
                <c:pt idx="4">
                  <c:v>45</c:v>
                </c:pt>
                <c:pt idx="5">
                  <c:v>52.5</c:v>
                </c:pt>
                <c:pt idx="6">
                  <c:v>60</c:v>
                </c:pt>
                <c:pt idx="7">
                  <c:v>67.5</c:v>
                </c:pt>
                <c:pt idx="8">
                  <c:v>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3E8-4097-ADFE-875F8BB718A4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7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</c:v>
                </c:pt>
                <c:pt idx="1">
                  <c:v>22.5</c:v>
                </c:pt>
                <c:pt idx="2">
                  <c:v>30</c:v>
                </c:pt>
                <c:pt idx="3">
                  <c:v>37.5</c:v>
                </c:pt>
                <c:pt idx="4">
                  <c:v>45</c:v>
                </c:pt>
                <c:pt idx="5">
                  <c:v>52.5</c:v>
                </c:pt>
                <c:pt idx="6">
                  <c:v>60</c:v>
                </c:pt>
                <c:pt idx="7">
                  <c:v>67.5</c:v>
                </c:pt>
                <c:pt idx="8">
                  <c:v>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8A7-4063-8113-8881C87E98FD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7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  <c:pt idx="4">
                  <c:v>18</c:v>
                </c:pt>
                <c:pt idx="5">
                  <c:v>21</c:v>
                </c:pt>
                <c:pt idx="6">
                  <c:v>24</c:v>
                </c:pt>
                <c:pt idx="7">
                  <c:v>27</c:v>
                </c:pt>
                <c:pt idx="8">
                  <c:v>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AD9-4DB4-A37F-DD8629ED1A4D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7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  <c:pt idx="4">
                  <c:v>18</c:v>
                </c:pt>
                <c:pt idx="5">
                  <c:v>21</c:v>
                </c:pt>
                <c:pt idx="6">
                  <c:v>24</c:v>
                </c:pt>
                <c:pt idx="7">
                  <c:v>27</c:v>
                </c:pt>
                <c:pt idx="8">
                  <c:v>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4B5-4620-BCB9-42867C3550CE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7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  <c:pt idx="4">
                  <c:v>18</c:v>
                </c:pt>
                <c:pt idx="5">
                  <c:v>21</c:v>
                </c:pt>
                <c:pt idx="6">
                  <c:v>24</c:v>
                </c:pt>
                <c:pt idx="7">
                  <c:v>27</c:v>
                </c:pt>
                <c:pt idx="8">
                  <c:v>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049-4D3A-BBDF-FC7E592CB797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8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9</c:v>
                </c:pt>
                <c:pt idx="2">
                  <c:v>12</c:v>
                </c:pt>
                <c:pt idx="3">
                  <c:v>15</c:v>
                </c:pt>
                <c:pt idx="4">
                  <c:v>18</c:v>
                </c:pt>
                <c:pt idx="5">
                  <c:v>21</c:v>
                </c:pt>
                <c:pt idx="6">
                  <c:v>24</c:v>
                </c:pt>
                <c:pt idx="7">
                  <c:v>27</c:v>
                </c:pt>
                <c:pt idx="8">
                  <c:v>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7AC-4850-BA67-AA194546A869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8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</c:v>
                </c:pt>
                <c:pt idx="1">
                  <c:v>13.5</c:v>
                </c:pt>
                <c:pt idx="2">
                  <c:v>18</c:v>
                </c:pt>
                <c:pt idx="3">
                  <c:v>22.5</c:v>
                </c:pt>
                <c:pt idx="4">
                  <c:v>27</c:v>
                </c:pt>
                <c:pt idx="5">
                  <c:v>31.5</c:v>
                </c:pt>
                <c:pt idx="6">
                  <c:v>36</c:v>
                </c:pt>
                <c:pt idx="7">
                  <c:v>40.5</c:v>
                </c:pt>
                <c:pt idx="8">
                  <c:v>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5B4-4A76-98F9-44C17E3C68E9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8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</c:v>
                </c:pt>
                <c:pt idx="1">
                  <c:v>13.5</c:v>
                </c:pt>
                <c:pt idx="2">
                  <c:v>18</c:v>
                </c:pt>
                <c:pt idx="3">
                  <c:v>22.5</c:v>
                </c:pt>
                <c:pt idx="4">
                  <c:v>27</c:v>
                </c:pt>
                <c:pt idx="5">
                  <c:v>31.5</c:v>
                </c:pt>
                <c:pt idx="6">
                  <c:v>36</c:v>
                </c:pt>
                <c:pt idx="7">
                  <c:v>40.5</c:v>
                </c:pt>
                <c:pt idx="8">
                  <c:v>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61D-4651-8C13-DC2DE15D0BBB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8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</c:v>
                </c:pt>
                <c:pt idx="1">
                  <c:v>13.5</c:v>
                </c:pt>
                <c:pt idx="2">
                  <c:v>18</c:v>
                </c:pt>
                <c:pt idx="3">
                  <c:v>22.5</c:v>
                </c:pt>
                <c:pt idx="4">
                  <c:v>27</c:v>
                </c:pt>
                <c:pt idx="5">
                  <c:v>31.5</c:v>
                </c:pt>
                <c:pt idx="6">
                  <c:v>36</c:v>
                </c:pt>
                <c:pt idx="7">
                  <c:v>40.5</c:v>
                </c:pt>
                <c:pt idx="8">
                  <c:v>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18A-4B7D-A7B7-72F7136A7956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8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</c:v>
                </c:pt>
                <c:pt idx="1">
                  <c:v>13.5</c:v>
                </c:pt>
                <c:pt idx="2">
                  <c:v>18</c:v>
                </c:pt>
                <c:pt idx="3">
                  <c:v>22.5</c:v>
                </c:pt>
                <c:pt idx="4">
                  <c:v>27</c:v>
                </c:pt>
                <c:pt idx="5">
                  <c:v>31.5</c:v>
                </c:pt>
                <c:pt idx="6">
                  <c:v>36</c:v>
                </c:pt>
                <c:pt idx="7">
                  <c:v>40.5</c:v>
                </c:pt>
                <c:pt idx="8">
                  <c:v>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241-4606-A30B-E1BDF48A3FA3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8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191-4BEB-98FB-849CD4AC2668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8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024-49D0-8025-0E6ED6CD6C07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8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49B-4347-BA68-045C116BE056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8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24F-4B16-A62D-C3921E223561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8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</c:v>
                </c:pt>
                <c:pt idx="1">
                  <c:v>22.5</c:v>
                </c:pt>
                <c:pt idx="2">
                  <c:v>30</c:v>
                </c:pt>
                <c:pt idx="3">
                  <c:v>37.5</c:v>
                </c:pt>
                <c:pt idx="4">
                  <c:v>45</c:v>
                </c:pt>
                <c:pt idx="5">
                  <c:v>52.5</c:v>
                </c:pt>
                <c:pt idx="6">
                  <c:v>60</c:v>
                </c:pt>
                <c:pt idx="7">
                  <c:v>67.5</c:v>
                </c:pt>
                <c:pt idx="8">
                  <c:v>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D77-4AAF-8BA6-FB2BF8D5BB84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9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</c:v>
                </c:pt>
                <c:pt idx="1">
                  <c:v>22.5</c:v>
                </c:pt>
                <c:pt idx="2">
                  <c:v>30</c:v>
                </c:pt>
                <c:pt idx="3">
                  <c:v>37.5</c:v>
                </c:pt>
                <c:pt idx="4">
                  <c:v>45</c:v>
                </c:pt>
                <c:pt idx="5">
                  <c:v>52.5</c:v>
                </c:pt>
                <c:pt idx="6">
                  <c:v>60</c:v>
                </c:pt>
                <c:pt idx="7">
                  <c:v>67.5</c:v>
                </c:pt>
                <c:pt idx="8">
                  <c:v>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D37-42CB-A0A9-F9D3D5A73A92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9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</c:v>
                </c:pt>
                <c:pt idx="1">
                  <c:v>22.5</c:v>
                </c:pt>
                <c:pt idx="2">
                  <c:v>30</c:v>
                </c:pt>
                <c:pt idx="3">
                  <c:v>37.5</c:v>
                </c:pt>
                <c:pt idx="4">
                  <c:v>45</c:v>
                </c:pt>
                <c:pt idx="5">
                  <c:v>52.5</c:v>
                </c:pt>
                <c:pt idx="6">
                  <c:v>60</c:v>
                </c:pt>
                <c:pt idx="7">
                  <c:v>67.5</c:v>
                </c:pt>
                <c:pt idx="8">
                  <c:v>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430-4ED8-94FE-161D6B3D6BF3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9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</c:v>
                </c:pt>
                <c:pt idx="1">
                  <c:v>22.5</c:v>
                </c:pt>
                <c:pt idx="2">
                  <c:v>30</c:v>
                </c:pt>
                <c:pt idx="3">
                  <c:v>37.5</c:v>
                </c:pt>
                <c:pt idx="4">
                  <c:v>45</c:v>
                </c:pt>
                <c:pt idx="5">
                  <c:v>52.5</c:v>
                </c:pt>
                <c:pt idx="6">
                  <c:v>60</c:v>
                </c:pt>
                <c:pt idx="7">
                  <c:v>67.5</c:v>
                </c:pt>
                <c:pt idx="8">
                  <c:v>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789-44FD-A03D-2922AEE609D9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9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876-4BBA-B497-E51D85A8ED8B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9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04B-4866-A4E4-2328E56B6CC0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9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D1F-44C3-B477-9982BF27ABB6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9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0B4-4286-977C-77EC8F18A231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9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F42-4E71-8E43-5FF93F1FB633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9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AE3-4B13-98B9-DB791CDFCFBC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19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16B-4BCD-91CE-9E7C5AE31C44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0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4E6-487C-936C-6AB38954D48D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0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24</c:v>
                </c:pt>
                <c:pt idx="2">
                  <c:v>32</c:v>
                </c:pt>
                <c:pt idx="3">
                  <c:v>40</c:v>
                </c:pt>
                <c:pt idx="4">
                  <c:v>48</c:v>
                </c:pt>
                <c:pt idx="5">
                  <c:v>56</c:v>
                </c:pt>
                <c:pt idx="6">
                  <c:v>64</c:v>
                </c:pt>
                <c:pt idx="7">
                  <c:v>72</c:v>
                </c:pt>
                <c:pt idx="8">
                  <c:v>80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5C3-4404-AD8C-C934950E04AC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0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24</c:v>
                </c:pt>
                <c:pt idx="2">
                  <c:v>32</c:v>
                </c:pt>
                <c:pt idx="3">
                  <c:v>40</c:v>
                </c:pt>
                <c:pt idx="4">
                  <c:v>48</c:v>
                </c:pt>
                <c:pt idx="5">
                  <c:v>56</c:v>
                </c:pt>
                <c:pt idx="6">
                  <c:v>64</c:v>
                </c:pt>
                <c:pt idx="7">
                  <c:v>72</c:v>
                </c:pt>
                <c:pt idx="8">
                  <c:v>80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01F-43DC-9886-6CE3E76DB443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0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24</c:v>
                </c:pt>
                <c:pt idx="2">
                  <c:v>32</c:v>
                </c:pt>
                <c:pt idx="3">
                  <c:v>40</c:v>
                </c:pt>
                <c:pt idx="4">
                  <c:v>48</c:v>
                </c:pt>
                <c:pt idx="5">
                  <c:v>56</c:v>
                </c:pt>
                <c:pt idx="6">
                  <c:v>64</c:v>
                </c:pt>
                <c:pt idx="7">
                  <c:v>72</c:v>
                </c:pt>
                <c:pt idx="8">
                  <c:v>80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BDD-4672-A8A3-3542CD86BDCC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0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24</c:v>
                </c:pt>
                <c:pt idx="2">
                  <c:v>32</c:v>
                </c:pt>
                <c:pt idx="3">
                  <c:v>40</c:v>
                </c:pt>
                <c:pt idx="4">
                  <c:v>48</c:v>
                </c:pt>
                <c:pt idx="5">
                  <c:v>56</c:v>
                </c:pt>
                <c:pt idx="6">
                  <c:v>64</c:v>
                </c:pt>
                <c:pt idx="7">
                  <c:v>72</c:v>
                </c:pt>
                <c:pt idx="8">
                  <c:v>80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91C-4ECE-BCB6-94A71FCF6E2A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0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</c:v>
                </c:pt>
                <c:pt idx="1">
                  <c:v>30</c:v>
                </c:pt>
                <c:pt idx="2">
                  <c:v>40</c:v>
                </c:pt>
                <c:pt idx="3">
                  <c:v>50</c:v>
                </c:pt>
                <c:pt idx="4">
                  <c:v>60</c:v>
                </c:pt>
                <c:pt idx="5">
                  <c:v>70</c:v>
                </c:pt>
                <c:pt idx="6">
                  <c:v>80</c:v>
                </c:pt>
                <c:pt idx="7">
                  <c:v>90</c:v>
                </c:pt>
                <c:pt idx="8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A95-4708-BED5-F7716F387C78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0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</c:v>
                </c:pt>
                <c:pt idx="1">
                  <c:v>30</c:v>
                </c:pt>
                <c:pt idx="2">
                  <c:v>40</c:v>
                </c:pt>
                <c:pt idx="3">
                  <c:v>50</c:v>
                </c:pt>
                <c:pt idx="4">
                  <c:v>60</c:v>
                </c:pt>
                <c:pt idx="5">
                  <c:v>70</c:v>
                </c:pt>
                <c:pt idx="6">
                  <c:v>80</c:v>
                </c:pt>
                <c:pt idx="7">
                  <c:v>90</c:v>
                </c:pt>
                <c:pt idx="8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651-4C3C-80E1-3AB60C3F03E6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0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</c:v>
                </c:pt>
                <c:pt idx="1">
                  <c:v>30</c:v>
                </c:pt>
                <c:pt idx="2">
                  <c:v>40</c:v>
                </c:pt>
                <c:pt idx="3">
                  <c:v>50</c:v>
                </c:pt>
                <c:pt idx="4">
                  <c:v>60</c:v>
                </c:pt>
                <c:pt idx="5">
                  <c:v>70</c:v>
                </c:pt>
                <c:pt idx="6">
                  <c:v>80</c:v>
                </c:pt>
                <c:pt idx="7">
                  <c:v>90</c:v>
                </c:pt>
                <c:pt idx="8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883-475C-ACCA-FF14A8266C50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0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</c:v>
                </c:pt>
                <c:pt idx="1">
                  <c:v>30</c:v>
                </c:pt>
                <c:pt idx="2">
                  <c:v>40</c:v>
                </c:pt>
                <c:pt idx="3">
                  <c:v>50</c:v>
                </c:pt>
                <c:pt idx="4">
                  <c:v>60</c:v>
                </c:pt>
                <c:pt idx="5">
                  <c:v>70</c:v>
                </c:pt>
                <c:pt idx="6">
                  <c:v>80</c:v>
                </c:pt>
                <c:pt idx="7">
                  <c:v>90</c:v>
                </c:pt>
                <c:pt idx="8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E8C-4EB8-BAF2-B9FC8A7F79AD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0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62C-4F47-BEB6-453E0C739393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97D-4D7F-A86E-0F3A7DAC4E01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D54-431F-9808-7D55BE5CA202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6B8-4584-BF04-941B3AE00B85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B34-44C5-9737-634324FBD576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84C-4C38-AB3A-AA575DD45E00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5BD-4613-8625-64EA4F3FF87B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8DE-4B19-A8CC-B2F2B199FFF3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24</c:v>
                </c:pt>
                <c:pt idx="2">
                  <c:v>32</c:v>
                </c:pt>
                <c:pt idx="3">
                  <c:v>40</c:v>
                </c:pt>
                <c:pt idx="4">
                  <c:v>48</c:v>
                </c:pt>
                <c:pt idx="5">
                  <c:v>56</c:v>
                </c:pt>
                <c:pt idx="6">
                  <c:v>64</c:v>
                </c:pt>
                <c:pt idx="7">
                  <c:v>72</c:v>
                </c:pt>
                <c:pt idx="8">
                  <c:v>80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434-45EF-898C-93848C7647BC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24</c:v>
                </c:pt>
                <c:pt idx="2">
                  <c:v>32</c:v>
                </c:pt>
                <c:pt idx="3">
                  <c:v>40</c:v>
                </c:pt>
                <c:pt idx="4">
                  <c:v>48</c:v>
                </c:pt>
                <c:pt idx="5">
                  <c:v>56</c:v>
                </c:pt>
                <c:pt idx="6">
                  <c:v>64</c:v>
                </c:pt>
                <c:pt idx="7">
                  <c:v>72</c:v>
                </c:pt>
                <c:pt idx="8">
                  <c:v>80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814-40D6-9174-40A11D75637F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24</c:v>
                </c:pt>
                <c:pt idx="2">
                  <c:v>32</c:v>
                </c:pt>
                <c:pt idx="3">
                  <c:v>40</c:v>
                </c:pt>
                <c:pt idx="4">
                  <c:v>48</c:v>
                </c:pt>
                <c:pt idx="5">
                  <c:v>56</c:v>
                </c:pt>
                <c:pt idx="6">
                  <c:v>64</c:v>
                </c:pt>
                <c:pt idx="7">
                  <c:v>72</c:v>
                </c:pt>
                <c:pt idx="8">
                  <c:v>80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1F9-4432-98E7-E7A83BEEEAD2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24</c:v>
                </c:pt>
                <c:pt idx="2">
                  <c:v>32</c:v>
                </c:pt>
                <c:pt idx="3">
                  <c:v>40</c:v>
                </c:pt>
                <c:pt idx="4">
                  <c:v>48</c:v>
                </c:pt>
                <c:pt idx="5">
                  <c:v>56</c:v>
                </c:pt>
                <c:pt idx="6">
                  <c:v>64</c:v>
                </c:pt>
                <c:pt idx="7">
                  <c:v>72</c:v>
                </c:pt>
                <c:pt idx="8">
                  <c:v>80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7E7-483F-A57C-D4FAAE77B49D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</c:v>
                </c:pt>
                <c:pt idx="1">
                  <c:v>30</c:v>
                </c:pt>
                <c:pt idx="2">
                  <c:v>40</c:v>
                </c:pt>
                <c:pt idx="3">
                  <c:v>50</c:v>
                </c:pt>
                <c:pt idx="4">
                  <c:v>60</c:v>
                </c:pt>
                <c:pt idx="5">
                  <c:v>70</c:v>
                </c:pt>
                <c:pt idx="6">
                  <c:v>80</c:v>
                </c:pt>
                <c:pt idx="7">
                  <c:v>90</c:v>
                </c:pt>
                <c:pt idx="8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91A-4B34-9759-867DF9738D3F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</c:v>
                </c:pt>
                <c:pt idx="1">
                  <c:v>30</c:v>
                </c:pt>
                <c:pt idx="2">
                  <c:v>40</c:v>
                </c:pt>
                <c:pt idx="3">
                  <c:v>50</c:v>
                </c:pt>
                <c:pt idx="4">
                  <c:v>60</c:v>
                </c:pt>
                <c:pt idx="5">
                  <c:v>70</c:v>
                </c:pt>
                <c:pt idx="6">
                  <c:v>80</c:v>
                </c:pt>
                <c:pt idx="7">
                  <c:v>90</c:v>
                </c:pt>
                <c:pt idx="8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ECD-4236-8778-CF6E7908041B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</c:v>
                </c:pt>
                <c:pt idx="1">
                  <c:v>30</c:v>
                </c:pt>
                <c:pt idx="2">
                  <c:v>40</c:v>
                </c:pt>
                <c:pt idx="3">
                  <c:v>50</c:v>
                </c:pt>
                <c:pt idx="4">
                  <c:v>60</c:v>
                </c:pt>
                <c:pt idx="5">
                  <c:v>70</c:v>
                </c:pt>
                <c:pt idx="6">
                  <c:v>80</c:v>
                </c:pt>
                <c:pt idx="7">
                  <c:v>90</c:v>
                </c:pt>
                <c:pt idx="8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B64-4543-A02C-B73EB7502705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</c:v>
                </c:pt>
                <c:pt idx="1">
                  <c:v>30</c:v>
                </c:pt>
                <c:pt idx="2">
                  <c:v>40</c:v>
                </c:pt>
                <c:pt idx="3">
                  <c:v>50</c:v>
                </c:pt>
                <c:pt idx="4">
                  <c:v>60</c:v>
                </c:pt>
                <c:pt idx="5">
                  <c:v>70</c:v>
                </c:pt>
                <c:pt idx="6">
                  <c:v>80</c:v>
                </c:pt>
                <c:pt idx="7">
                  <c:v>90</c:v>
                </c:pt>
                <c:pt idx="8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B55-4C9C-864A-851E020FAD0C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D41-44C0-8DC1-495E8348A9AB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C42-40CD-B9E7-D7553B91B191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C83-4868-AB03-EC159AFE7706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A1D-4D54-9B7B-A9C5F9B18560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E27-4C72-9C36-F3E181770E4D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E16-444F-BCE8-4BB213C90300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67C-440E-9403-8030BAAAA353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293-43E2-ACEC-CA1AF187FF39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24</c:v>
                </c:pt>
                <c:pt idx="2">
                  <c:v>32</c:v>
                </c:pt>
                <c:pt idx="3">
                  <c:v>40</c:v>
                </c:pt>
                <c:pt idx="4">
                  <c:v>48</c:v>
                </c:pt>
                <c:pt idx="5">
                  <c:v>56</c:v>
                </c:pt>
                <c:pt idx="6">
                  <c:v>64</c:v>
                </c:pt>
                <c:pt idx="7">
                  <c:v>72</c:v>
                </c:pt>
                <c:pt idx="8">
                  <c:v>80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C1F-4214-A806-2207C2ADDFD9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24</c:v>
                </c:pt>
                <c:pt idx="2">
                  <c:v>32</c:v>
                </c:pt>
                <c:pt idx="3">
                  <c:v>40</c:v>
                </c:pt>
                <c:pt idx="4">
                  <c:v>48</c:v>
                </c:pt>
                <c:pt idx="5">
                  <c:v>56</c:v>
                </c:pt>
                <c:pt idx="6">
                  <c:v>64</c:v>
                </c:pt>
                <c:pt idx="7">
                  <c:v>72</c:v>
                </c:pt>
                <c:pt idx="8">
                  <c:v>80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AB1-4128-9342-C54A4543B460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24</c:v>
                </c:pt>
                <c:pt idx="2">
                  <c:v>32</c:v>
                </c:pt>
                <c:pt idx="3">
                  <c:v>40</c:v>
                </c:pt>
                <c:pt idx="4">
                  <c:v>48</c:v>
                </c:pt>
                <c:pt idx="5">
                  <c:v>56</c:v>
                </c:pt>
                <c:pt idx="6">
                  <c:v>64</c:v>
                </c:pt>
                <c:pt idx="7">
                  <c:v>72</c:v>
                </c:pt>
                <c:pt idx="8">
                  <c:v>80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6E8-4F75-89CC-E4722DB4D719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3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24</c:v>
                </c:pt>
                <c:pt idx="2">
                  <c:v>32</c:v>
                </c:pt>
                <c:pt idx="3">
                  <c:v>40</c:v>
                </c:pt>
                <c:pt idx="4">
                  <c:v>48</c:v>
                </c:pt>
                <c:pt idx="5">
                  <c:v>56</c:v>
                </c:pt>
                <c:pt idx="6">
                  <c:v>64</c:v>
                </c:pt>
                <c:pt idx="7">
                  <c:v>72</c:v>
                </c:pt>
                <c:pt idx="8">
                  <c:v>80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238-497B-8027-8A2C5BE22A72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3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</c:v>
                </c:pt>
                <c:pt idx="1">
                  <c:v>30</c:v>
                </c:pt>
                <c:pt idx="2">
                  <c:v>40</c:v>
                </c:pt>
                <c:pt idx="3">
                  <c:v>50</c:v>
                </c:pt>
                <c:pt idx="4">
                  <c:v>60</c:v>
                </c:pt>
                <c:pt idx="5">
                  <c:v>70</c:v>
                </c:pt>
                <c:pt idx="6">
                  <c:v>80</c:v>
                </c:pt>
                <c:pt idx="7">
                  <c:v>90</c:v>
                </c:pt>
                <c:pt idx="8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700-4DB8-92D4-F3F2AC26CE9E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3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</c:v>
                </c:pt>
                <c:pt idx="1">
                  <c:v>30</c:v>
                </c:pt>
                <c:pt idx="2">
                  <c:v>40</c:v>
                </c:pt>
                <c:pt idx="3">
                  <c:v>50</c:v>
                </c:pt>
                <c:pt idx="4">
                  <c:v>60</c:v>
                </c:pt>
                <c:pt idx="5">
                  <c:v>70</c:v>
                </c:pt>
                <c:pt idx="6">
                  <c:v>80</c:v>
                </c:pt>
                <c:pt idx="7">
                  <c:v>90</c:v>
                </c:pt>
                <c:pt idx="8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AA5-4D67-B196-43D4EF77D821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3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</c:v>
                </c:pt>
                <c:pt idx="1">
                  <c:v>30</c:v>
                </c:pt>
                <c:pt idx="2">
                  <c:v>40</c:v>
                </c:pt>
                <c:pt idx="3">
                  <c:v>50</c:v>
                </c:pt>
                <c:pt idx="4">
                  <c:v>60</c:v>
                </c:pt>
                <c:pt idx="5">
                  <c:v>70</c:v>
                </c:pt>
                <c:pt idx="6">
                  <c:v>80</c:v>
                </c:pt>
                <c:pt idx="7">
                  <c:v>90</c:v>
                </c:pt>
                <c:pt idx="8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49A-4ABD-99E4-89A03ECD3152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</c:v>
                </c:pt>
                <c:pt idx="1">
                  <c:v>30</c:v>
                </c:pt>
                <c:pt idx="2">
                  <c:v>40</c:v>
                </c:pt>
                <c:pt idx="3">
                  <c:v>50</c:v>
                </c:pt>
                <c:pt idx="4">
                  <c:v>60</c:v>
                </c:pt>
                <c:pt idx="5">
                  <c:v>70</c:v>
                </c:pt>
                <c:pt idx="6">
                  <c:v>80</c:v>
                </c:pt>
                <c:pt idx="7">
                  <c:v>90</c:v>
                </c:pt>
                <c:pt idx="8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57D-42A2-9E89-096B6491CAF5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4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C83-4B74-B12E-96FEC7A8F42D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4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5F9-44FF-8FD1-6CA7124DC30B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4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928-40AC-B653-530AF37BD5DC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4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24</c:v>
                </c:pt>
                <c:pt idx="5">
                  <c:v>28</c:v>
                </c:pt>
                <c:pt idx="6">
                  <c:v>32</c:v>
                </c:pt>
                <c:pt idx="7">
                  <c:v>36</c:v>
                </c:pt>
                <c:pt idx="8">
                  <c:v>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605-4073-ACB7-D07E58357619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4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BF5-4715-B6BA-704A93B579AD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4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F0E-494B-86DA-08179F793937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4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0D9-48EC-8B00-20CE5A4D229F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4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F16-4E0F-9470-3920CC982D2B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4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24</c:v>
                </c:pt>
                <c:pt idx="2">
                  <c:v>32</c:v>
                </c:pt>
                <c:pt idx="3">
                  <c:v>40</c:v>
                </c:pt>
                <c:pt idx="4">
                  <c:v>48</c:v>
                </c:pt>
                <c:pt idx="5">
                  <c:v>56</c:v>
                </c:pt>
                <c:pt idx="6">
                  <c:v>64</c:v>
                </c:pt>
                <c:pt idx="7">
                  <c:v>72</c:v>
                </c:pt>
                <c:pt idx="8">
                  <c:v>80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AC7-4792-9593-B92F0B9C643D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5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24</c:v>
                </c:pt>
                <c:pt idx="2">
                  <c:v>32</c:v>
                </c:pt>
                <c:pt idx="3">
                  <c:v>40</c:v>
                </c:pt>
                <c:pt idx="4">
                  <c:v>48</c:v>
                </c:pt>
                <c:pt idx="5">
                  <c:v>56</c:v>
                </c:pt>
                <c:pt idx="6">
                  <c:v>64</c:v>
                </c:pt>
                <c:pt idx="7">
                  <c:v>72</c:v>
                </c:pt>
                <c:pt idx="8">
                  <c:v>80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B65-49D8-9751-CD6EA7F3F4FE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5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24</c:v>
                </c:pt>
                <c:pt idx="2">
                  <c:v>32</c:v>
                </c:pt>
                <c:pt idx="3">
                  <c:v>40</c:v>
                </c:pt>
                <c:pt idx="4">
                  <c:v>48</c:v>
                </c:pt>
                <c:pt idx="5">
                  <c:v>56</c:v>
                </c:pt>
                <c:pt idx="6">
                  <c:v>64</c:v>
                </c:pt>
                <c:pt idx="7">
                  <c:v>72</c:v>
                </c:pt>
                <c:pt idx="8">
                  <c:v>80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74D-49FC-BAE6-05E393ABCD31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5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24</c:v>
                </c:pt>
                <c:pt idx="2">
                  <c:v>32</c:v>
                </c:pt>
                <c:pt idx="3">
                  <c:v>40</c:v>
                </c:pt>
                <c:pt idx="4">
                  <c:v>48</c:v>
                </c:pt>
                <c:pt idx="5">
                  <c:v>56</c:v>
                </c:pt>
                <c:pt idx="6">
                  <c:v>64</c:v>
                </c:pt>
                <c:pt idx="7">
                  <c:v>72</c:v>
                </c:pt>
                <c:pt idx="8">
                  <c:v>80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514-4758-9EB3-0026DAFBD888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5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</c:v>
                </c:pt>
                <c:pt idx="1">
                  <c:v>30</c:v>
                </c:pt>
                <c:pt idx="2">
                  <c:v>40</c:v>
                </c:pt>
                <c:pt idx="3">
                  <c:v>50</c:v>
                </c:pt>
                <c:pt idx="4">
                  <c:v>60</c:v>
                </c:pt>
                <c:pt idx="5">
                  <c:v>70</c:v>
                </c:pt>
                <c:pt idx="6">
                  <c:v>80</c:v>
                </c:pt>
                <c:pt idx="7">
                  <c:v>90</c:v>
                </c:pt>
                <c:pt idx="8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40B-4C01-8882-3295862DBB1E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5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</c:v>
                </c:pt>
                <c:pt idx="1">
                  <c:v>30</c:v>
                </c:pt>
                <c:pt idx="2">
                  <c:v>40</c:v>
                </c:pt>
                <c:pt idx="3">
                  <c:v>50</c:v>
                </c:pt>
                <c:pt idx="4">
                  <c:v>60</c:v>
                </c:pt>
                <c:pt idx="5">
                  <c:v>70</c:v>
                </c:pt>
                <c:pt idx="6">
                  <c:v>80</c:v>
                </c:pt>
                <c:pt idx="7">
                  <c:v>90</c:v>
                </c:pt>
                <c:pt idx="8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CA5-49BC-B0C3-EDDC47909F9A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5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</c:v>
                </c:pt>
                <c:pt idx="1">
                  <c:v>30</c:v>
                </c:pt>
                <c:pt idx="2">
                  <c:v>40</c:v>
                </c:pt>
                <c:pt idx="3">
                  <c:v>50</c:v>
                </c:pt>
                <c:pt idx="4">
                  <c:v>60</c:v>
                </c:pt>
                <c:pt idx="5">
                  <c:v>70</c:v>
                </c:pt>
                <c:pt idx="6">
                  <c:v>80</c:v>
                </c:pt>
                <c:pt idx="7">
                  <c:v>90</c:v>
                </c:pt>
                <c:pt idx="8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EFB-421C-952D-4A2015346D25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charts/chart25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</c:v>
                </c:pt>
                <c:pt idx="1">
                  <c:v>30</c:v>
                </c:pt>
                <c:pt idx="2">
                  <c:v>40</c:v>
                </c:pt>
                <c:pt idx="3">
                  <c:v>50</c:v>
                </c:pt>
                <c:pt idx="4">
                  <c:v>60</c:v>
                </c:pt>
                <c:pt idx="5">
                  <c:v>70</c:v>
                </c:pt>
                <c:pt idx="6">
                  <c:v>80</c:v>
                </c:pt>
                <c:pt idx="7">
                  <c:v>90</c:v>
                </c:pt>
                <c:pt idx="8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99C-4AA9-84B2-ED8C106B2567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128654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3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7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3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9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0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5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6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8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9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0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1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2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3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4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6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8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2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2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2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2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2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2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2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2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2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2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2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2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5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_rels/notesSlide2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7.xml"/><Relationship Id="rId1" Type="http://schemas.openxmlformats.org/officeDocument/2006/relationships/notesMaster" Target="../notesMasters/notesMaster1.xml"/></Relationships>
</file>

<file path=ppt/notesSlides/_rels/notesSlide2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_rels/notesSlide2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9.xml"/><Relationship Id="rId1" Type="http://schemas.openxmlformats.org/officeDocument/2006/relationships/notesMaster" Target="../notesMasters/notesMaster1.xml"/></Relationships>
</file>

<file path=ppt/notesSlides/_rels/notesSlide2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0.xml"/><Relationship Id="rId1" Type="http://schemas.openxmlformats.org/officeDocument/2006/relationships/notesMaster" Target="../notesMasters/notesMaster1.xml"/></Relationships>
</file>

<file path=ppt/notesSlides/_rels/notesSlide2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1.xml"/><Relationship Id="rId1" Type="http://schemas.openxmlformats.org/officeDocument/2006/relationships/notesMaster" Target="../notesMasters/notesMaster1.xml"/></Relationships>
</file>

<file path=ppt/notesSlides/_rels/notesSlide2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2.xml"/><Relationship Id="rId1" Type="http://schemas.openxmlformats.org/officeDocument/2006/relationships/notesMaster" Target="../notesMasters/notesMaster1.xml"/></Relationships>
</file>

<file path=ppt/notesSlides/_rels/notesSlide2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Cover: one column, hospital photo on the right. The right-hand stats panel was removed on 2026-10-26 to match the web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Five-layer waterfall: findings flow from identification (01) down to lien administration and recovery (05). LaborForce works alongside the hospital's billing and collections teams.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Planning model with four clickable levels per input. In slideshow, click a value under a slider to switch scenario; Reset returns to the starting scenario (150,000 ED encounters × 6% additional coverage × $4,000 net per encounter = $36M per year; 9,000 identified encounters; $90M associated gross charges at a $10,000 average ED charge). Each figure in the grid = 1,000 ED encounters. Illustrative planning model, not a forecast. The 255 hidden pages after this slide are the other scenarios.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82512"/>
            <a:ext cx="11094415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55664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LABORFORCE MEDICAL MANAGEMENT</a:t>
            </a:r>
            <a:endParaRPr lang="en-US" sz="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VY">
    <p:bg>
      <p:bgPr>
        <a:solidFill>
          <a:srgbClr val="0C3C7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82512"/>
            <a:ext cx="11094415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55664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kern="0" spc="15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LABORFORCE MEDICAL MANAGEMENT</a:t>
            </a:r>
            <a:endParaRPr lang="en-US" sz="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0C3C7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82512"/>
            <a:ext cx="11094415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55664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kern="0" spc="15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FOR DISCUSSION PURPOSES</a:t>
            </a:r>
            <a:endParaRPr lang="en-US" sz="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slide" Target="slide160.xml"/><Relationship Id="rId13" Type="http://schemas.openxmlformats.org/officeDocument/2006/relationships/slide" Target="slide174.xml"/><Relationship Id="rId3" Type="http://schemas.openxmlformats.org/officeDocument/2006/relationships/slide" Target="slide5.xml"/><Relationship Id="rId7" Type="http://schemas.openxmlformats.org/officeDocument/2006/relationships/slide" Target="slide144.xml"/><Relationship Id="rId12" Type="http://schemas.openxmlformats.org/officeDocument/2006/relationships/slide" Target="slide179.xml"/><Relationship Id="rId2" Type="http://schemas.openxmlformats.org/officeDocument/2006/relationships/notesSlide" Target="../notesSlides/notesSlide5.xml"/><Relationship Id="rId16" Type="http://schemas.openxmlformats.org/officeDocument/2006/relationships/chart" Target="../charts/chart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39.xml"/><Relationship Id="rId11" Type="http://schemas.openxmlformats.org/officeDocument/2006/relationships/slide" Target="slide172.xml"/><Relationship Id="rId5" Type="http://schemas.openxmlformats.org/officeDocument/2006/relationships/slide" Target="slide112.xml"/><Relationship Id="rId15" Type="http://schemas.openxmlformats.org/officeDocument/2006/relationships/slide" Target="slide176.xml"/><Relationship Id="rId10" Type="http://schemas.openxmlformats.org/officeDocument/2006/relationships/slide" Target="slide168.xml"/><Relationship Id="rId4" Type="http://schemas.openxmlformats.org/officeDocument/2006/relationships/slide" Target="slide48.xml"/><Relationship Id="rId9" Type="http://schemas.openxmlformats.org/officeDocument/2006/relationships/slide" Target="slide191.xml"/><Relationship Id="rId14" Type="http://schemas.openxmlformats.org/officeDocument/2006/relationships/slide" Target="slide175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slide" Target="slide38.xml"/><Relationship Id="rId13" Type="http://schemas.openxmlformats.org/officeDocument/2006/relationships/slide" Target="slide7.xml"/><Relationship Id="rId3" Type="http://schemas.openxmlformats.org/officeDocument/2006/relationships/slide" Target="slide5.xml"/><Relationship Id="rId7" Type="http://schemas.openxmlformats.org/officeDocument/2006/relationships/slide" Target="slide22.xml"/><Relationship Id="rId12" Type="http://schemas.openxmlformats.org/officeDocument/2006/relationships/slide" Target="slide18.xml"/><Relationship Id="rId2" Type="http://schemas.openxmlformats.org/officeDocument/2006/relationships/notesSlide" Target="../notesSlides/notesSlide6.xml"/><Relationship Id="rId16" Type="http://schemas.openxmlformats.org/officeDocument/2006/relationships/chart" Target="../charts/chart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97.xml"/><Relationship Id="rId11" Type="http://schemas.openxmlformats.org/officeDocument/2006/relationships/slide" Target="slide14.xml"/><Relationship Id="rId5" Type="http://schemas.openxmlformats.org/officeDocument/2006/relationships/slide" Target="slide134.xml"/><Relationship Id="rId15" Type="http://schemas.openxmlformats.org/officeDocument/2006/relationships/slide" Target="slide9.xml"/><Relationship Id="rId10" Type="http://schemas.openxmlformats.org/officeDocument/2006/relationships/slide" Target="slide10.xml"/><Relationship Id="rId4" Type="http://schemas.openxmlformats.org/officeDocument/2006/relationships/slide" Target="slide70.xml"/><Relationship Id="rId9" Type="http://schemas.openxmlformats.org/officeDocument/2006/relationships/slide" Target="slide54.xml"/><Relationship Id="rId14" Type="http://schemas.openxmlformats.org/officeDocument/2006/relationships/slide" Target="slide8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slide" Target="slide39.xml"/><Relationship Id="rId13" Type="http://schemas.openxmlformats.org/officeDocument/2006/relationships/slide" Target="slide6.xml"/><Relationship Id="rId3" Type="http://schemas.openxmlformats.org/officeDocument/2006/relationships/slide" Target="slide5.xml"/><Relationship Id="rId7" Type="http://schemas.openxmlformats.org/officeDocument/2006/relationships/slide" Target="slide23.xml"/><Relationship Id="rId12" Type="http://schemas.openxmlformats.org/officeDocument/2006/relationships/slide" Target="slide19.xml"/><Relationship Id="rId2" Type="http://schemas.openxmlformats.org/officeDocument/2006/relationships/notesSlide" Target="../notesSlides/notesSlide7.xml"/><Relationship Id="rId16" Type="http://schemas.openxmlformats.org/officeDocument/2006/relationships/chart" Target="../charts/chart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98.xml"/><Relationship Id="rId11" Type="http://schemas.openxmlformats.org/officeDocument/2006/relationships/slide" Target="slide15.xml"/><Relationship Id="rId5" Type="http://schemas.openxmlformats.org/officeDocument/2006/relationships/slide" Target="slide135.xml"/><Relationship Id="rId15" Type="http://schemas.openxmlformats.org/officeDocument/2006/relationships/slide" Target="slide9.xml"/><Relationship Id="rId10" Type="http://schemas.openxmlformats.org/officeDocument/2006/relationships/slide" Target="slide11.xml"/><Relationship Id="rId4" Type="http://schemas.openxmlformats.org/officeDocument/2006/relationships/slide" Target="slide71.xml"/><Relationship Id="rId9" Type="http://schemas.openxmlformats.org/officeDocument/2006/relationships/slide" Target="slide55.xml"/><Relationship Id="rId14" Type="http://schemas.openxmlformats.org/officeDocument/2006/relationships/slide" Target="slide8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slide" Target="slide40.xml"/><Relationship Id="rId13" Type="http://schemas.openxmlformats.org/officeDocument/2006/relationships/slide" Target="slide6.xml"/><Relationship Id="rId3" Type="http://schemas.openxmlformats.org/officeDocument/2006/relationships/slide" Target="slide5.xml"/><Relationship Id="rId7" Type="http://schemas.openxmlformats.org/officeDocument/2006/relationships/slide" Target="slide24.xml"/><Relationship Id="rId12" Type="http://schemas.openxmlformats.org/officeDocument/2006/relationships/slide" Target="slide20.xml"/><Relationship Id="rId2" Type="http://schemas.openxmlformats.org/officeDocument/2006/relationships/notesSlide" Target="../notesSlides/notesSlide8.xml"/><Relationship Id="rId16" Type="http://schemas.openxmlformats.org/officeDocument/2006/relationships/chart" Target="../charts/chart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99.xml"/><Relationship Id="rId11" Type="http://schemas.openxmlformats.org/officeDocument/2006/relationships/slide" Target="slide16.xml"/><Relationship Id="rId5" Type="http://schemas.openxmlformats.org/officeDocument/2006/relationships/slide" Target="slide136.xml"/><Relationship Id="rId15" Type="http://schemas.openxmlformats.org/officeDocument/2006/relationships/slide" Target="slide9.xml"/><Relationship Id="rId10" Type="http://schemas.openxmlformats.org/officeDocument/2006/relationships/slide" Target="slide12.xml"/><Relationship Id="rId4" Type="http://schemas.openxmlformats.org/officeDocument/2006/relationships/slide" Target="slide72.xml"/><Relationship Id="rId9" Type="http://schemas.openxmlformats.org/officeDocument/2006/relationships/slide" Target="slide56.xml"/><Relationship Id="rId14" Type="http://schemas.openxmlformats.org/officeDocument/2006/relationships/slide" Target="slide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slide" Target="slide41.xml"/><Relationship Id="rId13" Type="http://schemas.openxmlformats.org/officeDocument/2006/relationships/slide" Target="slide6.xml"/><Relationship Id="rId3" Type="http://schemas.openxmlformats.org/officeDocument/2006/relationships/slide" Target="slide5.xml"/><Relationship Id="rId7" Type="http://schemas.openxmlformats.org/officeDocument/2006/relationships/slide" Target="slide25.xml"/><Relationship Id="rId12" Type="http://schemas.openxmlformats.org/officeDocument/2006/relationships/slide" Target="slide21.xml"/><Relationship Id="rId2" Type="http://schemas.openxmlformats.org/officeDocument/2006/relationships/notesSlide" Target="../notesSlides/notesSlide9.xml"/><Relationship Id="rId16" Type="http://schemas.openxmlformats.org/officeDocument/2006/relationships/chart" Target="../charts/chart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00.xml"/><Relationship Id="rId11" Type="http://schemas.openxmlformats.org/officeDocument/2006/relationships/slide" Target="slide17.xml"/><Relationship Id="rId5" Type="http://schemas.openxmlformats.org/officeDocument/2006/relationships/slide" Target="slide137.xml"/><Relationship Id="rId15" Type="http://schemas.openxmlformats.org/officeDocument/2006/relationships/slide" Target="slide8.xml"/><Relationship Id="rId10" Type="http://schemas.openxmlformats.org/officeDocument/2006/relationships/slide" Target="slide13.xml"/><Relationship Id="rId4" Type="http://schemas.openxmlformats.org/officeDocument/2006/relationships/slide" Target="slide73.xml"/><Relationship Id="rId9" Type="http://schemas.openxmlformats.org/officeDocument/2006/relationships/slide" Target="slide57.xml"/><Relationship Id="rId14" Type="http://schemas.openxmlformats.org/officeDocument/2006/relationships/slide" Target="slide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slide" Target="slide42.xml"/><Relationship Id="rId13" Type="http://schemas.openxmlformats.org/officeDocument/2006/relationships/slide" Target="slide11.xml"/><Relationship Id="rId3" Type="http://schemas.openxmlformats.org/officeDocument/2006/relationships/slide" Target="slide5.xml"/><Relationship Id="rId7" Type="http://schemas.openxmlformats.org/officeDocument/2006/relationships/slide" Target="slide26.xml"/><Relationship Id="rId12" Type="http://schemas.openxmlformats.org/officeDocument/2006/relationships/slide" Target="slide18.xml"/><Relationship Id="rId2" Type="http://schemas.openxmlformats.org/officeDocument/2006/relationships/notesSlide" Target="../notesSlides/notesSlide10.xml"/><Relationship Id="rId16" Type="http://schemas.openxmlformats.org/officeDocument/2006/relationships/chart" Target="../charts/chart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01.xml"/><Relationship Id="rId11" Type="http://schemas.openxmlformats.org/officeDocument/2006/relationships/slide" Target="slide14.xml"/><Relationship Id="rId5" Type="http://schemas.openxmlformats.org/officeDocument/2006/relationships/slide" Target="slide138.xml"/><Relationship Id="rId15" Type="http://schemas.openxmlformats.org/officeDocument/2006/relationships/slide" Target="slide13.xml"/><Relationship Id="rId10" Type="http://schemas.openxmlformats.org/officeDocument/2006/relationships/slide" Target="slide6.xml"/><Relationship Id="rId4" Type="http://schemas.openxmlformats.org/officeDocument/2006/relationships/slide" Target="slide74.xml"/><Relationship Id="rId9" Type="http://schemas.openxmlformats.org/officeDocument/2006/relationships/slide" Target="slide58.xml"/><Relationship Id="rId14" Type="http://schemas.openxmlformats.org/officeDocument/2006/relationships/slide" Target="slide1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slide" Target="slide43.xml"/><Relationship Id="rId13" Type="http://schemas.openxmlformats.org/officeDocument/2006/relationships/slide" Target="slide10.xml"/><Relationship Id="rId3" Type="http://schemas.openxmlformats.org/officeDocument/2006/relationships/slide" Target="slide5.xml"/><Relationship Id="rId7" Type="http://schemas.openxmlformats.org/officeDocument/2006/relationships/slide" Target="slide27.xml"/><Relationship Id="rId12" Type="http://schemas.openxmlformats.org/officeDocument/2006/relationships/slide" Target="slide19.xml"/><Relationship Id="rId2" Type="http://schemas.openxmlformats.org/officeDocument/2006/relationships/notesSlide" Target="../notesSlides/notesSlide11.xml"/><Relationship Id="rId16" Type="http://schemas.openxmlformats.org/officeDocument/2006/relationships/chart" Target="../charts/chart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02.xml"/><Relationship Id="rId11" Type="http://schemas.openxmlformats.org/officeDocument/2006/relationships/slide" Target="slide15.xml"/><Relationship Id="rId5" Type="http://schemas.openxmlformats.org/officeDocument/2006/relationships/slide" Target="slide139.xml"/><Relationship Id="rId15" Type="http://schemas.openxmlformats.org/officeDocument/2006/relationships/slide" Target="slide13.xml"/><Relationship Id="rId10" Type="http://schemas.openxmlformats.org/officeDocument/2006/relationships/slide" Target="slide7.xml"/><Relationship Id="rId4" Type="http://schemas.openxmlformats.org/officeDocument/2006/relationships/slide" Target="slide75.xml"/><Relationship Id="rId9" Type="http://schemas.openxmlformats.org/officeDocument/2006/relationships/slide" Target="slide59.xml"/><Relationship Id="rId14" Type="http://schemas.openxmlformats.org/officeDocument/2006/relationships/slide" Target="slide1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slide" Target="slide44.xml"/><Relationship Id="rId13" Type="http://schemas.openxmlformats.org/officeDocument/2006/relationships/slide" Target="slide10.xml"/><Relationship Id="rId3" Type="http://schemas.openxmlformats.org/officeDocument/2006/relationships/slide" Target="slide5.xml"/><Relationship Id="rId7" Type="http://schemas.openxmlformats.org/officeDocument/2006/relationships/slide" Target="slide28.xml"/><Relationship Id="rId12" Type="http://schemas.openxmlformats.org/officeDocument/2006/relationships/slide" Target="slide20.xml"/><Relationship Id="rId2" Type="http://schemas.openxmlformats.org/officeDocument/2006/relationships/notesSlide" Target="../notesSlides/notesSlide12.xml"/><Relationship Id="rId16" Type="http://schemas.openxmlformats.org/officeDocument/2006/relationships/chart" Target="../charts/chart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03.xml"/><Relationship Id="rId11" Type="http://schemas.openxmlformats.org/officeDocument/2006/relationships/slide" Target="slide16.xml"/><Relationship Id="rId5" Type="http://schemas.openxmlformats.org/officeDocument/2006/relationships/slide" Target="slide140.xml"/><Relationship Id="rId15" Type="http://schemas.openxmlformats.org/officeDocument/2006/relationships/slide" Target="slide13.xml"/><Relationship Id="rId10" Type="http://schemas.openxmlformats.org/officeDocument/2006/relationships/slide" Target="slide8.xml"/><Relationship Id="rId4" Type="http://schemas.openxmlformats.org/officeDocument/2006/relationships/slide" Target="slide76.xml"/><Relationship Id="rId9" Type="http://schemas.openxmlformats.org/officeDocument/2006/relationships/slide" Target="slide60.xml"/><Relationship Id="rId14" Type="http://schemas.openxmlformats.org/officeDocument/2006/relationships/slide" Target="slide11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slide" Target="slide45.xml"/><Relationship Id="rId13" Type="http://schemas.openxmlformats.org/officeDocument/2006/relationships/slide" Target="slide10.xml"/><Relationship Id="rId3" Type="http://schemas.openxmlformats.org/officeDocument/2006/relationships/slide" Target="slide5.xml"/><Relationship Id="rId7" Type="http://schemas.openxmlformats.org/officeDocument/2006/relationships/slide" Target="slide29.xml"/><Relationship Id="rId12" Type="http://schemas.openxmlformats.org/officeDocument/2006/relationships/slide" Target="slide21.xml"/><Relationship Id="rId2" Type="http://schemas.openxmlformats.org/officeDocument/2006/relationships/notesSlide" Target="../notesSlides/notesSlide13.xml"/><Relationship Id="rId16" Type="http://schemas.openxmlformats.org/officeDocument/2006/relationships/chart" Target="../charts/chart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04.xml"/><Relationship Id="rId11" Type="http://schemas.openxmlformats.org/officeDocument/2006/relationships/slide" Target="slide17.xml"/><Relationship Id="rId5" Type="http://schemas.openxmlformats.org/officeDocument/2006/relationships/slide" Target="slide141.xml"/><Relationship Id="rId15" Type="http://schemas.openxmlformats.org/officeDocument/2006/relationships/slide" Target="slide12.xml"/><Relationship Id="rId10" Type="http://schemas.openxmlformats.org/officeDocument/2006/relationships/slide" Target="slide9.xml"/><Relationship Id="rId4" Type="http://schemas.openxmlformats.org/officeDocument/2006/relationships/slide" Target="slide77.xml"/><Relationship Id="rId9" Type="http://schemas.openxmlformats.org/officeDocument/2006/relationships/slide" Target="slide61.xml"/><Relationship Id="rId14" Type="http://schemas.openxmlformats.org/officeDocument/2006/relationships/slide" Target="slide11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slide" Target="slide46.xml"/><Relationship Id="rId13" Type="http://schemas.openxmlformats.org/officeDocument/2006/relationships/slide" Target="slide15.xml"/><Relationship Id="rId3" Type="http://schemas.openxmlformats.org/officeDocument/2006/relationships/slide" Target="slide5.xml"/><Relationship Id="rId7" Type="http://schemas.openxmlformats.org/officeDocument/2006/relationships/slide" Target="slide30.xml"/><Relationship Id="rId12" Type="http://schemas.openxmlformats.org/officeDocument/2006/relationships/slide" Target="slide18.xml"/><Relationship Id="rId2" Type="http://schemas.openxmlformats.org/officeDocument/2006/relationships/notesSlide" Target="../notesSlides/notesSlide14.xml"/><Relationship Id="rId16" Type="http://schemas.openxmlformats.org/officeDocument/2006/relationships/chart" Target="../charts/chart1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05.xml"/><Relationship Id="rId11" Type="http://schemas.openxmlformats.org/officeDocument/2006/relationships/slide" Target="slide10.xml"/><Relationship Id="rId5" Type="http://schemas.openxmlformats.org/officeDocument/2006/relationships/slide" Target="slide142.xml"/><Relationship Id="rId15" Type="http://schemas.openxmlformats.org/officeDocument/2006/relationships/slide" Target="slide17.xml"/><Relationship Id="rId10" Type="http://schemas.openxmlformats.org/officeDocument/2006/relationships/slide" Target="slide6.xml"/><Relationship Id="rId4" Type="http://schemas.openxmlformats.org/officeDocument/2006/relationships/slide" Target="slide78.xml"/><Relationship Id="rId9" Type="http://schemas.openxmlformats.org/officeDocument/2006/relationships/slide" Target="slide62.xml"/><Relationship Id="rId14" Type="http://schemas.openxmlformats.org/officeDocument/2006/relationships/slide" Target="slide16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slide" Target="slide47.xml"/><Relationship Id="rId13" Type="http://schemas.openxmlformats.org/officeDocument/2006/relationships/slide" Target="slide14.xml"/><Relationship Id="rId3" Type="http://schemas.openxmlformats.org/officeDocument/2006/relationships/slide" Target="slide5.xml"/><Relationship Id="rId7" Type="http://schemas.openxmlformats.org/officeDocument/2006/relationships/slide" Target="slide31.xml"/><Relationship Id="rId12" Type="http://schemas.openxmlformats.org/officeDocument/2006/relationships/slide" Target="slide19.xml"/><Relationship Id="rId2" Type="http://schemas.openxmlformats.org/officeDocument/2006/relationships/notesSlide" Target="../notesSlides/notesSlide15.xml"/><Relationship Id="rId16" Type="http://schemas.openxmlformats.org/officeDocument/2006/relationships/chart" Target="../charts/chart1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06.xml"/><Relationship Id="rId11" Type="http://schemas.openxmlformats.org/officeDocument/2006/relationships/slide" Target="slide11.xml"/><Relationship Id="rId5" Type="http://schemas.openxmlformats.org/officeDocument/2006/relationships/slide" Target="slide143.xml"/><Relationship Id="rId15" Type="http://schemas.openxmlformats.org/officeDocument/2006/relationships/slide" Target="slide17.xml"/><Relationship Id="rId10" Type="http://schemas.openxmlformats.org/officeDocument/2006/relationships/slide" Target="slide7.xml"/><Relationship Id="rId4" Type="http://schemas.openxmlformats.org/officeDocument/2006/relationships/slide" Target="slide79.xml"/><Relationship Id="rId9" Type="http://schemas.openxmlformats.org/officeDocument/2006/relationships/slide" Target="slide63.xml"/><Relationship Id="rId14" Type="http://schemas.openxmlformats.org/officeDocument/2006/relationships/slide" Target="slide16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slide" Target="slide48.xml"/><Relationship Id="rId13" Type="http://schemas.openxmlformats.org/officeDocument/2006/relationships/slide" Target="slide14.xml"/><Relationship Id="rId3" Type="http://schemas.openxmlformats.org/officeDocument/2006/relationships/slide" Target="slide5.xml"/><Relationship Id="rId7" Type="http://schemas.openxmlformats.org/officeDocument/2006/relationships/slide" Target="slide32.xml"/><Relationship Id="rId12" Type="http://schemas.openxmlformats.org/officeDocument/2006/relationships/slide" Target="slide20.xml"/><Relationship Id="rId2" Type="http://schemas.openxmlformats.org/officeDocument/2006/relationships/notesSlide" Target="../notesSlides/notesSlide16.xml"/><Relationship Id="rId16" Type="http://schemas.openxmlformats.org/officeDocument/2006/relationships/chart" Target="../charts/chart1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07.xml"/><Relationship Id="rId11" Type="http://schemas.openxmlformats.org/officeDocument/2006/relationships/slide" Target="slide12.xml"/><Relationship Id="rId5" Type="http://schemas.openxmlformats.org/officeDocument/2006/relationships/slide" Target="slide144.xml"/><Relationship Id="rId15" Type="http://schemas.openxmlformats.org/officeDocument/2006/relationships/slide" Target="slide17.xml"/><Relationship Id="rId10" Type="http://schemas.openxmlformats.org/officeDocument/2006/relationships/slide" Target="slide8.xml"/><Relationship Id="rId4" Type="http://schemas.openxmlformats.org/officeDocument/2006/relationships/slide" Target="slide80.xml"/><Relationship Id="rId9" Type="http://schemas.openxmlformats.org/officeDocument/2006/relationships/slide" Target="slide64.xml"/><Relationship Id="rId14" Type="http://schemas.openxmlformats.org/officeDocument/2006/relationships/slide" Target="slide15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slide" Target="slide49.xml"/><Relationship Id="rId13" Type="http://schemas.openxmlformats.org/officeDocument/2006/relationships/slide" Target="slide14.xml"/><Relationship Id="rId3" Type="http://schemas.openxmlformats.org/officeDocument/2006/relationships/slide" Target="slide5.xml"/><Relationship Id="rId7" Type="http://schemas.openxmlformats.org/officeDocument/2006/relationships/slide" Target="slide33.xml"/><Relationship Id="rId12" Type="http://schemas.openxmlformats.org/officeDocument/2006/relationships/slide" Target="slide21.xml"/><Relationship Id="rId2" Type="http://schemas.openxmlformats.org/officeDocument/2006/relationships/notesSlide" Target="../notesSlides/notesSlide17.xml"/><Relationship Id="rId16" Type="http://schemas.openxmlformats.org/officeDocument/2006/relationships/chart" Target="../charts/chart1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08.xml"/><Relationship Id="rId11" Type="http://schemas.openxmlformats.org/officeDocument/2006/relationships/slide" Target="slide13.xml"/><Relationship Id="rId5" Type="http://schemas.openxmlformats.org/officeDocument/2006/relationships/slide" Target="slide145.xml"/><Relationship Id="rId15" Type="http://schemas.openxmlformats.org/officeDocument/2006/relationships/slide" Target="slide16.xml"/><Relationship Id="rId10" Type="http://schemas.openxmlformats.org/officeDocument/2006/relationships/slide" Target="slide9.xml"/><Relationship Id="rId4" Type="http://schemas.openxmlformats.org/officeDocument/2006/relationships/slide" Target="slide81.xml"/><Relationship Id="rId9" Type="http://schemas.openxmlformats.org/officeDocument/2006/relationships/slide" Target="slide65.xml"/><Relationship Id="rId14" Type="http://schemas.openxmlformats.org/officeDocument/2006/relationships/slide" Target="slide15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slide" Target="slide50.xml"/><Relationship Id="rId13" Type="http://schemas.openxmlformats.org/officeDocument/2006/relationships/slide" Target="slide19.xml"/><Relationship Id="rId3" Type="http://schemas.openxmlformats.org/officeDocument/2006/relationships/slide" Target="slide5.xml"/><Relationship Id="rId7" Type="http://schemas.openxmlformats.org/officeDocument/2006/relationships/slide" Target="slide34.xml"/><Relationship Id="rId12" Type="http://schemas.openxmlformats.org/officeDocument/2006/relationships/slide" Target="slide14.xml"/><Relationship Id="rId2" Type="http://schemas.openxmlformats.org/officeDocument/2006/relationships/notesSlide" Target="../notesSlides/notesSlide18.xml"/><Relationship Id="rId16" Type="http://schemas.openxmlformats.org/officeDocument/2006/relationships/chart" Target="../charts/chart1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09.xml"/><Relationship Id="rId11" Type="http://schemas.openxmlformats.org/officeDocument/2006/relationships/slide" Target="slide10.xml"/><Relationship Id="rId5" Type="http://schemas.openxmlformats.org/officeDocument/2006/relationships/slide" Target="slide146.xml"/><Relationship Id="rId15" Type="http://schemas.openxmlformats.org/officeDocument/2006/relationships/slide" Target="slide21.xml"/><Relationship Id="rId10" Type="http://schemas.openxmlformats.org/officeDocument/2006/relationships/slide" Target="slide6.xml"/><Relationship Id="rId4" Type="http://schemas.openxmlformats.org/officeDocument/2006/relationships/slide" Target="slide82.xml"/><Relationship Id="rId9" Type="http://schemas.openxmlformats.org/officeDocument/2006/relationships/slide" Target="slide66.xml"/><Relationship Id="rId14" Type="http://schemas.openxmlformats.org/officeDocument/2006/relationships/slide" Target="slide20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slide" Target="slide51.xml"/><Relationship Id="rId13" Type="http://schemas.openxmlformats.org/officeDocument/2006/relationships/slide" Target="slide18.xml"/><Relationship Id="rId3" Type="http://schemas.openxmlformats.org/officeDocument/2006/relationships/slide" Target="slide5.xml"/><Relationship Id="rId7" Type="http://schemas.openxmlformats.org/officeDocument/2006/relationships/slide" Target="slide35.xml"/><Relationship Id="rId12" Type="http://schemas.openxmlformats.org/officeDocument/2006/relationships/slide" Target="slide15.xml"/><Relationship Id="rId2" Type="http://schemas.openxmlformats.org/officeDocument/2006/relationships/notesSlide" Target="../notesSlides/notesSlide19.xml"/><Relationship Id="rId16" Type="http://schemas.openxmlformats.org/officeDocument/2006/relationships/chart" Target="../charts/chart1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10.xml"/><Relationship Id="rId11" Type="http://schemas.openxmlformats.org/officeDocument/2006/relationships/slide" Target="slide11.xml"/><Relationship Id="rId5" Type="http://schemas.openxmlformats.org/officeDocument/2006/relationships/slide" Target="slide147.xml"/><Relationship Id="rId15" Type="http://schemas.openxmlformats.org/officeDocument/2006/relationships/slide" Target="slide21.xml"/><Relationship Id="rId10" Type="http://schemas.openxmlformats.org/officeDocument/2006/relationships/slide" Target="slide7.xml"/><Relationship Id="rId4" Type="http://schemas.openxmlformats.org/officeDocument/2006/relationships/slide" Target="slide83.xml"/><Relationship Id="rId9" Type="http://schemas.openxmlformats.org/officeDocument/2006/relationships/slide" Target="slide67.xml"/><Relationship Id="rId14" Type="http://schemas.openxmlformats.org/officeDocument/2006/relationships/slide" Target="slide20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slide" Target="slide52.xml"/><Relationship Id="rId13" Type="http://schemas.openxmlformats.org/officeDocument/2006/relationships/slide" Target="slide18.xml"/><Relationship Id="rId3" Type="http://schemas.openxmlformats.org/officeDocument/2006/relationships/slide" Target="slide5.xml"/><Relationship Id="rId7" Type="http://schemas.openxmlformats.org/officeDocument/2006/relationships/slide" Target="slide36.xml"/><Relationship Id="rId12" Type="http://schemas.openxmlformats.org/officeDocument/2006/relationships/slide" Target="slide16.xml"/><Relationship Id="rId2" Type="http://schemas.openxmlformats.org/officeDocument/2006/relationships/notesSlide" Target="../notesSlides/notesSlide20.xml"/><Relationship Id="rId16" Type="http://schemas.openxmlformats.org/officeDocument/2006/relationships/chart" Target="../charts/chart1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11.xml"/><Relationship Id="rId11" Type="http://schemas.openxmlformats.org/officeDocument/2006/relationships/slide" Target="slide12.xml"/><Relationship Id="rId5" Type="http://schemas.openxmlformats.org/officeDocument/2006/relationships/slide" Target="slide148.xml"/><Relationship Id="rId15" Type="http://schemas.openxmlformats.org/officeDocument/2006/relationships/slide" Target="slide21.xml"/><Relationship Id="rId10" Type="http://schemas.openxmlformats.org/officeDocument/2006/relationships/slide" Target="slide8.xml"/><Relationship Id="rId4" Type="http://schemas.openxmlformats.org/officeDocument/2006/relationships/slide" Target="slide84.xml"/><Relationship Id="rId9" Type="http://schemas.openxmlformats.org/officeDocument/2006/relationships/slide" Target="slide68.xml"/><Relationship Id="rId14" Type="http://schemas.openxmlformats.org/officeDocument/2006/relationships/slide" Target="slide19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slide" Target="slide53.xml"/><Relationship Id="rId13" Type="http://schemas.openxmlformats.org/officeDocument/2006/relationships/slide" Target="slide18.xml"/><Relationship Id="rId3" Type="http://schemas.openxmlformats.org/officeDocument/2006/relationships/slide" Target="slide5.xml"/><Relationship Id="rId7" Type="http://schemas.openxmlformats.org/officeDocument/2006/relationships/slide" Target="slide37.xml"/><Relationship Id="rId12" Type="http://schemas.openxmlformats.org/officeDocument/2006/relationships/slide" Target="slide17.xml"/><Relationship Id="rId2" Type="http://schemas.openxmlformats.org/officeDocument/2006/relationships/notesSlide" Target="../notesSlides/notesSlide21.xml"/><Relationship Id="rId16" Type="http://schemas.openxmlformats.org/officeDocument/2006/relationships/chart" Target="../charts/chart1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12.xml"/><Relationship Id="rId11" Type="http://schemas.openxmlformats.org/officeDocument/2006/relationships/slide" Target="slide13.xml"/><Relationship Id="rId5" Type="http://schemas.openxmlformats.org/officeDocument/2006/relationships/slide" Target="slide149.xml"/><Relationship Id="rId15" Type="http://schemas.openxmlformats.org/officeDocument/2006/relationships/slide" Target="slide20.xml"/><Relationship Id="rId10" Type="http://schemas.openxmlformats.org/officeDocument/2006/relationships/slide" Target="slide9.xml"/><Relationship Id="rId4" Type="http://schemas.openxmlformats.org/officeDocument/2006/relationships/slide" Target="slide85.xml"/><Relationship Id="rId9" Type="http://schemas.openxmlformats.org/officeDocument/2006/relationships/slide" Target="slide69.xml"/><Relationship Id="rId14" Type="http://schemas.openxmlformats.org/officeDocument/2006/relationships/slide" Target="slide19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slide" Target="slide38.xml"/><Relationship Id="rId13" Type="http://schemas.openxmlformats.org/officeDocument/2006/relationships/slide" Target="slide23.xml"/><Relationship Id="rId3" Type="http://schemas.openxmlformats.org/officeDocument/2006/relationships/slide" Target="slide5.xml"/><Relationship Id="rId7" Type="http://schemas.openxmlformats.org/officeDocument/2006/relationships/slide" Target="slide6.xml"/><Relationship Id="rId12" Type="http://schemas.openxmlformats.org/officeDocument/2006/relationships/slide" Target="slide34.xml"/><Relationship Id="rId2" Type="http://schemas.openxmlformats.org/officeDocument/2006/relationships/notesSlide" Target="../notesSlides/notesSlide22.xml"/><Relationship Id="rId16" Type="http://schemas.openxmlformats.org/officeDocument/2006/relationships/chart" Target="../charts/chart1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13.xml"/><Relationship Id="rId11" Type="http://schemas.openxmlformats.org/officeDocument/2006/relationships/slide" Target="slide30.xml"/><Relationship Id="rId5" Type="http://schemas.openxmlformats.org/officeDocument/2006/relationships/slide" Target="slide150.xml"/><Relationship Id="rId15" Type="http://schemas.openxmlformats.org/officeDocument/2006/relationships/slide" Target="slide25.xml"/><Relationship Id="rId10" Type="http://schemas.openxmlformats.org/officeDocument/2006/relationships/slide" Target="slide26.xml"/><Relationship Id="rId4" Type="http://schemas.openxmlformats.org/officeDocument/2006/relationships/slide" Target="slide86.xml"/><Relationship Id="rId9" Type="http://schemas.openxmlformats.org/officeDocument/2006/relationships/slide" Target="slide54.xml"/><Relationship Id="rId14" Type="http://schemas.openxmlformats.org/officeDocument/2006/relationships/slide" Target="slide24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slide" Target="slide39.xml"/><Relationship Id="rId13" Type="http://schemas.openxmlformats.org/officeDocument/2006/relationships/slide" Target="slide22.xml"/><Relationship Id="rId3" Type="http://schemas.openxmlformats.org/officeDocument/2006/relationships/slide" Target="slide5.xml"/><Relationship Id="rId7" Type="http://schemas.openxmlformats.org/officeDocument/2006/relationships/slide" Target="slide7.xml"/><Relationship Id="rId12" Type="http://schemas.openxmlformats.org/officeDocument/2006/relationships/slide" Target="slide35.xml"/><Relationship Id="rId2" Type="http://schemas.openxmlformats.org/officeDocument/2006/relationships/notesSlide" Target="../notesSlides/notesSlide23.xml"/><Relationship Id="rId16" Type="http://schemas.openxmlformats.org/officeDocument/2006/relationships/chart" Target="../charts/chart1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14.xml"/><Relationship Id="rId11" Type="http://schemas.openxmlformats.org/officeDocument/2006/relationships/slide" Target="slide31.xml"/><Relationship Id="rId5" Type="http://schemas.openxmlformats.org/officeDocument/2006/relationships/slide" Target="slide151.xml"/><Relationship Id="rId15" Type="http://schemas.openxmlformats.org/officeDocument/2006/relationships/slide" Target="slide25.xml"/><Relationship Id="rId10" Type="http://schemas.openxmlformats.org/officeDocument/2006/relationships/slide" Target="slide27.xml"/><Relationship Id="rId4" Type="http://schemas.openxmlformats.org/officeDocument/2006/relationships/slide" Target="slide87.xml"/><Relationship Id="rId9" Type="http://schemas.openxmlformats.org/officeDocument/2006/relationships/slide" Target="slide55.xml"/><Relationship Id="rId14" Type="http://schemas.openxmlformats.org/officeDocument/2006/relationships/slide" Target="slide24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slide" Target="slide40.xml"/><Relationship Id="rId13" Type="http://schemas.openxmlformats.org/officeDocument/2006/relationships/slide" Target="slide22.xml"/><Relationship Id="rId3" Type="http://schemas.openxmlformats.org/officeDocument/2006/relationships/slide" Target="slide5.xml"/><Relationship Id="rId7" Type="http://schemas.openxmlformats.org/officeDocument/2006/relationships/slide" Target="slide8.xml"/><Relationship Id="rId12" Type="http://schemas.openxmlformats.org/officeDocument/2006/relationships/slide" Target="slide36.xml"/><Relationship Id="rId2" Type="http://schemas.openxmlformats.org/officeDocument/2006/relationships/notesSlide" Target="../notesSlides/notesSlide24.xml"/><Relationship Id="rId16" Type="http://schemas.openxmlformats.org/officeDocument/2006/relationships/chart" Target="../charts/chart2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15.xml"/><Relationship Id="rId11" Type="http://schemas.openxmlformats.org/officeDocument/2006/relationships/slide" Target="slide32.xml"/><Relationship Id="rId5" Type="http://schemas.openxmlformats.org/officeDocument/2006/relationships/slide" Target="slide152.xml"/><Relationship Id="rId15" Type="http://schemas.openxmlformats.org/officeDocument/2006/relationships/slide" Target="slide25.xml"/><Relationship Id="rId10" Type="http://schemas.openxmlformats.org/officeDocument/2006/relationships/slide" Target="slide28.xml"/><Relationship Id="rId4" Type="http://schemas.openxmlformats.org/officeDocument/2006/relationships/slide" Target="slide88.xml"/><Relationship Id="rId9" Type="http://schemas.openxmlformats.org/officeDocument/2006/relationships/slide" Target="slide56.xml"/><Relationship Id="rId14" Type="http://schemas.openxmlformats.org/officeDocument/2006/relationships/slide" Target="slide23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slide" Target="slide41.xml"/><Relationship Id="rId13" Type="http://schemas.openxmlformats.org/officeDocument/2006/relationships/slide" Target="slide22.xml"/><Relationship Id="rId3" Type="http://schemas.openxmlformats.org/officeDocument/2006/relationships/slide" Target="slide5.xml"/><Relationship Id="rId7" Type="http://schemas.openxmlformats.org/officeDocument/2006/relationships/slide" Target="slide9.xml"/><Relationship Id="rId12" Type="http://schemas.openxmlformats.org/officeDocument/2006/relationships/slide" Target="slide37.xml"/><Relationship Id="rId2" Type="http://schemas.openxmlformats.org/officeDocument/2006/relationships/notesSlide" Target="../notesSlides/notesSlide25.xml"/><Relationship Id="rId16" Type="http://schemas.openxmlformats.org/officeDocument/2006/relationships/chart" Target="../charts/chart2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16.xml"/><Relationship Id="rId11" Type="http://schemas.openxmlformats.org/officeDocument/2006/relationships/slide" Target="slide33.xml"/><Relationship Id="rId5" Type="http://schemas.openxmlformats.org/officeDocument/2006/relationships/slide" Target="slide153.xml"/><Relationship Id="rId15" Type="http://schemas.openxmlformats.org/officeDocument/2006/relationships/slide" Target="slide24.xml"/><Relationship Id="rId10" Type="http://schemas.openxmlformats.org/officeDocument/2006/relationships/slide" Target="slide29.xml"/><Relationship Id="rId4" Type="http://schemas.openxmlformats.org/officeDocument/2006/relationships/slide" Target="slide89.xml"/><Relationship Id="rId9" Type="http://schemas.openxmlformats.org/officeDocument/2006/relationships/slide" Target="slide57.xml"/><Relationship Id="rId14" Type="http://schemas.openxmlformats.org/officeDocument/2006/relationships/slide" Target="slide23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slide" Target="slide42.xml"/><Relationship Id="rId13" Type="http://schemas.openxmlformats.org/officeDocument/2006/relationships/slide" Target="slide27.xml"/><Relationship Id="rId3" Type="http://schemas.openxmlformats.org/officeDocument/2006/relationships/slide" Target="slide5.xml"/><Relationship Id="rId7" Type="http://schemas.openxmlformats.org/officeDocument/2006/relationships/slide" Target="slide10.xml"/><Relationship Id="rId12" Type="http://schemas.openxmlformats.org/officeDocument/2006/relationships/slide" Target="slide34.xml"/><Relationship Id="rId2" Type="http://schemas.openxmlformats.org/officeDocument/2006/relationships/notesSlide" Target="../notesSlides/notesSlide26.xml"/><Relationship Id="rId16" Type="http://schemas.openxmlformats.org/officeDocument/2006/relationships/chart" Target="../charts/chart2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17.xml"/><Relationship Id="rId11" Type="http://schemas.openxmlformats.org/officeDocument/2006/relationships/slide" Target="slide30.xml"/><Relationship Id="rId5" Type="http://schemas.openxmlformats.org/officeDocument/2006/relationships/slide" Target="slide154.xml"/><Relationship Id="rId15" Type="http://schemas.openxmlformats.org/officeDocument/2006/relationships/slide" Target="slide29.xml"/><Relationship Id="rId10" Type="http://schemas.openxmlformats.org/officeDocument/2006/relationships/slide" Target="slide22.xml"/><Relationship Id="rId4" Type="http://schemas.openxmlformats.org/officeDocument/2006/relationships/slide" Target="slide90.xml"/><Relationship Id="rId9" Type="http://schemas.openxmlformats.org/officeDocument/2006/relationships/slide" Target="slide58.xml"/><Relationship Id="rId14" Type="http://schemas.openxmlformats.org/officeDocument/2006/relationships/slide" Target="slide28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slide" Target="slide43.xml"/><Relationship Id="rId13" Type="http://schemas.openxmlformats.org/officeDocument/2006/relationships/slide" Target="slide26.xml"/><Relationship Id="rId3" Type="http://schemas.openxmlformats.org/officeDocument/2006/relationships/slide" Target="slide5.xml"/><Relationship Id="rId7" Type="http://schemas.openxmlformats.org/officeDocument/2006/relationships/slide" Target="slide11.xml"/><Relationship Id="rId12" Type="http://schemas.openxmlformats.org/officeDocument/2006/relationships/slide" Target="slide35.xml"/><Relationship Id="rId2" Type="http://schemas.openxmlformats.org/officeDocument/2006/relationships/notesSlide" Target="../notesSlides/notesSlide27.xml"/><Relationship Id="rId16" Type="http://schemas.openxmlformats.org/officeDocument/2006/relationships/chart" Target="../charts/chart2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18.xml"/><Relationship Id="rId11" Type="http://schemas.openxmlformats.org/officeDocument/2006/relationships/slide" Target="slide31.xml"/><Relationship Id="rId5" Type="http://schemas.openxmlformats.org/officeDocument/2006/relationships/slide" Target="slide155.xml"/><Relationship Id="rId15" Type="http://schemas.openxmlformats.org/officeDocument/2006/relationships/slide" Target="slide29.xml"/><Relationship Id="rId10" Type="http://schemas.openxmlformats.org/officeDocument/2006/relationships/slide" Target="slide23.xml"/><Relationship Id="rId4" Type="http://schemas.openxmlformats.org/officeDocument/2006/relationships/slide" Target="slide91.xml"/><Relationship Id="rId9" Type="http://schemas.openxmlformats.org/officeDocument/2006/relationships/slide" Target="slide59.xml"/><Relationship Id="rId14" Type="http://schemas.openxmlformats.org/officeDocument/2006/relationships/slide" Target="slide28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slide" Target="slide44.xml"/><Relationship Id="rId13" Type="http://schemas.openxmlformats.org/officeDocument/2006/relationships/slide" Target="slide26.xml"/><Relationship Id="rId3" Type="http://schemas.openxmlformats.org/officeDocument/2006/relationships/slide" Target="slide5.xml"/><Relationship Id="rId7" Type="http://schemas.openxmlformats.org/officeDocument/2006/relationships/slide" Target="slide12.xml"/><Relationship Id="rId12" Type="http://schemas.openxmlformats.org/officeDocument/2006/relationships/slide" Target="slide36.xml"/><Relationship Id="rId2" Type="http://schemas.openxmlformats.org/officeDocument/2006/relationships/notesSlide" Target="../notesSlides/notesSlide28.xml"/><Relationship Id="rId16" Type="http://schemas.openxmlformats.org/officeDocument/2006/relationships/chart" Target="../charts/chart2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19.xml"/><Relationship Id="rId11" Type="http://schemas.openxmlformats.org/officeDocument/2006/relationships/slide" Target="slide32.xml"/><Relationship Id="rId5" Type="http://schemas.openxmlformats.org/officeDocument/2006/relationships/slide" Target="slide156.xml"/><Relationship Id="rId15" Type="http://schemas.openxmlformats.org/officeDocument/2006/relationships/slide" Target="slide29.xml"/><Relationship Id="rId10" Type="http://schemas.openxmlformats.org/officeDocument/2006/relationships/slide" Target="slide24.xml"/><Relationship Id="rId4" Type="http://schemas.openxmlformats.org/officeDocument/2006/relationships/slide" Target="slide92.xml"/><Relationship Id="rId9" Type="http://schemas.openxmlformats.org/officeDocument/2006/relationships/slide" Target="slide60.xml"/><Relationship Id="rId14" Type="http://schemas.openxmlformats.org/officeDocument/2006/relationships/slide" Target="slide27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slide" Target="slide45.xml"/><Relationship Id="rId13" Type="http://schemas.openxmlformats.org/officeDocument/2006/relationships/slide" Target="slide26.xml"/><Relationship Id="rId3" Type="http://schemas.openxmlformats.org/officeDocument/2006/relationships/slide" Target="slide5.xml"/><Relationship Id="rId7" Type="http://schemas.openxmlformats.org/officeDocument/2006/relationships/slide" Target="slide13.xml"/><Relationship Id="rId12" Type="http://schemas.openxmlformats.org/officeDocument/2006/relationships/slide" Target="slide37.xml"/><Relationship Id="rId2" Type="http://schemas.openxmlformats.org/officeDocument/2006/relationships/notesSlide" Target="../notesSlides/notesSlide29.xml"/><Relationship Id="rId16" Type="http://schemas.openxmlformats.org/officeDocument/2006/relationships/chart" Target="../charts/chart2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20.xml"/><Relationship Id="rId11" Type="http://schemas.openxmlformats.org/officeDocument/2006/relationships/slide" Target="slide33.xml"/><Relationship Id="rId5" Type="http://schemas.openxmlformats.org/officeDocument/2006/relationships/slide" Target="slide157.xml"/><Relationship Id="rId15" Type="http://schemas.openxmlformats.org/officeDocument/2006/relationships/slide" Target="slide28.xml"/><Relationship Id="rId10" Type="http://schemas.openxmlformats.org/officeDocument/2006/relationships/slide" Target="slide25.xml"/><Relationship Id="rId4" Type="http://schemas.openxmlformats.org/officeDocument/2006/relationships/slide" Target="slide93.xml"/><Relationship Id="rId9" Type="http://schemas.openxmlformats.org/officeDocument/2006/relationships/slide" Target="slide61.xml"/><Relationship Id="rId14" Type="http://schemas.openxmlformats.org/officeDocument/2006/relationships/slide" Target="slide27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slide" Target="slide46.xml"/><Relationship Id="rId13" Type="http://schemas.openxmlformats.org/officeDocument/2006/relationships/slide" Target="slide31.xml"/><Relationship Id="rId3" Type="http://schemas.openxmlformats.org/officeDocument/2006/relationships/slide" Target="slide5.xml"/><Relationship Id="rId7" Type="http://schemas.openxmlformats.org/officeDocument/2006/relationships/slide" Target="slide14.xml"/><Relationship Id="rId12" Type="http://schemas.openxmlformats.org/officeDocument/2006/relationships/slide" Target="slide34.xml"/><Relationship Id="rId2" Type="http://schemas.openxmlformats.org/officeDocument/2006/relationships/notesSlide" Target="../notesSlides/notesSlide30.xml"/><Relationship Id="rId16" Type="http://schemas.openxmlformats.org/officeDocument/2006/relationships/chart" Target="../charts/chart2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21.xml"/><Relationship Id="rId11" Type="http://schemas.openxmlformats.org/officeDocument/2006/relationships/slide" Target="slide26.xml"/><Relationship Id="rId5" Type="http://schemas.openxmlformats.org/officeDocument/2006/relationships/slide" Target="slide158.xml"/><Relationship Id="rId15" Type="http://schemas.openxmlformats.org/officeDocument/2006/relationships/slide" Target="slide33.xml"/><Relationship Id="rId10" Type="http://schemas.openxmlformats.org/officeDocument/2006/relationships/slide" Target="slide22.xml"/><Relationship Id="rId4" Type="http://schemas.openxmlformats.org/officeDocument/2006/relationships/slide" Target="slide94.xml"/><Relationship Id="rId9" Type="http://schemas.openxmlformats.org/officeDocument/2006/relationships/slide" Target="slide62.xml"/><Relationship Id="rId14" Type="http://schemas.openxmlformats.org/officeDocument/2006/relationships/slide" Target="slide32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slide" Target="slide47.xml"/><Relationship Id="rId13" Type="http://schemas.openxmlformats.org/officeDocument/2006/relationships/slide" Target="slide30.xml"/><Relationship Id="rId3" Type="http://schemas.openxmlformats.org/officeDocument/2006/relationships/slide" Target="slide5.xml"/><Relationship Id="rId7" Type="http://schemas.openxmlformats.org/officeDocument/2006/relationships/slide" Target="slide15.xml"/><Relationship Id="rId12" Type="http://schemas.openxmlformats.org/officeDocument/2006/relationships/slide" Target="slide35.xml"/><Relationship Id="rId2" Type="http://schemas.openxmlformats.org/officeDocument/2006/relationships/notesSlide" Target="../notesSlides/notesSlide31.xml"/><Relationship Id="rId16" Type="http://schemas.openxmlformats.org/officeDocument/2006/relationships/chart" Target="../charts/chart2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22.xml"/><Relationship Id="rId11" Type="http://schemas.openxmlformats.org/officeDocument/2006/relationships/slide" Target="slide27.xml"/><Relationship Id="rId5" Type="http://schemas.openxmlformats.org/officeDocument/2006/relationships/slide" Target="slide159.xml"/><Relationship Id="rId15" Type="http://schemas.openxmlformats.org/officeDocument/2006/relationships/slide" Target="slide33.xml"/><Relationship Id="rId10" Type="http://schemas.openxmlformats.org/officeDocument/2006/relationships/slide" Target="slide23.xml"/><Relationship Id="rId4" Type="http://schemas.openxmlformats.org/officeDocument/2006/relationships/slide" Target="slide95.xml"/><Relationship Id="rId9" Type="http://schemas.openxmlformats.org/officeDocument/2006/relationships/slide" Target="slide63.xml"/><Relationship Id="rId14" Type="http://schemas.openxmlformats.org/officeDocument/2006/relationships/slide" Target="slide32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slide" Target="slide48.xml"/><Relationship Id="rId13" Type="http://schemas.openxmlformats.org/officeDocument/2006/relationships/slide" Target="slide30.xml"/><Relationship Id="rId3" Type="http://schemas.openxmlformats.org/officeDocument/2006/relationships/slide" Target="slide5.xml"/><Relationship Id="rId7" Type="http://schemas.openxmlformats.org/officeDocument/2006/relationships/slide" Target="slide16.xml"/><Relationship Id="rId12" Type="http://schemas.openxmlformats.org/officeDocument/2006/relationships/slide" Target="slide36.xml"/><Relationship Id="rId2" Type="http://schemas.openxmlformats.org/officeDocument/2006/relationships/notesSlide" Target="../notesSlides/notesSlide32.xml"/><Relationship Id="rId16" Type="http://schemas.openxmlformats.org/officeDocument/2006/relationships/chart" Target="../charts/chart2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23.xml"/><Relationship Id="rId11" Type="http://schemas.openxmlformats.org/officeDocument/2006/relationships/slide" Target="slide28.xml"/><Relationship Id="rId5" Type="http://schemas.openxmlformats.org/officeDocument/2006/relationships/slide" Target="slide160.xml"/><Relationship Id="rId15" Type="http://schemas.openxmlformats.org/officeDocument/2006/relationships/slide" Target="slide33.xml"/><Relationship Id="rId10" Type="http://schemas.openxmlformats.org/officeDocument/2006/relationships/slide" Target="slide24.xml"/><Relationship Id="rId4" Type="http://schemas.openxmlformats.org/officeDocument/2006/relationships/slide" Target="slide96.xml"/><Relationship Id="rId9" Type="http://schemas.openxmlformats.org/officeDocument/2006/relationships/slide" Target="slide64.xml"/><Relationship Id="rId14" Type="http://schemas.openxmlformats.org/officeDocument/2006/relationships/slide" Target="slide31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slide" Target="slide49.xml"/><Relationship Id="rId13" Type="http://schemas.openxmlformats.org/officeDocument/2006/relationships/slide" Target="slide30.xml"/><Relationship Id="rId3" Type="http://schemas.openxmlformats.org/officeDocument/2006/relationships/slide" Target="slide5.xml"/><Relationship Id="rId7" Type="http://schemas.openxmlformats.org/officeDocument/2006/relationships/slide" Target="slide17.xml"/><Relationship Id="rId12" Type="http://schemas.openxmlformats.org/officeDocument/2006/relationships/slide" Target="slide37.xml"/><Relationship Id="rId2" Type="http://schemas.openxmlformats.org/officeDocument/2006/relationships/notesSlide" Target="../notesSlides/notesSlide33.xml"/><Relationship Id="rId16" Type="http://schemas.openxmlformats.org/officeDocument/2006/relationships/chart" Target="../charts/chart2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24.xml"/><Relationship Id="rId11" Type="http://schemas.openxmlformats.org/officeDocument/2006/relationships/slide" Target="slide29.xml"/><Relationship Id="rId5" Type="http://schemas.openxmlformats.org/officeDocument/2006/relationships/slide" Target="slide161.xml"/><Relationship Id="rId15" Type="http://schemas.openxmlformats.org/officeDocument/2006/relationships/slide" Target="slide32.xml"/><Relationship Id="rId10" Type="http://schemas.openxmlformats.org/officeDocument/2006/relationships/slide" Target="slide25.xml"/><Relationship Id="rId4" Type="http://schemas.openxmlformats.org/officeDocument/2006/relationships/slide" Target="slide97.xml"/><Relationship Id="rId9" Type="http://schemas.openxmlformats.org/officeDocument/2006/relationships/slide" Target="slide65.xml"/><Relationship Id="rId14" Type="http://schemas.openxmlformats.org/officeDocument/2006/relationships/slide" Target="slide31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slide" Target="slide50.xml"/><Relationship Id="rId13" Type="http://schemas.openxmlformats.org/officeDocument/2006/relationships/slide" Target="slide35.xml"/><Relationship Id="rId3" Type="http://schemas.openxmlformats.org/officeDocument/2006/relationships/slide" Target="slide5.xml"/><Relationship Id="rId7" Type="http://schemas.openxmlformats.org/officeDocument/2006/relationships/slide" Target="slide18.xml"/><Relationship Id="rId12" Type="http://schemas.openxmlformats.org/officeDocument/2006/relationships/slide" Target="slide30.xml"/><Relationship Id="rId2" Type="http://schemas.openxmlformats.org/officeDocument/2006/relationships/notesSlide" Target="../notesSlides/notesSlide34.xml"/><Relationship Id="rId16" Type="http://schemas.openxmlformats.org/officeDocument/2006/relationships/chart" Target="../charts/chart3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25.xml"/><Relationship Id="rId11" Type="http://schemas.openxmlformats.org/officeDocument/2006/relationships/slide" Target="slide26.xml"/><Relationship Id="rId5" Type="http://schemas.openxmlformats.org/officeDocument/2006/relationships/slide" Target="slide162.xml"/><Relationship Id="rId15" Type="http://schemas.openxmlformats.org/officeDocument/2006/relationships/slide" Target="slide37.xml"/><Relationship Id="rId10" Type="http://schemas.openxmlformats.org/officeDocument/2006/relationships/slide" Target="slide22.xml"/><Relationship Id="rId4" Type="http://schemas.openxmlformats.org/officeDocument/2006/relationships/slide" Target="slide98.xml"/><Relationship Id="rId9" Type="http://schemas.openxmlformats.org/officeDocument/2006/relationships/slide" Target="slide66.xml"/><Relationship Id="rId14" Type="http://schemas.openxmlformats.org/officeDocument/2006/relationships/slide" Target="slide36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slide" Target="slide51.xml"/><Relationship Id="rId13" Type="http://schemas.openxmlformats.org/officeDocument/2006/relationships/slide" Target="slide34.xml"/><Relationship Id="rId3" Type="http://schemas.openxmlformats.org/officeDocument/2006/relationships/slide" Target="slide5.xml"/><Relationship Id="rId7" Type="http://schemas.openxmlformats.org/officeDocument/2006/relationships/slide" Target="slide19.xml"/><Relationship Id="rId12" Type="http://schemas.openxmlformats.org/officeDocument/2006/relationships/slide" Target="slide31.xml"/><Relationship Id="rId2" Type="http://schemas.openxmlformats.org/officeDocument/2006/relationships/notesSlide" Target="../notesSlides/notesSlide35.xml"/><Relationship Id="rId16" Type="http://schemas.openxmlformats.org/officeDocument/2006/relationships/chart" Target="../charts/chart3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26.xml"/><Relationship Id="rId11" Type="http://schemas.openxmlformats.org/officeDocument/2006/relationships/slide" Target="slide27.xml"/><Relationship Id="rId5" Type="http://schemas.openxmlformats.org/officeDocument/2006/relationships/slide" Target="slide163.xml"/><Relationship Id="rId15" Type="http://schemas.openxmlformats.org/officeDocument/2006/relationships/slide" Target="slide37.xml"/><Relationship Id="rId10" Type="http://schemas.openxmlformats.org/officeDocument/2006/relationships/slide" Target="slide23.xml"/><Relationship Id="rId4" Type="http://schemas.openxmlformats.org/officeDocument/2006/relationships/slide" Target="slide99.xml"/><Relationship Id="rId9" Type="http://schemas.openxmlformats.org/officeDocument/2006/relationships/slide" Target="slide67.xml"/><Relationship Id="rId14" Type="http://schemas.openxmlformats.org/officeDocument/2006/relationships/slide" Target="slide36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slide" Target="slide52.xml"/><Relationship Id="rId13" Type="http://schemas.openxmlformats.org/officeDocument/2006/relationships/slide" Target="slide34.xml"/><Relationship Id="rId3" Type="http://schemas.openxmlformats.org/officeDocument/2006/relationships/slide" Target="slide5.xml"/><Relationship Id="rId7" Type="http://schemas.openxmlformats.org/officeDocument/2006/relationships/slide" Target="slide20.xml"/><Relationship Id="rId12" Type="http://schemas.openxmlformats.org/officeDocument/2006/relationships/slide" Target="slide32.xml"/><Relationship Id="rId2" Type="http://schemas.openxmlformats.org/officeDocument/2006/relationships/notesSlide" Target="../notesSlides/notesSlide36.xml"/><Relationship Id="rId16" Type="http://schemas.openxmlformats.org/officeDocument/2006/relationships/chart" Target="../charts/chart3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27.xml"/><Relationship Id="rId11" Type="http://schemas.openxmlformats.org/officeDocument/2006/relationships/slide" Target="slide28.xml"/><Relationship Id="rId5" Type="http://schemas.openxmlformats.org/officeDocument/2006/relationships/slide" Target="slide164.xml"/><Relationship Id="rId15" Type="http://schemas.openxmlformats.org/officeDocument/2006/relationships/slide" Target="slide37.xml"/><Relationship Id="rId10" Type="http://schemas.openxmlformats.org/officeDocument/2006/relationships/slide" Target="slide24.xml"/><Relationship Id="rId4" Type="http://schemas.openxmlformats.org/officeDocument/2006/relationships/slide" Target="slide100.xml"/><Relationship Id="rId9" Type="http://schemas.openxmlformats.org/officeDocument/2006/relationships/slide" Target="slide68.xml"/><Relationship Id="rId14" Type="http://schemas.openxmlformats.org/officeDocument/2006/relationships/slide" Target="slide35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slide" Target="slide53.xml"/><Relationship Id="rId13" Type="http://schemas.openxmlformats.org/officeDocument/2006/relationships/slide" Target="slide34.xml"/><Relationship Id="rId3" Type="http://schemas.openxmlformats.org/officeDocument/2006/relationships/slide" Target="slide5.xml"/><Relationship Id="rId7" Type="http://schemas.openxmlformats.org/officeDocument/2006/relationships/slide" Target="slide21.xml"/><Relationship Id="rId12" Type="http://schemas.openxmlformats.org/officeDocument/2006/relationships/slide" Target="slide33.xml"/><Relationship Id="rId2" Type="http://schemas.openxmlformats.org/officeDocument/2006/relationships/notesSlide" Target="../notesSlides/notesSlide37.xml"/><Relationship Id="rId16" Type="http://schemas.openxmlformats.org/officeDocument/2006/relationships/chart" Target="../charts/chart3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28.xml"/><Relationship Id="rId11" Type="http://schemas.openxmlformats.org/officeDocument/2006/relationships/slide" Target="slide29.xml"/><Relationship Id="rId5" Type="http://schemas.openxmlformats.org/officeDocument/2006/relationships/slide" Target="slide165.xml"/><Relationship Id="rId15" Type="http://schemas.openxmlformats.org/officeDocument/2006/relationships/slide" Target="slide36.xml"/><Relationship Id="rId10" Type="http://schemas.openxmlformats.org/officeDocument/2006/relationships/slide" Target="slide25.xml"/><Relationship Id="rId4" Type="http://schemas.openxmlformats.org/officeDocument/2006/relationships/slide" Target="slide101.xml"/><Relationship Id="rId9" Type="http://schemas.openxmlformats.org/officeDocument/2006/relationships/slide" Target="slide69.xml"/><Relationship Id="rId14" Type="http://schemas.openxmlformats.org/officeDocument/2006/relationships/slide" Target="slide35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slide" Target="slide22.xml"/><Relationship Id="rId13" Type="http://schemas.openxmlformats.org/officeDocument/2006/relationships/slide" Target="slide39.xml"/><Relationship Id="rId3" Type="http://schemas.openxmlformats.org/officeDocument/2006/relationships/slide" Target="slide5.xml"/><Relationship Id="rId7" Type="http://schemas.openxmlformats.org/officeDocument/2006/relationships/slide" Target="slide6.xml"/><Relationship Id="rId12" Type="http://schemas.openxmlformats.org/officeDocument/2006/relationships/slide" Target="slide50.xml"/><Relationship Id="rId2" Type="http://schemas.openxmlformats.org/officeDocument/2006/relationships/notesSlide" Target="../notesSlides/notesSlide38.xml"/><Relationship Id="rId16" Type="http://schemas.openxmlformats.org/officeDocument/2006/relationships/chart" Target="../charts/chart3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29.xml"/><Relationship Id="rId11" Type="http://schemas.openxmlformats.org/officeDocument/2006/relationships/slide" Target="slide46.xml"/><Relationship Id="rId5" Type="http://schemas.openxmlformats.org/officeDocument/2006/relationships/slide" Target="slide166.xml"/><Relationship Id="rId15" Type="http://schemas.openxmlformats.org/officeDocument/2006/relationships/slide" Target="slide41.xml"/><Relationship Id="rId10" Type="http://schemas.openxmlformats.org/officeDocument/2006/relationships/slide" Target="slide42.xml"/><Relationship Id="rId4" Type="http://schemas.openxmlformats.org/officeDocument/2006/relationships/slide" Target="slide102.xml"/><Relationship Id="rId9" Type="http://schemas.openxmlformats.org/officeDocument/2006/relationships/slide" Target="slide54.xml"/><Relationship Id="rId14" Type="http://schemas.openxmlformats.org/officeDocument/2006/relationships/slide" Target="slide40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slide" Target="slide23.xml"/><Relationship Id="rId13" Type="http://schemas.openxmlformats.org/officeDocument/2006/relationships/slide" Target="slide38.xml"/><Relationship Id="rId3" Type="http://schemas.openxmlformats.org/officeDocument/2006/relationships/slide" Target="slide5.xml"/><Relationship Id="rId7" Type="http://schemas.openxmlformats.org/officeDocument/2006/relationships/slide" Target="slide7.xml"/><Relationship Id="rId12" Type="http://schemas.openxmlformats.org/officeDocument/2006/relationships/slide" Target="slide51.xml"/><Relationship Id="rId2" Type="http://schemas.openxmlformats.org/officeDocument/2006/relationships/notesSlide" Target="../notesSlides/notesSlide39.xml"/><Relationship Id="rId16" Type="http://schemas.openxmlformats.org/officeDocument/2006/relationships/chart" Target="../charts/chart3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30.xml"/><Relationship Id="rId11" Type="http://schemas.openxmlformats.org/officeDocument/2006/relationships/slide" Target="slide47.xml"/><Relationship Id="rId5" Type="http://schemas.openxmlformats.org/officeDocument/2006/relationships/slide" Target="slide167.xml"/><Relationship Id="rId15" Type="http://schemas.openxmlformats.org/officeDocument/2006/relationships/slide" Target="slide41.xml"/><Relationship Id="rId10" Type="http://schemas.openxmlformats.org/officeDocument/2006/relationships/slide" Target="slide43.xml"/><Relationship Id="rId4" Type="http://schemas.openxmlformats.org/officeDocument/2006/relationships/slide" Target="slide103.xml"/><Relationship Id="rId9" Type="http://schemas.openxmlformats.org/officeDocument/2006/relationships/slide" Target="slide55.xml"/><Relationship Id="rId14" Type="http://schemas.openxmlformats.org/officeDocument/2006/relationships/slide" Target="slide40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slide" Target="slide24.xml"/><Relationship Id="rId13" Type="http://schemas.openxmlformats.org/officeDocument/2006/relationships/slide" Target="slide38.xml"/><Relationship Id="rId3" Type="http://schemas.openxmlformats.org/officeDocument/2006/relationships/slide" Target="slide5.xml"/><Relationship Id="rId7" Type="http://schemas.openxmlformats.org/officeDocument/2006/relationships/slide" Target="slide8.xml"/><Relationship Id="rId12" Type="http://schemas.openxmlformats.org/officeDocument/2006/relationships/slide" Target="slide52.xml"/><Relationship Id="rId2" Type="http://schemas.openxmlformats.org/officeDocument/2006/relationships/notesSlide" Target="../notesSlides/notesSlide40.xml"/><Relationship Id="rId16" Type="http://schemas.openxmlformats.org/officeDocument/2006/relationships/chart" Target="../charts/chart3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31.xml"/><Relationship Id="rId11" Type="http://schemas.openxmlformats.org/officeDocument/2006/relationships/slide" Target="slide48.xml"/><Relationship Id="rId5" Type="http://schemas.openxmlformats.org/officeDocument/2006/relationships/slide" Target="slide168.xml"/><Relationship Id="rId15" Type="http://schemas.openxmlformats.org/officeDocument/2006/relationships/slide" Target="slide41.xml"/><Relationship Id="rId10" Type="http://schemas.openxmlformats.org/officeDocument/2006/relationships/slide" Target="slide44.xml"/><Relationship Id="rId4" Type="http://schemas.openxmlformats.org/officeDocument/2006/relationships/slide" Target="slide104.xml"/><Relationship Id="rId9" Type="http://schemas.openxmlformats.org/officeDocument/2006/relationships/slide" Target="slide56.xml"/><Relationship Id="rId14" Type="http://schemas.openxmlformats.org/officeDocument/2006/relationships/slide" Target="slide39.xm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slide" Target="slide25.xml"/><Relationship Id="rId13" Type="http://schemas.openxmlformats.org/officeDocument/2006/relationships/slide" Target="slide38.xml"/><Relationship Id="rId3" Type="http://schemas.openxmlformats.org/officeDocument/2006/relationships/slide" Target="slide5.xml"/><Relationship Id="rId7" Type="http://schemas.openxmlformats.org/officeDocument/2006/relationships/slide" Target="slide9.xml"/><Relationship Id="rId12" Type="http://schemas.openxmlformats.org/officeDocument/2006/relationships/slide" Target="slide53.xml"/><Relationship Id="rId2" Type="http://schemas.openxmlformats.org/officeDocument/2006/relationships/notesSlide" Target="../notesSlides/notesSlide41.xml"/><Relationship Id="rId16" Type="http://schemas.openxmlformats.org/officeDocument/2006/relationships/chart" Target="../charts/chart3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32.xml"/><Relationship Id="rId11" Type="http://schemas.openxmlformats.org/officeDocument/2006/relationships/slide" Target="slide49.xml"/><Relationship Id="rId5" Type="http://schemas.openxmlformats.org/officeDocument/2006/relationships/slide" Target="slide169.xml"/><Relationship Id="rId15" Type="http://schemas.openxmlformats.org/officeDocument/2006/relationships/slide" Target="slide40.xml"/><Relationship Id="rId10" Type="http://schemas.openxmlformats.org/officeDocument/2006/relationships/slide" Target="slide45.xml"/><Relationship Id="rId4" Type="http://schemas.openxmlformats.org/officeDocument/2006/relationships/slide" Target="slide105.xml"/><Relationship Id="rId9" Type="http://schemas.openxmlformats.org/officeDocument/2006/relationships/slide" Target="slide57.xml"/><Relationship Id="rId14" Type="http://schemas.openxmlformats.org/officeDocument/2006/relationships/slide" Target="slide39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slide" Target="slide26.xml"/><Relationship Id="rId13" Type="http://schemas.openxmlformats.org/officeDocument/2006/relationships/slide" Target="slide43.xml"/><Relationship Id="rId3" Type="http://schemas.openxmlformats.org/officeDocument/2006/relationships/slide" Target="slide5.xml"/><Relationship Id="rId7" Type="http://schemas.openxmlformats.org/officeDocument/2006/relationships/slide" Target="slide10.xml"/><Relationship Id="rId12" Type="http://schemas.openxmlformats.org/officeDocument/2006/relationships/slide" Target="slide50.xml"/><Relationship Id="rId2" Type="http://schemas.openxmlformats.org/officeDocument/2006/relationships/notesSlide" Target="../notesSlides/notesSlide42.xml"/><Relationship Id="rId16" Type="http://schemas.openxmlformats.org/officeDocument/2006/relationships/chart" Target="../charts/chart3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33.xml"/><Relationship Id="rId11" Type="http://schemas.openxmlformats.org/officeDocument/2006/relationships/slide" Target="slide46.xml"/><Relationship Id="rId5" Type="http://schemas.openxmlformats.org/officeDocument/2006/relationships/slide" Target="slide170.xml"/><Relationship Id="rId15" Type="http://schemas.openxmlformats.org/officeDocument/2006/relationships/slide" Target="slide45.xml"/><Relationship Id="rId10" Type="http://schemas.openxmlformats.org/officeDocument/2006/relationships/slide" Target="slide38.xml"/><Relationship Id="rId4" Type="http://schemas.openxmlformats.org/officeDocument/2006/relationships/slide" Target="slide106.xml"/><Relationship Id="rId9" Type="http://schemas.openxmlformats.org/officeDocument/2006/relationships/slide" Target="slide58.xml"/><Relationship Id="rId14" Type="http://schemas.openxmlformats.org/officeDocument/2006/relationships/slide" Target="slide44.xm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slide" Target="slide27.xml"/><Relationship Id="rId13" Type="http://schemas.openxmlformats.org/officeDocument/2006/relationships/slide" Target="slide42.xml"/><Relationship Id="rId3" Type="http://schemas.openxmlformats.org/officeDocument/2006/relationships/slide" Target="slide5.xml"/><Relationship Id="rId7" Type="http://schemas.openxmlformats.org/officeDocument/2006/relationships/slide" Target="slide11.xml"/><Relationship Id="rId12" Type="http://schemas.openxmlformats.org/officeDocument/2006/relationships/slide" Target="slide51.xml"/><Relationship Id="rId2" Type="http://schemas.openxmlformats.org/officeDocument/2006/relationships/notesSlide" Target="../notesSlides/notesSlide43.xml"/><Relationship Id="rId16" Type="http://schemas.openxmlformats.org/officeDocument/2006/relationships/chart" Target="../charts/chart3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34.xml"/><Relationship Id="rId11" Type="http://schemas.openxmlformats.org/officeDocument/2006/relationships/slide" Target="slide47.xml"/><Relationship Id="rId5" Type="http://schemas.openxmlformats.org/officeDocument/2006/relationships/slide" Target="slide171.xml"/><Relationship Id="rId15" Type="http://schemas.openxmlformats.org/officeDocument/2006/relationships/slide" Target="slide45.xml"/><Relationship Id="rId10" Type="http://schemas.openxmlformats.org/officeDocument/2006/relationships/slide" Target="slide39.xml"/><Relationship Id="rId4" Type="http://schemas.openxmlformats.org/officeDocument/2006/relationships/slide" Target="slide107.xml"/><Relationship Id="rId9" Type="http://schemas.openxmlformats.org/officeDocument/2006/relationships/slide" Target="slide59.xml"/><Relationship Id="rId14" Type="http://schemas.openxmlformats.org/officeDocument/2006/relationships/slide" Target="slide44.xml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slide" Target="slide28.xml"/><Relationship Id="rId13" Type="http://schemas.openxmlformats.org/officeDocument/2006/relationships/slide" Target="slide42.xml"/><Relationship Id="rId3" Type="http://schemas.openxmlformats.org/officeDocument/2006/relationships/slide" Target="slide5.xml"/><Relationship Id="rId7" Type="http://schemas.openxmlformats.org/officeDocument/2006/relationships/slide" Target="slide12.xml"/><Relationship Id="rId12" Type="http://schemas.openxmlformats.org/officeDocument/2006/relationships/slide" Target="slide52.xml"/><Relationship Id="rId2" Type="http://schemas.openxmlformats.org/officeDocument/2006/relationships/notesSlide" Target="../notesSlides/notesSlide44.xml"/><Relationship Id="rId16" Type="http://schemas.openxmlformats.org/officeDocument/2006/relationships/chart" Target="../charts/chart4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35.xml"/><Relationship Id="rId11" Type="http://schemas.openxmlformats.org/officeDocument/2006/relationships/slide" Target="slide48.xml"/><Relationship Id="rId5" Type="http://schemas.openxmlformats.org/officeDocument/2006/relationships/slide" Target="slide172.xml"/><Relationship Id="rId15" Type="http://schemas.openxmlformats.org/officeDocument/2006/relationships/slide" Target="slide45.xml"/><Relationship Id="rId10" Type="http://schemas.openxmlformats.org/officeDocument/2006/relationships/slide" Target="slide40.xml"/><Relationship Id="rId4" Type="http://schemas.openxmlformats.org/officeDocument/2006/relationships/slide" Target="slide108.xml"/><Relationship Id="rId9" Type="http://schemas.openxmlformats.org/officeDocument/2006/relationships/slide" Target="slide60.xml"/><Relationship Id="rId14" Type="http://schemas.openxmlformats.org/officeDocument/2006/relationships/slide" Target="slide43.xml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slide" Target="slide29.xml"/><Relationship Id="rId13" Type="http://schemas.openxmlformats.org/officeDocument/2006/relationships/slide" Target="slide42.xml"/><Relationship Id="rId3" Type="http://schemas.openxmlformats.org/officeDocument/2006/relationships/slide" Target="slide5.xml"/><Relationship Id="rId7" Type="http://schemas.openxmlformats.org/officeDocument/2006/relationships/slide" Target="slide13.xml"/><Relationship Id="rId12" Type="http://schemas.openxmlformats.org/officeDocument/2006/relationships/slide" Target="slide53.xml"/><Relationship Id="rId2" Type="http://schemas.openxmlformats.org/officeDocument/2006/relationships/notesSlide" Target="../notesSlides/notesSlide45.xml"/><Relationship Id="rId16" Type="http://schemas.openxmlformats.org/officeDocument/2006/relationships/chart" Target="../charts/chart4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36.xml"/><Relationship Id="rId11" Type="http://schemas.openxmlformats.org/officeDocument/2006/relationships/slide" Target="slide49.xml"/><Relationship Id="rId5" Type="http://schemas.openxmlformats.org/officeDocument/2006/relationships/slide" Target="slide173.xml"/><Relationship Id="rId15" Type="http://schemas.openxmlformats.org/officeDocument/2006/relationships/slide" Target="slide44.xml"/><Relationship Id="rId10" Type="http://schemas.openxmlformats.org/officeDocument/2006/relationships/slide" Target="slide41.xml"/><Relationship Id="rId4" Type="http://schemas.openxmlformats.org/officeDocument/2006/relationships/slide" Target="slide109.xml"/><Relationship Id="rId9" Type="http://schemas.openxmlformats.org/officeDocument/2006/relationships/slide" Target="slide61.xml"/><Relationship Id="rId14" Type="http://schemas.openxmlformats.org/officeDocument/2006/relationships/slide" Target="slide43.xml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slide" Target="slide30.xml"/><Relationship Id="rId13" Type="http://schemas.openxmlformats.org/officeDocument/2006/relationships/slide" Target="slide47.xml"/><Relationship Id="rId3" Type="http://schemas.openxmlformats.org/officeDocument/2006/relationships/slide" Target="slide5.xml"/><Relationship Id="rId7" Type="http://schemas.openxmlformats.org/officeDocument/2006/relationships/slide" Target="slide14.xml"/><Relationship Id="rId12" Type="http://schemas.openxmlformats.org/officeDocument/2006/relationships/slide" Target="slide50.xml"/><Relationship Id="rId2" Type="http://schemas.openxmlformats.org/officeDocument/2006/relationships/notesSlide" Target="../notesSlides/notesSlide46.xml"/><Relationship Id="rId16" Type="http://schemas.openxmlformats.org/officeDocument/2006/relationships/chart" Target="../charts/chart4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37.xml"/><Relationship Id="rId11" Type="http://schemas.openxmlformats.org/officeDocument/2006/relationships/slide" Target="slide42.xml"/><Relationship Id="rId5" Type="http://schemas.openxmlformats.org/officeDocument/2006/relationships/slide" Target="slide174.xml"/><Relationship Id="rId15" Type="http://schemas.openxmlformats.org/officeDocument/2006/relationships/slide" Target="slide49.xml"/><Relationship Id="rId10" Type="http://schemas.openxmlformats.org/officeDocument/2006/relationships/slide" Target="slide38.xml"/><Relationship Id="rId4" Type="http://schemas.openxmlformats.org/officeDocument/2006/relationships/slide" Target="slide110.xml"/><Relationship Id="rId9" Type="http://schemas.openxmlformats.org/officeDocument/2006/relationships/slide" Target="slide62.xml"/><Relationship Id="rId14" Type="http://schemas.openxmlformats.org/officeDocument/2006/relationships/slide" Target="slide48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slide" Target="slide31.xml"/><Relationship Id="rId13" Type="http://schemas.openxmlformats.org/officeDocument/2006/relationships/slide" Target="slide46.xml"/><Relationship Id="rId3" Type="http://schemas.openxmlformats.org/officeDocument/2006/relationships/slide" Target="slide5.xml"/><Relationship Id="rId7" Type="http://schemas.openxmlformats.org/officeDocument/2006/relationships/slide" Target="slide15.xml"/><Relationship Id="rId12" Type="http://schemas.openxmlformats.org/officeDocument/2006/relationships/slide" Target="slide51.xml"/><Relationship Id="rId2" Type="http://schemas.openxmlformats.org/officeDocument/2006/relationships/notesSlide" Target="../notesSlides/notesSlide47.xml"/><Relationship Id="rId16" Type="http://schemas.openxmlformats.org/officeDocument/2006/relationships/chart" Target="../charts/chart4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38.xml"/><Relationship Id="rId11" Type="http://schemas.openxmlformats.org/officeDocument/2006/relationships/slide" Target="slide43.xml"/><Relationship Id="rId5" Type="http://schemas.openxmlformats.org/officeDocument/2006/relationships/slide" Target="slide175.xml"/><Relationship Id="rId15" Type="http://schemas.openxmlformats.org/officeDocument/2006/relationships/slide" Target="slide49.xml"/><Relationship Id="rId10" Type="http://schemas.openxmlformats.org/officeDocument/2006/relationships/slide" Target="slide39.xml"/><Relationship Id="rId4" Type="http://schemas.openxmlformats.org/officeDocument/2006/relationships/slide" Target="slide111.xml"/><Relationship Id="rId9" Type="http://schemas.openxmlformats.org/officeDocument/2006/relationships/slide" Target="slide63.xml"/><Relationship Id="rId14" Type="http://schemas.openxmlformats.org/officeDocument/2006/relationships/slide" Target="slide48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slide" Target="slide64.xml"/><Relationship Id="rId13" Type="http://schemas.openxmlformats.org/officeDocument/2006/relationships/slide" Target="slide47.xml"/><Relationship Id="rId3" Type="http://schemas.openxmlformats.org/officeDocument/2006/relationships/slide" Target="slide5.xml"/><Relationship Id="rId7" Type="http://schemas.openxmlformats.org/officeDocument/2006/relationships/slide" Target="slide32.xml"/><Relationship Id="rId12" Type="http://schemas.openxmlformats.org/officeDocument/2006/relationships/slide" Target="slide46.xm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6.xml"/><Relationship Id="rId11" Type="http://schemas.openxmlformats.org/officeDocument/2006/relationships/slide" Target="slide52.xml"/><Relationship Id="rId5" Type="http://schemas.openxmlformats.org/officeDocument/2006/relationships/slide" Target="slide239.xml"/><Relationship Id="rId15" Type="http://schemas.openxmlformats.org/officeDocument/2006/relationships/chart" Target="../charts/chart44.xml"/><Relationship Id="rId10" Type="http://schemas.openxmlformats.org/officeDocument/2006/relationships/slide" Target="slide44.xml"/><Relationship Id="rId4" Type="http://schemas.openxmlformats.org/officeDocument/2006/relationships/slide" Target="slide112.xml"/><Relationship Id="rId9" Type="http://schemas.openxmlformats.org/officeDocument/2006/relationships/slide" Target="slide40.xml"/><Relationship Id="rId14" Type="http://schemas.openxmlformats.org/officeDocument/2006/relationships/slide" Target="slide49.xml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slide" Target="slide33.xml"/><Relationship Id="rId13" Type="http://schemas.openxmlformats.org/officeDocument/2006/relationships/slide" Target="slide46.xml"/><Relationship Id="rId3" Type="http://schemas.openxmlformats.org/officeDocument/2006/relationships/slide" Target="slide5.xml"/><Relationship Id="rId7" Type="http://schemas.openxmlformats.org/officeDocument/2006/relationships/slide" Target="slide17.xml"/><Relationship Id="rId12" Type="http://schemas.openxmlformats.org/officeDocument/2006/relationships/slide" Target="slide53.xml"/><Relationship Id="rId2" Type="http://schemas.openxmlformats.org/officeDocument/2006/relationships/notesSlide" Target="../notesSlides/notesSlide49.xml"/><Relationship Id="rId16" Type="http://schemas.openxmlformats.org/officeDocument/2006/relationships/chart" Target="../charts/chart4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40.xml"/><Relationship Id="rId11" Type="http://schemas.openxmlformats.org/officeDocument/2006/relationships/slide" Target="slide45.xml"/><Relationship Id="rId5" Type="http://schemas.openxmlformats.org/officeDocument/2006/relationships/slide" Target="slide176.xml"/><Relationship Id="rId15" Type="http://schemas.openxmlformats.org/officeDocument/2006/relationships/slide" Target="slide48.xml"/><Relationship Id="rId10" Type="http://schemas.openxmlformats.org/officeDocument/2006/relationships/slide" Target="slide41.xml"/><Relationship Id="rId4" Type="http://schemas.openxmlformats.org/officeDocument/2006/relationships/slide" Target="slide113.xml"/><Relationship Id="rId9" Type="http://schemas.openxmlformats.org/officeDocument/2006/relationships/slide" Target="slide65.xml"/><Relationship Id="rId14" Type="http://schemas.openxmlformats.org/officeDocument/2006/relationships/slide" Target="slide47.xml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slide" Target="slide34.xml"/><Relationship Id="rId13" Type="http://schemas.openxmlformats.org/officeDocument/2006/relationships/slide" Target="slide51.xml"/><Relationship Id="rId3" Type="http://schemas.openxmlformats.org/officeDocument/2006/relationships/slide" Target="slide5.xml"/><Relationship Id="rId7" Type="http://schemas.openxmlformats.org/officeDocument/2006/relationships/slide" Target="slide18.xml"/><Relationship Id="rId12" Type="http://schemas.openxmlformats.org/officeDocument/2006/relationships/slide" Target="slide46.xml"/><Relationship Id="rId2" Type="http://schemas.openxmlformats.org/officeDocument/2006/relationships/notesSlide" Target="../notesSlides/notesSlide50.xml"/><Relationship Id="rId16" Type="http://schemas.openxmlformats.org/officeDocument/2006/relationships/chart" Target="../charts/chart4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41.xml"/><Relationship Id="rId11" Type="http://schemas.openxmlformats.org/officeDocument/2006/relationships/slide" Target="slide42.xml"/><Relationship Id="rId5" Type="http://schemas.openxmlformats.org/officeDocument/2006/relationships/slide" Target="slide177.xml"/><Relationship Id="rId15" Type="http://schemas.openxmlformats.org/officeDocument/2006/relationships/slide" Target="slide53.xml"/><Relationship Id="rId10" Type="http://schemas.openxmlformats.org/officeDocument/2006/relationships/slide" Target="slide38.xml"/><Relationship Id="rId4" Type="http://schemas.openxmlformats.org/officeDocument/2006/relationships/slide" Target="slide114.xml"/><Relationship Id="rId9" Type="http://schemas.openxmlformats.org/officeDocument/2006/relationships/slide" Target="slide66.xml"/><Relationship Id="rId14" Type="http://schemas.openxmlformats.org/officeDocument/2006/relationships/slide" Target="slide52.xml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slide" Target="slide35.xml"/><Relationship Id="rId13" Type="http://schemas.openxmlformats.org/officeDocument/2006/relationships/slide" Target="slide50.xml"/><Relationship Id="rId3" Type="http://schemas.openxmlformats.org/officeDocument/2006/relationships/slide" Target="slide5.xml"/><Relationship Id="rId7" Type="http://schemas.openxmlformats.org/officeDocument/2006/relationships/slide" Target="slide19.xml"/><Relationship Id="rId12" Type="http://schemas.openxmlformats.org/officeDocument/2006/relationships/slide" Target="slide47.xml"/><Relationship Id="rId2" Type="http://schemas.openxmlformats.org/officeDocument/2006/relationships/notesSlide" Target="../notesSlides/notesSlide51.xml"/><Relationship Id="rId16" Type="http://schemas.openxmlformats.org/officeDocument/2006/relationships/chart" Target="../charts/chart4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42.xml"/><Relationship Id="rId11" Type="http://schemas.openxmlformats.org/officeDocument/2006/relationships/slide" Target="slide43.xml"/><Relationship Id="rId5" Type="http://schemas.openxmlformats.org/officeDocument/2006/relationships/slide" Target="slide178.xml"/><Relationship Id="rId15" Type="http://schemas.openxmlformats.org/officeDocument/2006/relationships/slide" Target="slide53.xml"/><Relationship Id="rId10" Type="http://schemas.openxmlformats.org/officeDocument/2006/relationships/slide" Target="slide39.xml"/><Relationship Id="rId4" Type="http://schemas.openxmlformats.org/officeDocument/2006/relationships/slide" Target="slide115.xml"/><Relationship Id="rId9" Type="http://schemas.openxmlformats.org/officeDocument/2006/relationships/slide" Target="slide67.xml"/><Relationship Id="rId14" Type="http://schemas.openxmlformats.org/officeDocument/2006/relationships/slide" Target="slide52.xml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slide" Target="slide36.xml"/><Relationship Id="rId13" Type="http://schemas.openxmlformats.org/officeDocument/2006/relationships/slide" Target="slide50.xml"/><Relationship Id="rId3" Type="http://schemas.openxmlformats.org/officeDocument/2006/relationships/slide" Target="slide5.xml"/><Relationship Id="rId7" Type="http://schemas.openxmlformats.org/officeDocument/2006/relationships/slide" Target="slide20.xml"/><Relationship Id="rId12" Type="http://schemas.openxmlformats.org/officeDocument/2006/relationships/slide" Target="slide48.xml"/><Relationship Id="rId2" Type="http://schemas.openxmlformats.org/officeDocument/2006/relationships/notesSlide" Target="../notesSlides/notesSlide52.xml"/><Relationship Id="rId16" Type="http://schemas.openxmlformats.org/officeDocument/2006/relationships/chart" Target="../charts/chart4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43.xml"/><Relationship Id="rId11" Type="http://schemas.openxmlformats.org/officeDocument/2006/relationships/slide" Target="slide44.xml"/><Relationship Id="rId5" Type="http://schemas.openxmlformats.org/officeDocument/2006/relationships/slide" Target="slide179.xml"/><Relationship Id="rId15" Type="http://schemas.openxmlformats.org/officeDocument/2006/relationships/slide" Target="slide53.xml"/><Relationship Id="rId10" Type="http://schemas.openxmlformats.org/officeDocument/2006/relationships/slide" Target="slide40.xml"/><Relationship Id="rId4" Type="http://schemas.openxmlformats.org/officeDocument/2006/relationships/slide" Target="slide116.xml"/><Relationship Id="rId9" Type="http://schemas.openxmlformats.org/officeDocument/2006/relationships/slide" Target="slide68.xml"/><Relationship Id="rId14" Type="http://schemas.openxmlformats.org/officeDocument/2006/relationships/slide" Target="slide51.xml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slide" Target="slide37.xml"/><Relationship Id="rId13" Type="http://schemas.openxmlformats.org/officeDocument/2006/relationships/slide" Target="slide50.xml"/><Relationship Id="rId3" Type="http://schemas.openxmlformats.org/officeDocument/2006/relationships/slide" Target="slide5.xml"/><Relationship Id="rId7" Type="http://schemas.openxmlformats.org/officeDocument/2006/relationships/slide" Target="slide21.xml"/><Relationship Id="rId12" Type="http://schemas.openxmlformats.org/officeDocument/2006/relationships/slide" Target="slide49.xml"/><Relationship Id="rId2" Type="http://schemas.openxmlformats.org/officeDocument/2006/relationships/notesSlide" Target="../notesSlides/notesSlide53.xml"/><Relationship Id="rId16" Type="http://schemas.openxmlformats.org/officeDocument/2006/relationships/chart" Target="../charts/chart4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44.xml"/><Relationship Id="rId11" Type="http://schemas.openxmlformats.org/officeDocument/2006/relationships/slide" Target="slide45.xml"/><Relationship Id="rId5" Type="http://schemas.openxmlformats.org/officeDocument/2006/relationships/slide" Target="slide180.xml"/><Relationship Id="rId15" Type="http://schemas.openxmlformats.org/officeDocument/2006/relationships/slide" Target="slide52.xml"/><Relationship Id="rId10" Type="http://schemas.openxmlformats.org/officeDocument/2006/relationships/slide" Target="slide41.xml"/><Relationship Id="rId4" Type="http://schemas.openxmlformats.org/officeDocument/2006/relationships/slide" Target="slide117.xml"/><Relationship Id="rId9" Type="http://schemas.openxmlformats.org/officeDocument/2006/relationships/slide" Target="slide69.xml"/><Relationship Id="rId14" Type="http://schemas.openxmlformats.org/officeDocument/2006/relationships/slide" Target="slide51.xml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slide" Target="slide22.xml"/><Relationship Id="rId13" Type="http://schemas.openxmlformats.org/officeDocument/2006/relationships/slide" Target="slide55.xml"/><Relationship Id="rId3" Type="http://schemas.openxmlformats.org/officeDocument/2006/relationships/slide" Target="slide5.xml"/><Relationship Id="rId7" Type="http://schemas.openxmlformats.org/officeDocument/2006/relationships/slide" Target="slide6.xml"/><Relationship Id="rId12" Type="http://schemas.openxmlformats.org/officeDocument/2006/relationships/slide" Target="slide66.xml"/><Relationship Id="rId2" Type="http://schemas.openxmlformats.org/officeDocument/2006/relationships/notesSlide" Target="../notesSlides/notesSlide54.xml"/><Relationship Id="rId16" Type="http://schemas.openxmlformats.org/officeDocument/2006/relationships/chart" Target="../charts/chart5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45.xml"/><Relationship Id="rId11" Type="http://schemas.openxmlformats.org/officeDocument/2006/relationships/slide" Target="slide62.xml"/><Relationship Id="rId5" Type="http://schemas.openxmlformats.org/officeDocument/2006/relationships/slide" Target="slide181.xml"/><Relationship Id="rId15" Type="http://schemas.openxmlformats.org/officeDocument/2006/relationships/slide" Target="slide57.xml"/><Relationship Id="rId10" Type="http://schemas.openxmlformats.org/officeDocument/2006/relationships/slide" Target="slide58.xml"/><Relationship Id="rId4" Type="http://schemas.openxmlformats.org/officeDocument/2006/relationships/slide" Target="slide118.xml"/><Relationship Id="rId9" Type="http://schemas.openxmlformats.org/officeDocument/2006/relationships/slide" Target="slide38.xml"/><Relationship Id="rId14" Type="http://schemas.openxmlformats.org/officeDocument/2006/relationships/slide" Target="slide56.xml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slide" Target="slide23.xml"/><Relationship Id="rId13" Type="http://schemas.openxmlformats.org/officeDocument/2006/relationships/slide" Target="slide54.xml"/><Relationship Id="rId3" Type="http://schemas.openxmlformats.org/officeDocument/2006/relationships/slide" Target="slide5.xml"/><Relationship Id="rId7" Type="http://schemas.openxmlformats.org/officeDocument/2006/relationships/slide" Target="slide7.xml"/><Relationship Id="rId12" Type="http://schemas.openxmlformats.org/officeDocument/2006/relationships/slide" Target="slide67.xml"/><Relationship Id="rId2" Type="http://schemas.openxmlformats.org/officeDocument/2006/relationships/notesSlide" Target="../notesSlides/notesSlide55.xml"/><Relationship Id="rId16" Type="http://schemas.openxmlformats.org/officeDocument/2006/relationships/chart" Target="../charts/chart5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46.xml"/><Relationship Id="rId11" Type="http://schemas.openxmlformats.org/officeDocument/2006/relationships/slide" Target="slide63.xml"/><Relationship Id="rId5" Type="http://schemas.openxmlformats.org/officeDocument/2006/relationships/slide" Target="slide182.xml"/><Relationship Id="rId15" Type="http://schemas.openxmlformats.org/officeDocument/2006/relationships/slide" Target="slide57.xml"/><Relationship Id="rId10" Type="http://schemas.openxmlformats.org/officeDocument/2006/relationships/slide" Target="slide59.xml"/><Relationship Id="rId4" Type="http://schemas.openxmlformats.org/officeDocument/2006/relationships/slide" Target="slide119.xml"/><Relationship Id="rId9" Type="http://schemas.openxmlformats.org/officeDocument/2006/relationships/slide" Target="slide39.xml"/><Relationship Id="rId14" Type="http://schemas.openxmlformats.org/officeDocument/2006/relationships/slide" Target="slide56.xml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slide" Target="slide24.xml"/><Relationship Id="rId13" Type="http://schemas.openxmlformats.org/officeDocument/2006/relationships/slide" Target="slide54.xml"/><Relationship Id="rId3" Type="http://schemas.openxmlformats.org/officeDocument/2006/relationships/slide" Target="slide5.xml"/><Relationship Id="rId7" Type="http://schemas.openxmlformats.org/officeDocument/2006/relationships/slide" Target="slide8.xml"/><Relationship Id="rId12" Type="http://schemas.openxmlformats.org/officeDocument/2006/relationships/slide" Target="slide68.xml"/><Relationship Id="rId2" Type="http://schemas.openxmlformats.org/officeDocument/2006/relationships/notesSlide" Target="../notesSlides/notesSlide56.xml"/><Relationship Id="rId16" Type="http://schemas.openxmlformats.org/officeDocument/2006/relationships/chart" Target="../charts/chart5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47.xml"/><Relationship Id="rId11" Type="http://schemas.openxmlformats.org/officeDocument/2006/relationships/slide" Target="slide64.xml"/><Relationship Id="rId5" Type="http://schemas.openxmlformats.org/officeDocument/2006/relationships/slide" Target="slide183.xml"/><Relationship Id="rId15" Type="http://schemas.openxmlformats.org/officeDocument/2006/relationships/slide" Target="slide57.xml"/><Relationship Id="rId10" Type="http://schemas.openxmlformats.org/officeDocument/2006/relationships/slide" Target="slide60.xml"/><Relationship Id="rId4" Type="http://schemas.openxmlformats.org/officeDocument/2006/relationships/slide" Target="slide120.xml"/><Relationship Id="rId9" Type="http://schemas.openxmlformats.org/officeDocument/2006/relationships/slide" Target="slide40.xml"/><Relationship Id="rId14" Type="http://schemas.openxmlformats.org/officeDocument/2006/relationships/slide" Target="slide55.xml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slide" Target="slide25.xml"/><Relationship Id="rId13" Type="http://schemas.openxmlformats.org/officeDocument/2006/relationships/slide" Target="slide54.xml"/><Relationship Id="rId3" Type="http://schemas.openxmlformats.org/officeDocument/2006/relationships/slide" Target="slide5.xml"/><Relationship Id="rId7" Type="http://schemas.openxmlformats.org/officeDocument/2006/relationships/slide" Target="slide9.xml"/><Relationship Id="rId12" Type="http://schemas.openxmlformats.org/officeDocument/2006/relationships/slide" Target="slide69.xml"/><Relationship Id="rId2" Type="http://schemas.openxmlformats.org/officeDocument/2006/relationships/notesSlide" Target="../notesSlides/notesSlide57.xml"/><Relationship Id="rId16" Type="http://schemas.openxmlformats.org/officeDocument/2006/relationships/chart" Target="../charts/chart5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48.xml"/><Relationship Id="rId11" Type="http://schemas.openxmlformats.org/officeDocument/2006/relationships/slide" Target="slide65.xml"/><Relationship Id="rId5" Type="http://schemas.openxmlformats.org/officeDocument/2006/relationships/slide" Target="slide184.xml"/><Relationship Id="rId15" Type="http://schemas.openxmlformats.org/officeDocument/2006/relationships/slide" Target="slide56.xml"/><Relationship Id="rId10" Type="http://schemas.openxmlformats.org/officeDocument/2006/relationships/slide" Target="slide61.xml"/><Relationship Id="rId4" Type="http://schemas.openxmlformats.org/officeDocument/2006/relationships/slide" Target="slide121.xml"/><Relationship Id="rId9" Type="http://schemas.openxmlformats.org/officeDocument/2006/relationships/slide" Target="slide41.xml"/><Relationship Id="rId14" Type="http://schemas.openxmlformats.org/officeDocument/2006/relationships/slide" Target="slide55.xml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slide" Target="slide26.xml"/><Relationship Id="rId13" Type="http://schemas.openxmlformats.org/officeDocument/2006/relationships/slide" Target="slide59.xml"/><Relationship Id="rId3" Type="http://schemas.openxmlformats.org/officeDocument/2006/relationships/slide" Target="slide5.xml"/><Relationship Id="rId7" Type="http://schemas.openxmlformats.org/officeDocument/2006/relationships/slide" Target="slide10.xml"/><Relationship Id="rId12" Type="http://schemas.openxmlformats.org/officeDocument/2006/relationships/slide" Target="slide66.xml"/><Relationship Id="rId2" Type="http://schemas.openxmlformats.org/officeDocument/2006/relationships/notesSlide" Target="../notesSlides/notesSlide58.xml"/><Relationship Id="rId16" Type="http://schemas.openxmlformats.org/officeDocument/2006/relationships/chart" Target="../charts/chart5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49.xml"/><Relationship Id="rId11" Type="http://schemas.openxmlformats.org/officeDocument/2006/relationships/slide" Target="slide62.xml"/><Relationship Id="rId5" Type="http://schemas.openxmlformats.org/officeDocument/2006/relationships/slide" Target="slide185.xml"/><Relationship Id="rId15" Type="http://schemas.openxmlformats.org/officeDocument/2006/relationships/slide" Target="slide61.xml"/><Relationship Id="rId10" Type="http://schemas.openxmlformats.org/officeDocument/2006/relationships/slide" Target="slide54.xml"/><Relationship Id="rId4" Type="http://schemas.openxmlformats.org/officeDocument/2006/relationships/slide" Target="slide122.xml"/><Relationship Id="rId9" Type="http://schemas.openxmlformats.org/officeDocument/2006/relationships/slide" Target="slide42.xml"/><Relationship Id="rId14" Type="http://schemas.openxmlformats.org/officeDocument/2006/relationships/slide" Target="slide60.xml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slide" Target="slide27.xml"/><Relationship Id="rId13" Type="http://schemas.openxmlformats.org/officeDocument/2006/relationships/slide" Target="slide58.xml"/><Relationship Id="rId3" Type="http://schemas.openxmlformats.org/officeDocument/2006/relationships/slide" Target="slide5.xml"/><Relationship Id="rId7" Type="http://schemas.openxmlformats.org/officeDocument/2006/relationships/slide" Target="slide11.xml"/><Relationship Id="rId12" Type="http://schemas.openxmlformats.org/officeDocument/2006/relationships/slide" Target="slide67.xml"/><Relationship Id="rId2" Type="http://schemas.openxmlformats.org/officeDocument/2006/relationships/notesSlide" Target="../notesSlides/notesSlide59.xml"/><Relationship Id="rId16" Type="http://schemas.openxmlformats.org/officeDocument/2006/relationships/chart" Target="../charts/chart5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50.xml"/><Relationship Id="rId11" Type="http://schemas.openxmlformats.org/officeDocument/2006/relationships/slide" Target="slide63.xml"/><Relationship Id="rId5" Type="http://schemas.openxmlformats.org/officeDocument/2006/relationships/slide" Target="slide186.xml"/><Relationship Id="rId15" Type="http://schemas.openxmlformats.org/officeDocument/2006/relationships/slide" Target="slide61.xml"/><Relationship Id="rId10" Type="http://schemas.openxmlformats.org/officeDocument/2006/relationships/slide" Target="slide55.xml"/><Relationship Id="rId4" Type="http://schemas.openxmlformats.org/officeDocument/2006/relationships/slide" Target="slide123.xml"/><Relationship Id="rId9" Type="http://schemas.openxmlformats.org/officeDocument/2006/relationships/slide" Target="slide43.xml"/><Relationship Id="rId14" Type="http://schemas.openxmlformats.org/officeDocument/2006/relationships/slide" Target="slide60.xml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slide" Target="slide28.xml"/><Relationship Id="rId13" Type="http://schemas.openxmlformats.org/officeDocument/2006/relationships/slide" Target="slide58.xml"/><Relationship Id="rId3" Type="http://schemas.openxmlformats.org/officeDocument/2006/relationships/slide" Target="slide5.xml"/><Relationship Id="rId7" Type="http://schemas.openxmlformats.org/officeDocument/2006/relationships/slide" Target="slide12.xml"/><Relationship Id="rId12" Type="http://schemas.openxmlformats.org/officeDocument/2006/relationships/slide" Target="slide68.xml"/><Relationship Id="rId2" Type="http://schemas.openxmlformats.org/officeDocument/2006/relationships/notesSlide" Target="../notesSlides/notesSlide60.xml"/><Relationship Id="rId16" Type="http://schemas.openxmlformats.org/officeDocument/2006/relationships/chart" Target="../charts/chart5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51.xml"/><Relationship Id="rId11" Type="http://schemas.openxmlformats.org/officeDocument/2006/relationships/slide" Target="slide64.xml"/><Relationship Id="rId5" Type="http://schemas.openxmlformats.org/officeDocument/2006/relationships/slide" Target="slide187.xml"/><Relationship Id="rId15" Type="http://schemas.openxmlformats.org/officeDocument/2006/relationships/slide" Target="slide61.xml"/><Relationship Id="rId10" Type="http://schemas.openxmlformats.org/officeDocument/2006/relationships/slide" Target="slide56.xml"/><Relationship Id="rId4" Type="http://schemas.openxmlformats.org/officeDocument/2006/relationships/slide" Target="slide124.xml"/><Relationship Id="rId9" Type="http://schemas.openxmlformats.org/officeDocument/2006/relationships/slide" Target="slide44.xml"/><Relationship Id="rId14" Type="http://schemas.openxmlformats.org/officeDocument/2006/relationships/slide" Target="slide59.xml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slide" Target="slide29.xml"/><Relationship Id="rId13" Type="http://schemas.openxmlformats.org/officeDocument/2006/relationships/slide" Target="slide58.xml"/><Relationship Id="rId3" Type="http://schemas.openxmlformats.org/officeDocument/2006/relationships/slide" Target="slide5.xml"/><Relationship Id="rId7" Type="http://schemas.openxmlformats.org/officeDocument/2006/relationships/slide" Target="slide13.xml"/><Relationship Id="rId12" Type="http://schemas.openxmlformats.org/officeDocument/2006/relationships/slide" Target="slide69.xml"/><Relationship Id="rId2" Type="http://schemas.openxmlformats.org/officeDocument/2006/relationships/notesSlide" Target="../notesSlides/notesSlide61.xml"/><Relationship Id="rId16" Type="http://schemas.openxmlformats.org/officeDocument/2006/relationships/chart" Target="../charts/chart5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52.xml"/><Relationship Id="rId11" Type="http://schemas.openxmlformats.org/officeDocument/2006/relationships/slide" Target="slide65.xml"/><Relationship Id="rId5" Type="http://schemas.openxmlformats.org/officeDocument/2006/relationships/slide" Target="slide188.xml"/><Relationship Id="rId15" Type="http://schemas.openxmlformats.org/officeDocument/2006/relationships/slide" Target="slide60.xml"/><Relationship Id="rId10" Type="http://schemas.openxmlformats.org/officeDocument/2006/relationships/slide" Target="slide57.xml"/><Relationship Id="rId4" Type="http://schemas.openxmlformats.org/officeDocument/2006/relationships/slide" Target="slide125.xml"/><Relationship Id="rId9" Type="http://schemas.openxmlformats.org/officeDocument/2006/relationships/slide" Target="slide45.xml"/><Relationship Id="rId14" Type="http://schemas.openxmlformats.org/officeDocument/2006/relationships/slide" Target="slide59.xml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slide" Target="slide30.xml"/><Relationship Id="rId13" Type="http://schemas.openxmlformats.org/officeDocument/2006/relationships/slide" Target="slide63.xml"/><Relationship Id="rId3" Type="http://schemas.openxmlformats.org/officeDocument/2006/relationships/slide" Target="slide5.xml"/><Relationship Id="rId7" Type="http://schemas.openxmlformats.org/officeDocument/2006/relationships/slide" Target="slide14.xml"/><Relationship Id="rId12" Type="http://schemas.openxmlformats.org/officeDocument/2006/relationships/slide" Target="slide66.xml"/><Relationship Id="rId2" Type="http://schemas.openxmlformats.org/officeDocument/2006/relationships/notesSlide" Target="../notesSlides/notesSlide62.xml"/><Relationship Id="rId16" Type="http://schemas.openxmlformats.org/officeDocument/2006/relationships/chart" Target="../charts/chart5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53.xml"/><Relationship Id="rId11" Type="http://schemas.openxmlformats.org/officeDocument/2006/relationships/slide" Target="slide58.xml"/><Relationship Id="rId5" Type="http://schemas.openxmlformats.org/officeDocument/2006/relationships/slide" Target="slide189.xml"/><Relationship Id="rId15" Type="http://schemas.openxmlformats.org/officeDocument/2006/relationships/slide" Target="slide65.xml"/><Relationship Id="rId10" Type="http://schemas.openxmlformats.org/officeDocument/2006/relationships/slide" Target="slide54.xml"/><Relationship Id="rId4" Type="http://schemas.openxmlformats.org/officeDocument/2006/relationships/slide" Target="slide126.xml"/><Relationship Id="rId9" Type="http://schemas.openxmlformats.org/officeDocument/2006/relationships/slide" Target="slide46.xml"/><Relationship Id="rId14" Type="http://schemas.openxmlformats.org/officeDocument/2006/relationships/slide" Target="slide64.xml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slide" Target="slide31.xml"/><Relationship Id="rId13" Type="http://schemas.openxmlformats.org/officeDocument/2006/relationships/slide" Target="slide62.xml"/><Relationship Id="rId3" Type="http://schemas.openxmlformats.org/officeDocument/2006/relationships/slide" Target="slide5.xml"/><Relationship Id="rId7" Type="http://schemas.openxmlformats.org/officeDocument/2006/relationships/slide" Target="slide15.xml"/><Relationship Id="rId12" Type="http://schemas.openxmlformats.org/officeDocument/2006/relationships/slide" Target="slide67.xml"/><Relationship Id="rId2" Type="http://schemas.openxmlformats.org/officeDocument/2006/relationships/notesSlide" Target="../notesSlides/notesSlide63.xml"/><Relationship Id="rId16" Type="http://schemas.openxmlformats.org/officeDocument/2006/relationships/chart" Target="../charts/chart5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54.xml"/><Relationship Id="rId11" Type="http://schemas.openxmlformats.org/officeDocument/2006/relationships/slide" Target="slide59.xml"/><Relationship Id="rId5" Type="http://schemas.openxmlformats.org/officeDocument/2006/relationships/slide" Target="slide190.xml"/><Relationship Id="rId15" Type="http://schemas.openxmlformats.org/officeDocument/2006/relationships/slide" Target="slide65.xml"/><Relationship Id="rId10" Type="http://schemas.openxmlformats.org/officeDocument/2006/relationships/slide" Target="slide55.xml"/><Relationship Id="rId4" Type="http://schemas.openxmlformats.org/officeDocument/2006/relationships/slide" Target="slide127.xml"/><Relationship Id="rId9" Type="http://schemas.openxmlformats.org/officeDocument/2006/relationships/slide" Target="slide47.xml"/><Relationship Id="rId14" Type="http://schemas.openxmlformats.org/officeDocument/2006/relationships/slide" Target="slide64.xml"/></Relationships>
</file>

<file path=ppt/slides/_rels/slide64.xml.rels><?xml version="1.0" encoding="UTF-8" standalone="yes"?>
<Relationships xmlns="http://schemas.openxmlformats.org/package/2006/relationships"><Relationship Id="rId8" Type="http://schemas.openxmlformats.org/officeDocument/2006/relationships/slide" Target="slide32.xml"/><Relationship Id="rId13" Type="http://schemas.openxmlformats.org/officeDocument/2006/relationships/slide" Target="slide62.xml"/><Relationship Id="rId3" Type="http://schemas.openxmlformats.org/officeDocument/2006/relationships/slide" Target="slide5.xml"/><Relationship Id="rId7" Type="http://schemas.openxmlformats.org/officeDocument/2006/relationships/slide" Target="slide16.xml"/><Relationship Id="rId12" Type="http://schemas.openxmlformats.org/officeDocument/2006/relationships/slide" Target="slide68.xml"/><Relationship Id="rId2" Type="http://schemas.openxmlformats.org/officeDocument/2006/relationships/notesSlide" Target="../notesSlides/notesSlide64.xml"/><Relationship Id="rId16" Type="http://schemas.openxmlformats.org/officeDocument/2006/relationships/chart" Target="../charts/chart6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55.xml"/><Relationship Id="rId11" Type="http://schemas.openxmlformats.org/officeDocument/2006/relationships/slide" Target="slide60.xml"/><Relationship Id="rId5" Type="http://schemas.openxmlformats.org/officeDocument/2006/relationships/slide" Target="slide191.xml"/><Relationship Id="rId15" Type="http://schemas.openxmlformats.org/officeDocument/2006/relationships/slide" Target="slide65.xml"/><Relationship Id="rId10" Type="http://schemas.openxmlformats.org/officeDocument/2006/relationships/slide" Target="slide56.xml"/><Relationship Id="rId4" Type="http://schemas.openxmlformats.org/officeDocument/2006/relationships/slide" Target="slide128.xml"/><Relationship Id="rId9" Type="http://schemas.openxmlformats.org/officeDocument/2006/relationships/slide" Target="slide48.xml"/><Relationship Id="rId14" Type="http://schemas.openxmlformats.org/officeDocument/2006/relationships/slide" Target="slide63.xml"/></Relationships>
</file>

<file path=ppt/slides/_rels/slide65.xml.rels><?xml version="1.0" encoding="UTF-8" standalone="yes"?>
<Relationships xmlns="http://schemas.openxmlformats.org/package/2006/relationships"><Relationship Id="rId8" Type="http://schemas.openxmlformats.org/officeDocument/2006/relationships/slide" Target="slide33.xml"/><Relationship Id="rId13" Type="http://schemas.openxmlformats.org/officeDocument/2006/relationships/slide" Target="slide62.xml"/><Relationship Id="rId3" Type="http://schemas.openxmlformats.org/officeDocument/2006/relationships/slide" Target="slide5.xml"/><Relationship Id="rId7" Type="http://schemas.openxmlformats.org/officeDocument/2006/relationships/slide" Target="slide17.xml"/><Relationship Id="rId12" Type="http://schemas.openxmlformats.org/officeDocument/2006/relationships/slide" Target="slide69.xml"/><Relationship Id="rId2" Type="http://schemas.openxmlformats.org/officeDocument/2006/relationships/notesSlide" Target="../notesSlides/notesSlide65.xml"/><Relationship Id="rId16" Type="http://schemas.openxmlformats.org/officeDocument/2006/relationships/chart" Target="../charts/chart6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56.xml"/><Relationship Id="rId11" Type="http://schemas.openxmlformats.org/officeDocument/2006/relationships/slide" Target="slide61.xml"/><Relationship Id="rId5" Type="http://schemas.openxmlformats.org/officeDocument/2006/relationships/slide" Target="slide192.xml"/><Relationship Id="rId15" Type="http://schemas.openxmlformats.org/officeDocument/2006/relationships/slide" Target="slide64.xml"/><Relationship Id="rId10" Type="http://schemas.openxmlformats.org/officeDocument/2006/relationships/slide" Target="slide57.xml"/><Relationship Id="rId4" Type="http://schemas.openxmlformats.org/officeDocument/2006/relationships/slide" Target="slide129.xml"/><Relationship Id="rId9" Type="http://schemas.openxmlformats.org/officeDocument/2006/relationships/slide" Target="slide49.xml"/><Relationship Id="rId14" Type="http://schemas.openxmlformats.org/officeDocument/2006/relationships/slide" Target="slide63.xml"/></Relationships>
</file>

<file path=ppt/slides/_rels/slide66.xml.rels><?xml version="1.0" encoding="UTF-8" standalone="yes"?>
<Relationships xmlns="http://schemas.openxmlformats.org/package/2006/relationships"><Relationship Id="rId8" Type="http://schemas.openxmlformats.org/officeDocument/2006/relationships/slide" Target="slide34.xml"/><Relationship Id="rId13" Type="http://schemas.openxmlformats.org/officeDocument/2006/relationships/slide" Target="slide67.xml"/><Relationship Id="rId3" Type="http://schemas.openxmlformats.org/officeDocument/2006/relationships/slide" Target="slide5.xml"/><Relationship Id="rId7" Type="http://schemas.openxmlformats.org/officeDocument/2006/relationships/slide" Target="slide18.xml"/><Relationship Id="rId12" Type="http://schemas.openxmlformats.org/officeDocument/2006/relationships/slide" Target="slide62.xml"/><Relationship Id="rId2" Type="http://schemas.openxmlformats.org/officeDocument/2006/relationships/notesSlide" Target="../notesSlides/notesSlide66.xml"/><Relationship Id="rId16" Type="http://schemas.openxmlformats.org/officeDocument/2006/relationships/chart" Target="../charts/chart6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57.xml"/><Relationship Id="rId11" Type="http://schemas.openxmlformats.org/officeDocument/2006/relationships/slide" Target="slide58.xml"/><Relationship Id="rId5" Type="http://schemas.openxmlformats.org/officeDocument/2006/relationships/slide" Target="slide193.xml"/><Relationship Id="rId15" Type="http://schemas.openxmlformats.org/officeDocument/2006/relationships/slide" Target="slide69.xml"/><Relationship Id="rId10" Type="http://schemas.openxmlformats.org/officeDocument/2006/relationships/slide" Target="slide54.xml"/><Relationship Id="rId4" Type="http://schemas.openxmlformats.org/officeDocument/2006/relationships/slide" Target="slide130.xml"/><Relationship Id="rId9" Type="http://schemas.openxmlformats.org/officeDocument/2006/relationships/slide" Target="slide50.xml"/><Relationship Id="rId14" Type="http://schemas.openxmlformats.org/officeDocument/2006/relationships/slide" Target="slide68.xml"/></Relationships>
</file>

<file path=ppt/slides/_rels/slide67.xml.rels><?xml version="1.0" encoding="UTF-8" standalone="yes"?>
<Relationships xmlns="http://schemas.openxmlformats.org/package/2006/relationships"><Relationship Id="rId8" Type="http://schemas.openxmlformats.org/officeDocument/2006/relationships/slide" Target="slide35.xml"/><Relationship Id="rId13" Type="http://schemas.openxmlformats.org/officeDocument/2006/relationships/slide" Target="slide66.xml"/><Relationship Id="rId3" Type="http://schemas.openxmlformats.org/officeDocument/2006/relationships/slide" Target="slide5.xml"/><Relationship Id="rId7" Type="http://schemas.openxmlformats.org/officeDocument/2006/relationships/slide" Target="slide19.xml"/><Relationship Id="rId12" Type="http://schemas.openxmlformats.org/officeDocument/2006/relationships/slide" Target="slide63.xml"/><Relationship Id="rId2" Type="http://schemas.openxmlformats.org/officeDocument/2006/relationships/notesSlide" Target="../notesSlides/notesSlide67.xml"/><Relationship Id="rId16" Type="http://schemas.openxmlformats.org/officeDocument/2006/relationships/chart" Target="../charts/chart6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58.xml"/><Relationship Id="rId11" Type="http://schemas.openxmlformats.org/officeDocument/2006/relationships/slide" Target="slide59.xml"/><Relationship Id="rId5" Type="http://schemas.openxmlformats.org/officeDocument/2006/relationships/slide" Target="slide194.xml"/><Relationship Id="rId15" Type="http://schemas.openxmlformats.org/officeDocument/2006/relationships/slide" Target="slide69.xml"/><Relationship Id="rId10" Type="http://schemas.openxmlformats.org/officeDocument/2006/relationships/slide" Target="slide55.xml"/><Relationship Id="rId4" Type="http://schemas.openxmlformats.org/officeDocument/2006/relationships/slide" Target="slide131.xml"/><Relationship Id="rId9" Type="http://schemas.openxmlformats.org/officeDocument/2006/relationships/slide" Target="slide51.xml"/><Relationship Id="rId14" Type="http://schemas.openxmlformats.org/officeDocument/2006/relationships/slide" Target="slide68.xml"/></Relationships>
</file>

<file path=ppt/slides/_rels/slide68.xml.rels><?xml version="1.0" encoding="UTF-8" standalone="yes"?>
<Relationships xmlns="http://schemas.openxmlformats.org/package/2006/relationships"><Relationship Id="rId8" Type="http://schemas.openxmlformats.org/officeDocument/2006/relationships/slide" Target="slide36.xml"/><Relationship Id="rId13" Type="http://schemas.openxmlformats.org/officeDocument/2006/relationships/slide" Target="slide66.xml"/><Relationship Id="rId3" Type="http://schemas.openxmlformats.org/officeDocument/2006/relationships/slide" Target="slide5.xml"/><Relationship Id="rId7" Type="http://schemas.openxmlformats.org/officeDocument/2006/relationships/slide" Target="slide20.xml"/><Relationship Id="rId12" Type="http://schemas.openxmlformats.org/officeDocument/2006/relationships/slide" Target="slide64.xml"/><Relationship Id="rId2" Type="http://schemas.openxmlformats.org/officeDocument/2006/relationships/notesSlide" Target="../notesSlides/notesSlide68.xml"/><Relationship Id="rId16" Type="http://schemas.openxmlformats.org/officeDocument/2006/relationships/chart" Target="../charts/chart6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59.xml"/><Relationship Id="rId11" Type="http://schemas.openxmlformats.org/officeDocument/2006/relationships/slide" Target="slide60.xml"/><Relationship Id="rId5" Type="http://schemas.openxmlformats.org/officeDocument/2006/relationships/slide" Target="slide195.xml"/><Relationship Id="rId15" Type="http://schemas.openxmlformats.org/officeDocument/2006/relationships/slide" Target="slide69.xml"/><Relationship Id="rId10" Type="http://schemas.openxmlformats.org/officeDocument/2006/relationships/slide" Target="slide56.xml"/><Relationship Id="rId4" Type="http://schemas.openxmlformats.org/officeDocument/2006/relationships/slide" Target="slide132.xml"/><Relationship Id="rId9" Type="http://schemas.openxmlformats.org/officeDocument/2006/relationships/slide" Target="slide52.xml"/><Relationship Id="rId14" Type="http://schemas.openxmlformats.org/officeDocument/2006/relationships/slide" Target="slide67.xml"/></Relationships>
</file>

<file path=ppt/slides/_rels/slide69.xml.rels><?xml version="1.0" encoding="UTF-8" standalone="yes"?>
<Relationships xmlns="http://schemas.openxmlformats.org/package/2006/relationships"><Relationship Id="rId8" Type="http://schemas.openxmlformats.org/officeDocument/2006/relationships/slide" Target="slide37.xml"/><Relationship Id="rId13" Type="http://schemas.openxmlformats.org/officeDocument/2006/relationships/slide" Target="slide66.xml"/><Relationship Id="rId3" Type="http://schemas.openxmlformats.org/officeDocument/2006/relationships/slide" Target="slide5.xml"/><Relationship Id="rId7" Type="http://schemas.openxmlformats.org/officeDocument/2006/relationships/slide" Target="slide21.xml"/><Relationship Id="rId12" Type="http://schemas.openxmlformats.org/officeDocument/2006/relationships/slide" Target="slide65.xml"/><Relationship Id="rId2" Type="http://schemas.openxmlformats.org/officeDocument/2006/relationships/notesSlide" Target="../notesSlides/notesSlide69.xml"/><Relationship Id="rId16" Type="http://schemas.openxmlformats.org/officeDocument/2006/relationships/chart" Target="../charts/chart6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60.xml"/><Relationship Id="rId11" Type="http://schemas.openxmlformats.org/officeDocument/2006/relationships/slide" Target="slide61.xml"/><Relationship Id="rId5" Type="http://schemas.openxmlformats.org/officeDocument/2006/relationships/slide" Target="slide196.xml"/><Relationship Id="rId15" Type="http://schemas.openxmlformats.org/officeDocument/2006/relationships/slide" Target="slide68.xml"/><Relationship Id="rId10" Type="http://schemas.openxmlformats.org/officeDocument/2006/relationships/slide" Target="slide57.xml"/><Relationship Id="rId4" Type="http://schemas.openxmlformats.org/officeDocument/2006/relationships/slide" Target="slide133.xml"/><Relationship Id="rId9" Type="http://schemas.openxmlformats.org/officeDocument/2006/relationships/slide" Target="slide53.xml"/><Relationship Id="rId14" Type="http://schemas.openxmlformats.org/officeDocument/2006/relationships/slide" Target="slide67.xml"/></Relationships>
</file>

<file path=ppt/slides/_rels/slide70.xml.rels><?xml version="1.0" encoding="UTF-8" standalone="yes"?>
<Relationships xmlns="http://schemas.openxmlformats.org/package/2006/relationships"><Relationship Id="rId8" Type="http://schemas.openxmlformats.org/officeDocument/2006/relationships/slide" Target="slide102.xml"/><Relationship Id="rId13" Type="http://schemas.openxmlformats.org/officeDocument/2006/relationships/slide" Target="slide71.xml"/><Relationship Id="rId3" Type="http://schemas.openxmlformats.org/officeDocument/2006/relationships/slide" Target="slide5.xml"/><Relationship Id="rId7" Type="http://schemas.openxmlformats.org/officeDocument/2006/relationships/slide" Target="slide86.xml"/><Relationship Id="rId12" Type="http://schemas.openxmlformats.org/officeDocument/2006/relationships/slide" Target="slide82.xml"/><Relationship Id="rId2" Type="http://schemas.openxmlformats.org/officeDocument/2006/relationships/notesSlide" Target="../notesSlides/notesSlide70.xml"/><Relationship Id="rId16" Type="http://schemas.openxmlformats.org/officeDocument/2006/relationships/chart" Target="../charts/chart6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97.xml"/><Relationship Id="rId11" Type="http://schemas.openxmlformats.org/officeDocument/2006/relationships/slide" Target="slide78.xml"/><Relationship Id="rId5" Type="http://schemas.openxmlformats.org/officeDocument/2006/relationships/slide" Target="slide134.xml"/><Relationship Id="rId15" Type="http://schemas.openxmlformats.org/officeDocument/2006/relationships/slide" Target="slide73.xml"/><Relationship Id="rId10" Type="http://schemas.openxmlformats.org/officeDocument/2006/relationships/slide" Target="slide74.xml"/><Relationship Id="rId4" Type="http://schemas.openxmlformats.org/officeDocument/2006/relationships/slide" Target="slide6.xml"/><Relationship Id="rId9" Type="http://schemas.openxmlformats.org/officeDocument/2006/relationships/slide" Target="slide118.xml"/><Relationship Id="rId14" Type="http://schemas.openxmlformats.org/officeDocument/2006/relationships/slide" Target="slide72.xml"/></Relationships>
</file>

<file path=ppt/slides/_rels/slide71.xml.rels><?xml version="1.0" encoding="UTF-8" standalone="yes"?>
<Relationships xmlns="http://schemas.openxmlformats.org/package/2006/relationships"><Relationship Id="rId8" Type="http://schemas.openxmlformats.org/officeDocument/2006/relationships/slide" Target="slide103.xml"/><Relationship Id="rId13" Type="http://schemas.openxmlformats.org/officeDocument/2006/relationships/slide" Target="slide70.xml"/><Relationship Id="rId3" Type="http://schemas.openxmlformats.org/officeDocument/2006/relationships/slide" Target="slide5.xml"/><Relationship Id="rId7" Type="http://schemas.openxmlformats.org/officeDocument/2006/relationships/slide" Target="slide87.xml"/><Relationship Id="rId12" Type="http://schemas.openxmlformats.org/officeDocument/2006/relationships/slide" Target="slide83.xml"/><Relationship Id="rId2" Type="http://schemas.openxmlformats.org/officeDocument/2006/relationships/notesSlide" Target="../notesSlides/notesSlide71.xml"/><Relationship Id="rId16" Type="http://schemas.openxmlformats.org/officeDocument/2006/relationships/chart" Target="../charts/chart6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98.xml"/><Relationship Id="rId11" Type="http://schemas.openxmlformats.org/officeDocument/2006/relationships/slide" Target="slide79.xml"/><Relationship Id="rId5" Type="http://schemas.openxmlformats.org/officeDocument/2006/relationships/slide" Target="slide135.xml"/><Relationship Id="rId15" Type="http://schemas.openxmlformats.org/officeDocument/2006/relationships/slide" Target="slide73.xml"/><Relationship Id="rId10" Type="http://schemas.openxmlformats.org/officeDocument/2006/relationships/slide" Target="slide75.xml"/><Relationship Id="rId4" Type="http://schemas.openxmlformats.org/officeDocument/2006/relationships/slide" Target="slide7.xml"/><Relationship Id="rId9" Type="http://schemas.openxmlformats.org/officeDocument/2006/relationships/slide" Target="slide119.xml"/><Relationship Id="rId14" Type="http://schemas.openxmlformats.org/officeDocument/2006/relationships/slide" Target="slide72.xml"/></Relationships>
</file>

<file path=ppt/slides/_rels/slide72.xml.rels><?xml version="1.0" encoding="UTF-8" standalone="yes"?>
<Relationships xmlns="http://schemas.openxmlformats.org/package/2006/relationships"><Relationship Id="rId8" Type="http://schemas.openxmlformats.org/officeDocument/2006/relationships/slide" Target="slide104.xml"/><Relationship Id="rId13" Type="http://schemas.openxmlformats.org/officeDocument/2006/relationships/slide" Target="slide70.xml"/><Relationship Id="rId3" Type="http://schemas.openxmlformats.org/officeDocument/2006/relationships/slide" Target="slide5.xml"/><Relationship Id="rId7" Type="http://schemas.openxmlformats.org/officeDocument/2006/relationships/slide" Target="slide88.xml"/><Relationship Id="rId12" Type="http://schemas.openxmlformats.org/officeDocument/2006/relationships/slide" Target="slide84.xml"/><Relationship Id="rId2" Type="http://schemas.openxmlformats.org/officeDocument/2006/relationships/notesSlide" Target="../notesSlides/notesSlide72.xml"/><Relationship Id="rId16" Type="http://schemas.openxmlformats.org/officeDocument/2006/relationships/chart" Target="../charts/chart6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99.xml"/><Relationship Id="rId11" Type="http://schemas.openxmlformats.org/officeDocument/2006/relationships/slide" Target="slide80.xml"/><Relationship Id="rId5" Type="http://schemas.openxmlformats.org/officeDocument/2006/relationships/slide" Target="slide136.xml"/><Relationship Id="rId15" Type="http://schemas.openxmlformats.org/officeDocument/2006/relationships/slide" Target="slide73.xml"/><Relationship Id="rId10" Type="http://schemas.openxmlformats.org/officeDocument/2006/relationships/slide" Target="slide76.xml"/><Relationship Id="rId4" Type="http://schemas.openxmlformats.org/officeDocument/2006/relationships/slide" Target="slide8.xml"/><Relationship Id="rId9" Type="http://schemas.openxmlformats.org/officeDocument/2006/relationships/slide" Target="slide120.xml"/><Relationship Id="rId14" Type="http://schemas.openxmlformats.org/officeDocument/2006/relationships/slide" Target="slide71.xml"/></Relationships>
</file>

<file path=ppt/slides/_rels/slide73.xml.rels><?xml version="1.0" encoding="UTF-8" standalone="yes"?>
<Relationships xmlns="http://schemas.openxmlformats.org/package/2006/relationships"><Relationship Id="rId8" Type="http://schemas.openxmlformats.org/officeDocument/2006/relationships/slide" Target="slide105.xml"/><Relationship Id="rId13" Type="http://schemas.openxmlformats.org/officeDocument/2006/relationships/slide" Target="slide70.xml"/><Relationship Id="rId3" Type="http://schemas.openxmlformats.org/officeDocument/2006/relationships/slide" Target="slide5.xml"/><Relationship Id="rId7" Type="http://schemas.openxmlformats.org/officeDocument/2006/relationships/slide" Target="slide89.xml"/><Relationship Id="rId12" Type="http://schemas.openxmlformats.org/officeDocument/2006/relationships/slide" Target="slide85.xml"/><Relationship Id="rId2" Type="http://schemas.openxmlformats.org/officeDocument/2006/relationships/notesSlide" Target="../notesSlides/notesSlide73.xml"/><Relationship Id="rId16" Type="http://schemas.openxmlformats.org/officeDocument/2006/relationships/chart" Target="../charts/chart6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00.xml"/><Relationship Id="rId11" Type="http://schemas.openxmlformats.org/officeDocument/2006/relationships/slide" Target="slide81.xml"/><Relationship Id="rId5" Type="http://schemas.openxmlformats.org/officeDocument/2006/relationships/slide" Target="slide137.xml"/><Relationship Id="rId15" Type="http://schemas.openxmlformats.org/officeDocument/2006/relationships/slide" Target="slide72.xml"/><Relationship Id="rId10" Type="http://schemas.openxmlformats.org/officeDocument/2006/relationships/slide" Target="slide77.xml"/><Relationship Id="rId4" Type="http://schemas.openxmlformats.org/officeDocument/2006/relationships/slide" Target="slide9.xml"/><Relationship Id="rId9" Type="http://schemas.openxmlformats.org/officeDocument/2006/relationships/slide" Target="slide121.xml"/><Relationship Id="rId14" Type="http://schemas.openxmlformats.org/officeDocument/2006/relationships/slide" Target="slide71.xml"/></Relationships>
</file>

<file path=ppt/slides/_rels/slide74.xml.rels><?xml version="1.0" encoding="UTF-8" standalone="yes"?>
<Relationships xmlns="http://schemas.openxmlformats.org/package/2006/relationships"><Relationship Id="rId8" Type="http://schemas.openxmlformats.org/officeDocument/2006/relationships/slide" Target="slide106.xml"/><Relationship Id="rId13" Type="http://schemas.openxmlformats.org/officeDocument/2006/relationships/slide" Target="slide75.xml"/><Relationship Id="rId3" Type="http://schemas.openxmlformats.org/officeDocument/2006/relationships/slide" Target="slide5.xml"/><Relationship Id="rId7" Type="http://schemas.openxmlformats.org/officeDocument/2006/relationships/slide" Target="slide90.xml"/><Relationship Id="rId12" Type="http://schemas.openxmlformats.org/officeDocument/2006/relationships/slide" Target="slide82.xml"/><Relationship Id="rId2" Type="http://schemas.openxmlformats.org/officeDocument/2006/relationships/notesSlide" Target="../notesSlides/notesSlide74.xml"/><Relationship Id="rId16" Type="http://schemas.openxmlformats.org/officeDocument/2006/relationships/chart" Target="../charts/chart7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01.xml"/><Relationship Id="rId11" Type="http://schemas.openxmlformats.org/officeDocument/2006/relationships/slide" Target="slide78.xml"/><Relationship Id="rId5" Type="http://schemas.openxmlformats.org/officeDocument/2006/relationships/slide" Target="slide138.xml"/><Relationship Id="rId15" Type="http://schemas.openxmlformats.org/officeDocument/2006/relationships/slide" Target="slide77.xml"/><Relationship Id="rId10" Type="http://schemas.openxmlformats.org/officeDocument/2006/relationships/slide" Target="slide70.xml"/><Relationship Id="rId4" Type="http://schemas.openxmlformats.org/officeDocument/2006/relationships/slide" Target="slide10.xml"/><Relationship Id="rId9" Type="http://schemas.openxmlformats.org/officeDocument/2006/relationships/slide" Target="slide122.xml"/><Relationship Id="rId14" Type="http://schemas.openxmlformats.org/officeDocument/2006/relationships/slide" Target="slide76.xml"/></Relationships>
</file>

<file path=ppt/slides/_rels/slide75.xml.rels><?xml version="1.0" encoding="UTF-8" standalone="yes"?>
<Relationships xmlns="http://schemas.openxmlformats.org/package/2006/relationships"><Relationship Id="rId8" Type="http://schemas.openxmlformats.org/officeDocument/2006/relationships/slide" Target="slide107.xml"/><Relationship Id="rId13" Type="http://schemas.openxmlformats.org/officeDocument/2006/relationships/slide" Target="slide74.xml"/><Relationship Id="rId3" Type="http://schemas.openxmlformats.org/officeDocument/2006/relationships/slide" Target="slide5.xml"/><Relationship Id="rId7" Type="http://schemas.openxmlformats.org/officeDocument/2006/relationships/slide" Target="slide91.xml"/><Relationship Id="rId12" Type="http://schemas.openxmlformats.org/officeDocument/2006/relationships/slide" Target="slide83.xml"/><Relationship Id="rId2" Type="http://schemas.openxmlformats.org/officeDocument/2006/relationships/notesSlide" Target="../notesSlides/notesSlide75.xml"/><Relationship Id="rId16" Type="http://schemas.openxmlformats.org/officeDocument/2006/relationships/chart" Target="../charts/chart7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02.xml"/><Relationship Id="rId11" Type="http://schemas.openxmlformats.org/officeDocument/2006/relationships/slide" Target="slide79.xml"/><Relationship Id="rId5" Type="http://schemas.openxmlformats.org/officeDocument/2006/relationships/slide" Target="slide139.xml"/><Relationship Id="rId15" Type="http://schemas.openxmlformats.org/officeDocument/2006/relationships/slide" Target="slide77.xml"/><Relationship Id="rId10" Type="http://schemas.openxmlformats.org/officeDocument/2006/relationships/slide" Target="slide71.xml"/><Relationship Id="rId4" Type="http://schemas.openxmlformats.org/officeDocument/2006/relationships/slide" Target="slide11.xml"/><Relationship Id="rId9" Type="http://schemas.openxmlformats.org/officeDocument/2006/relationships/slide" Target="slide123.xml"/><Relationship Id="rId14" Type="http://schemas.openxmlformats.org/officeDocument/2006/relationships/slide" Target="slide76.xml"/></Relationships>
</file>

<file path=ppt/slides/_rels/slide76.xml.rels><?xml version="1.0" encoding="UTF-8" standalone="yes"?>
<Relationships xmlns="http://schemas.openxmlformats.org/package/2006/relationships"><Relationship Id="rId8" Type="http://schemas.openxmlformats.org/officeDocument/2006/relationships/slide" Target="slide108.xml"/><Relationship Id="rId13" Type="http://schemas.openxmlformats.org/officeDocument/2006/relationships/slide" Target="slide74.xml"/><Relationship Id="rId3" Type="http://schemas.openxmlformats.org/officeDocument/2006/relationships/slide" Target="slide5.xml"/><Relationship Id="rId7" Type="http://schemas.openxmlformats.org/officeDocument/2006/relationships/slide" Target="slide92.xml"/><Relationship Id="rId12" Type="http://schemas.openxmlformats.org/officeDocument/2006/relationships/slide" Target="slide84.xml"/><Relationship Id="rId2" Type="http://schemas.openxmlformats.org/officeDocument/2006/relationships/notesSlide" Target="../notesSlides/notesSlide76.xml"/><Relationship Id="rId16" Type="http://schemas.openxmlformats.org/officeDocument/2006/relationships/chart" Target="../charts/chart7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03.xml"/><Relationship Id="rId11" Type="http://schemas.openxmlformats.org/officeDocument/2006/relationships/slide" Target="slide80.xml"/><Relationship Id="rId5" Type="http://schemas.openxmlformats.org/officeDocument/2006/relationships/slide" Target="slide140.xml"/><Relationship Id="rId15" Type="http://schemas.openxmlformats.org/officeDocument/2006/relationships/slide" Target="slide77.xml"/><Relationship Id="rId10" Type="http://schemas.openxmlformats.org/officeDocument/2006/relationships/slide" Target="slide72.xml"/><Relationship Id="rId4" Type="http://schemas.openxmlformats.org/officeDocument/2006/relationships/slide" Target="slide12.xml"/><Relationship Id="rId9" Type="http://schemas.openxmlformats.org/officeDocument/2006/relationships/slide" Target="slide124.xml"/><Relationship Id="rId14" Type="http://schemas.openxmlformats.org/officeDocument/2006/relationships/slide" Target="slide75.xml"/></Relationships>
</file>

<file path=ppt/slides/_rels/slide77.xml.rels><?xml version="1.0" encoding="UTF-8" standalone="yes"?>
<Relationships xmlns="http://schemas.openxmlformats.org/package/2006/relationships"><Relationship Id="rId8" Type="http://schemas.openxmlformats.org/officeDocument/2006/relationships/slide" Target="slide109.xml"/><Relationship Id="rId13" Type="http://schemas.openxmlformats.org/officeDocument/2006/relationships/slide" Target="slide74.xml"/><Relationship Id="rId3" Type="http://schemas.openxmlformats.org/officeDocument/2006/relationships/slide" Target="slide5.xml"/><Relationship Id="rId7" Type="http://schemas.openxmlformats.org/officeDocument/2006/relationships/slide" Target="slide93.xml"/><Relationship Id="rId12" Type="http://schemas.openxmlformats.org/officeDocument/2006/relationships/slide" Target="slide85.xml"/><Relationship Id="rId2" Type="http://schemas.openxmlformats.org/officeDocument/2006/relationships/notesSlide" Target="../notesSlides/notesSlide77.xml"/><Relationship Id="rId16" Type="http://schemas.openxmlformats.org/officeDocument/2006/relationships/chart" Target="../charts/chart7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04.xml"/><Relationship Id="rId11" Type="http://schemas.openxmlformats.org/officeDocument/2006/relationships/slide" Target="slide81.xml"/><Relationship Id="rId5" Type="http://schemas.openxmlformats.org/officeDocument/2006/relationships/slide" Target="slide141.xml"/><Relationship Id="rId15" Type="http://schemas.openxmlformats.org/officeDocument/2006/relationships/slide" Target="slide76.xml"/><Relationship Id="rId10" Type="http://schemas.openxmlformats.org/officeDocument/2006/relationships/slide" Target="slide73.xml"/><Relationship Id="rId4" Type="http://schemas.openxmlformats.org/officeDocument/2006/relationships/slide" Target="slide13.xml"/><Relationship Id="rId9" Type="http://schemas.openxmlformats.org/officeDocument/2006/relationships/slide" Target="slide125.xml"/><Relationship Id="rId14" Type="http://schemas.openxmlformats.org/officeDocument/2006/relationships/slide" Target="slide75.xml"/></Relationships>
</file>

<file path=ppt/slides/_rels/slide78.xml.rels><?xml version="1.0" encoding="UTF-8" standalone="yes"?>
<Relationships xmlns="http://schemas.openxmlformats.org/package/2006/relationships"><Relationship Id="rId8" Type="http://schemas.openxmlformats.org/officeDocument/2006/relationships/slide" Target="slide110.xml"/><Relationship Id="rId13" Type="http://schemas.openxmlformats.org/officeDocument/2006/relationships/slide" Target="slide79.xml"/><Relationship Id="rId3" Type="http://schemas.openxmlformats.org/officeDocument/2006/relationships/slide" Target="slide5.xml"/><Relationship Id="rId7" Type="http://schemas.openxmlformats.org/officeDocument/2006/relationships/slide" Target="slide94.xml"/><Relationship Id="rId12" Type="http://schemas.openxmlformats.org/officeDocument/2006/relationships/slide" Target="slide82.xml"/><Relationship Id="rId2" Type="http://schemas.openxmlformats.org/officeDocument/2006/relationships/notesSlide" Target="../notesSlides/notesSlide78.xml"/><Relationship Id="rId16" Type="http://schemas.openxmlformats.org/officeDocument/2006/relationships/chart" Target="../charts/chart7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05.xml"/><Relationship Id="rId11" Type="http://schemas.openxmlformats.org/officeDocument/2006/relationships/slide" Target="slide74.xml"/><Relationship Id="rId5" Type="http://schemas.openxmlformats.org/officeDocument/2006/relationships/slide" Target="slide142.xml"/><Relationship Id="rId15" Type="http://schemas.openxmlformats.org/officeDocument/2006/relationships/slide" Target="slide81.xml"/><Relationship Id="rId10" Type="http://schemas.openxmlformats.org/officeDocument/2006/relationships/slide" Target="slide70.xml"/><Relationship Id="rId4" Type="http://schemas.openxmlformats.org/officeDocument/2006/relationships/slide" Target="slide14.xml"/><Relationship Id="rId9" Type="http://schemas.openxmlformats.org/officeDocument/2006/relationships/slide" Target="slide126.xml"/><Relationship Id="rId14" Type="http://schemas.openxmlformats.org/officeDocument/2006/relationships/slide" Target="slide80.xml"/></Relationships>
</file>

<file path=ppt/slides/_rels/slide79.xml.rels><?xml version="1.0" encoding="UTF-8" standalone="yes"?>
<Relationships xmlns="http://schemas.openxmlformats.org/package/2006/relationships"><Relationship Id="rId8" Type="http://schemas.openxmlformats.org/officeDocument/2006/relationships/slide" Target="slide111.xml"/><Relationship Id="rId13" Type="http://schemas.openxmlformats.org/officeDocument/2006/relationships/slide" Target="slide78.xml"/><Relationship Id="rId3" Type="http://schemas.openxmlformats.org/officeDocument/2006/relationships/slide" Target="slide5.xml"/><Relationship Id="rId7" Type="http://schemas.openxmlformats.org/officeDocument/2006/relationships/slide" Target="slide95.xml"/><Relationship Id="rId12" Type="http://schemas.openxmlformats.org/officeDocument/2006/relationships/slide" Target="slide83.xml"/><Relationship Id="rId2" Type="http://schemas.openxmlformats.org/officeDocument/2006/relationships/notesSlide" Target="../notesSlides/notesSlide79.xml"/><Relationship Id="rId16" Type="http://schemas.openxmlformats.org/officeDocument/2006/relationships/chart" Target="../charts/chart7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06.xml"/><Relationship Id="rId11" Type="http://schemas.openxmlformats.org/officeDocument/2006/relationships/slide" Target="slide75.xml"/><Relationship Id="rId5" Type="http://schemas.openxmlformats.org/officeDocument/2006/relationships/slide" Target="slide143.xml"/><Relationship Id="rId15" Type="http://schemas.openxmlformats.org/officeDocument/2006/relationships/slide" Target="slide81.xml"/><Relationship Id="rId10" Type="http://schemas.openxmlformats.org/officeDocument/2006/relationships/slide" Target="slide71.xml"/><Relationship Id="rId4" Type="http://schemas.openxmlformats.org/officeDocument/2006/relationships/slide" Target="slide15.xml"/><Relationship Id="rId9" Type="http://schemas.openxmlformats.org/officeDocument/2006/relationships/slide" Target="slide127.xml"/><Relationship Id="rId14" Type="http://schemas.openxmlformats.org/officeDocument/2006/relationships/slide" Target="slide80.xml"/></Relationships>
</file>

<file path=ppt/slides/_rels/slide80.xml.rels><?xml version="1.0" encoding="UTF-8" standalone="yes"?>
<Relationships xmlns="http://schemas.openxmlformats.org/package/2006/relationships"><Relationship Id="rId8" Type="http://schemas.openxmlformats.org/officeDocument/2006/relationships/slide" Target="slide112.xml"/><Relationship Id="rId13" Type="http://schemas.openxmlformats.org/officeDocument/2006/relationships/slide" Target="slide78.xml"/><Relationship Id="rId3" Type="http://schemas.openxmlformats.org/officeDocument/2006/relationships/slide" Target="slide5.xml"/><Relationship Id="rId7" Type="http://schemas.openxmlformats.org/officeDocument/2006/relationships/slide" Target="slide96.xml"/><Relationship Id="rId12" Type="http://schemas.openxmlformats.org/officeDocument/2006/relationships/slide" Target="slide84.xml"/><Relationship Id="rId2" Type="http://schemas.openxmlformats.org/officeDocument/2006/relationships/notesSlide" Target="../notesSlides/notesSlide80.xml"/><Relationship Id="rId16" Type="http://schemas.openxmlformats.org/officeDocument/2006/relationships/chart" Target="../charts/chart7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07.xml"/><Relationship Id="rId11" Type="http://schemas.openxmlformats.org/officeDocument/2006/relationships/slide" Target="slide76.xml"/><Relationship Id="rId5" Type="http://schemas.openxmlformats.org/officeDocument/2006/relationships/slide" Target="slide144.xml"/><Relationship Id="rId15" Type="http://schemas.openxmlformats.org/officeDocument/2006/relationships/slide" Target="slide81.xml"/><Relationship Id="rId10" Type="http://schemas.openxmlformats.org/officeDocument/2006/relationships/slide" Target="slide72.xml"/><Relationship Id="rId4" Type="http://schemas.openxmlformats.org/officeDocument/2006/relationships/slide" Target="slide16.xml"/><Relationship Id="rId9" Type="http://schemas.openxmlformats.org/officeDocument/2006/relationships/slide" Target="slide128.xml"/><Relationship Id="rId14" Type="http://schemas.openxmlformats.org/officeDocument/2006/relationships/slide" Target="slide79.xml"/></Relationships>
</file>

<file path=ppt/slides/_rels/slide81.xml.rels><?xml version="1.0" encoding="UTF-8" standalone="yes"?>
<Relationships xmlns="http://schemas.openxmlformats.org/package/2006/relationships"><Relationship Id="rId8" Type="http://schemas.openxmlformats.org/officeDocument/2006/relationships/slide" Target="slide113.xml"/><Relationship Id="rId13" Type="http://schemas.openxmlformats.org/officeDocument/2006/relationships/slide" Target="slide78.xml"/><Relationship Id="rId3" Type="http://schemas.openxmlformats.org/officeDocument/2006/relationships/slide" Target="slide5.xml"/><Relationship Id="rId7" Type="http://schemas.openxmlformats.org/officeDocument/2006/relationships/slide" Target="slide97.xml"/><Relationship Id="rId12" Type="http://schemas.openxmlformats.org/officeDocument/2006/relationships/slide" Target="slide85.xml"/><Relationship Id="rId2" Type="http://schemas.openxmlformats.org/officeDocument/2006/relationships/notesSlide" Target="../notesSlides/notesSlide81.xml"/><Relationship Id="rId16" Type="http://schemas.openxmlformats.org/officeDocument/2006/relationships/chart" Target="../charts/chart7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08.xml"/><Relationship Id="rId11" Type="http://schemas.openxmlformats.org/officeDocument/2006/relationships/slide" Target="slide77.xml"/><Relationship Id="rId5" Type="http://schemas.openxmlformats.org/officeDocument/2006/relationships/slide" Target="slide145.xml"/><Relationship Id="rId15" Type="http://schemas.openxmlformats.org/officeDocument/2006/relationships/slide" Target="slide80.xml"/><Relationship Id="rId10" Type="http://schemas.openxmlformats.org/officeDocument/2006/relationships/slide" Target="slide73.xml"/><Relationship Id="rId4" Type="http://schemas.openxmlformats.org/officeDocument/2006/relationships/slide" Target="slide17.xml"/><Relationship Id="rId9" Type="http://schemas.openxmlformats.org/officeDocument/2006/relationships/slide" Target="slide129.xml"/><Relationship Id="rId14" Type="http://schemas.openxmlformats.org/officeDocument/2006/relationships/slide" Target="slide79.xml"/></Relationships>
</file>

<file path=ppt/slides/_rels/slide82.xml.rels><?xml version="1.0" encoding="UTF-8" standalone="yes"?>
<Relationships xmlns="http://schemas.openxmlformats.org/package/2006/relationships"><Relationship Id="rId8" Type="http://schemas.openxmlformats.org/officeDocument/2006/relationships/slide" Target="slide114.xml"/><Relationship Id="rId13" Type="http://schemas.openxmlformats.org/officeDocument/2006/relationships/slide" Target="slide83.xml"/><Relationship Id="rId3" Type="http://schemas.openxmlformats.org/officeDocument/2006/relationships/slide" Target="slide5.xml"/><Relationship Id="rId7" Type="http://schemas.openxmlformats.org/officeDocument/2006/relationships/slide" Target="slide98.xml"/><Relationship Id="rId12" Type="http://schemas.openxmlformats.org/officeDocument/2006/relationships/slide" Target="slide78.xml"/><Relationship Id="rId2" Type="http://schemas.openxmlformats.org/officeDocument/2006/relationships/notesSlide" Target="../notesSlides/notesSlide82.xml"/><Relationship Id="rId16" Type="http://schemas.openxmlformats.org/officeDocument/2006/relationships/chart" Target="../charts/chart7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09.xml"/><Relationship Id="rId11" Type="http://schemas.openxmlformats.org/officeDocument/2006/relationships/slide" Target="slide74.xml"/><Relationship Id="rId5" Type="http://schemas.openxmlformats.org/officeDocument/2006/relationships/slide" Target="slide146.xml"/><Relationship Id="rId15" Type="http://schemas.openxmlformats.org/officeDocument/2006/relationships/slide" Target="slide85.xml"/><Relationship Id="rId10" Type="http://schemas.openxmlformats.org/officeDocument/2006/relationships/slide" Target="slide70.xml"/><Relationship Id="rId4" Type="http://schemas.openxmlformats.org/officeDocument/2006/relationships/slide" Target="slide18.xml"/><Relationship Id="rId9" Type="http://schemas.openxmlformats.org/officeDocument/2006/relationships/slide" Target="slide130.xml"/><Relationship Id="rId14" Type="http://schemas.openxmlformats.org/officeDocument/2006/relationships/slide" Target="slide84.xml"/></Relationships>
</file>

<file path=ppt/slides/_rels/slide83.xml.rels><?xml version="1.0" encoding="UTF-8" standalone="yes"?>
<Relationships xmlns="http://schemas.openxmlformats.org/package/2006/relationships"><Relationship Id="rId8" Type="http://schemas.openxmlformats.org/officeDocument/2006/relationships/slide" Target="slide115.xml"/><Relationship Id="rId13" Type="http://schemas.openxmlformats.org/officeDocument/2006/relationships/slide" Target="slide82.xml"/><Relationship Id="rId3" Type="http://schemas.openxmlformats.org/officeDocument/2006/relationships/slide" Target="slide5.xml"/><Relationship Id="rId7" Type="http://schemas.openxmlformats.org/officeDocument/2006/relationships/slide" Target="slide99.xml"/><Relationship Id="rId12" Type="http://schemas.openxmlformats.org/officeDocument/2006/relationships/slide" Target="slide79.xml"/><Relationship Id="rId2" Type="http://schemas.openxmlformats.org/officeDocument/2006/relationships/notesSlide" Target="../notesSlides/notesSlide83.xml"/><Relationship Id="rId16" Type="http://schemas.openxmlformats.org/officeDocument/2006/relationships/chart" Target="../charts/chart7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10.xml"/><Relationship Id="rId11" Type="http://schemas.openxmlformats.org/officeDocument/2006/relationships/slide" Target="slide75.xml"/><Relationship Id="rId5" Type="http://schemas.openxmlformats.org/officeDocument/2006/relationships/slide" Target="slide147.xml"/><Relationship Id="rId15" Type="http://schemas.openxmlformats.org/officeDocument/2006/relationships/slide" Target="slide85.xml"/><Relationship Id="rId10" Type="http://schemas.openxmlformats.org/officeDocument/2006/relationships/slide" Target="slide71.xml"/><Relationship Id="rId4" Type="http://schemas.openxmlformats.org/officeDocument/2006/relationships/slide" Target="slide19.xml"/><Relationship Id="rId9" Type="http://schemas.openxmlformats.org/officeDocument/2006/relationships/slide" Target="slide131.xml"/><Relationship Id="rId14" Type="http://schemas.openxmlformats.org/officeDocument/2006/relationships/slide" Target="slide84.xml"/></Relationships>
</file>

<file path=ppt/slides/_rels/slide84.xml.rels><?xml version="1.0" encoding="UTF-8" standalone="yes"?>
<Relationships xmlns="http://schemas.openxmlformats.org/package/2006/relationships"><Relationship Id="rId8" Type="http://schemas.openxmlformats.org/officeDocument/2006/relationships/slide" Target="slide116.xml"/><Relationship Id="rId13" Type="http://schemas.openxmlformats.org/officeDocument/2006/relationships/slide" Target="slide82.xml"/><Relationship Id="rId3" Type="http://schemas.openxmlformats.org/officeDocument/2006/relationships/slide" Target="slide5.xml"/><Relationship Id="rId7" Type="http://schemas.openxmlformats.org/officeDocument/2006/relationships/slide" Target="slide100.xml"/><Relationship Id="rId12" Type="http://schemas.openxmlformats.org/officeDocument/2006/relationships/slide" Target="slide80.xml"/><Relationship Id="rId2" Type="http://schemas.openxmlformats.org/officeDocument/2006/relationships/notesSlide" Target="../notesSlides/notesSlide84.xml"/><Relationship Id="rId16" Type="http://schemas.openxmlformats.org/officeDocument/2006/relationships/chart" Target="../charts/chart8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11.xml"/><Relationship Id="rId11" Type="http://schemas.openxmlformats.org/officeDocument/2006/relationships/slide" Target="slide76.xml"/><Relationship Id="rId5" Type="http://schemas.openxmlformats.org/officeDocument/2006/relationships/slide" Target="slide148.xml"/><Relationship Id="rId15" Type="http://schemas.openxmlformats.org/officeDocument/2006/relationships/slide" Target="slide85.xml"/><Relationship Id="rId10" Type="http://schemas.openxmlformats.org/officeDocument/2006/relationships/slide" Target="slide72.xml"/><Relationship Id="rId4" Type="http://schemas.openxmlformats.org/officeDocument/2006/relationships/slide" Target="slide20.xml"/><Relationship Id="rId9" Type="http://schemas.openxmlformats.org/officeDocument/2006/relationships/slide" Target="slide132.xml"/><Relationship Id="rId14" Type="http://schemas.openxmlformats.org/officeDocument/2006/relationships/slide" Target="slide83.xml"/></Relationships>
</file>

<file path=ppt/slides/_rels/slide85.xml.rels><?xml version="1.0" encoding="UTF-8" standalone="yes"?>
<Relationships xmlns="http://schemas.openxmlformats.org/package/2006/relationships"><Relationship Id="rId8" Type="http://schemas.openxmlformats.org/officeDocument/2006/relationships/slide" Target="slide117.xml"/><Relationship Id="rId13" Type="http://schemas.openxmlformats.org/officeDocument/2006/relationships/slide" Target="slide82.xml"/><Relationship Id="rId3" Type="http://schemas.openxmlformats.org/officeDocument/2006/relationships/slide" Target="slide5.xml"/><Relationship Id="rId7" Type="http://schemas.openxmlformats.org/officeDocument/2006/relationships/slide" Target="slide101.xml"/><Relationship Id="rId12" Type="http://schemas.openxmlformats.org/officeDocument/2006/relationships/slide" Target="slide81.xml"/><Relationship Id="rId2" Type="http://schemas.openxmlformats.org/officeDocument/2006/relationships/notesSlide" Target="../notesSlides/notesSlide85.xml"/><Relationship Id="rId16" Type="http://schemas.openxmlformats.org/officeDocument/2006/relationships/chart" Target="../charts/chart8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12.xml"/><Relationship Id="rId11" Type="http://schemas.openxmlformats.org/officeDocument/2006/relationships/slide" Target="slide77.xml"/><Relationship Id="rId5" Type="http://schemas.openxmlformats.org/officeDocument/2006/relationships/slide" Target="slide149.xml"/><Relationship Id="rId15" Type="http://schemas.openxmlformats.org/officeDocument/2006/relationships/slide" Target="slide84.xml"/><Relationship Id="rId10" Type="http://schemas.openxmlformats.org/officeDocument/2006/relationships/slide" Target="slide73.xml"/><Relationship Id="rId4" Type="http://schemas.openxmlformats.org/officeDocument/2006/relationships/slide" Target="slide21.xml"/><Relationship Id="rId9" Type="http://schemas.openxmlformats.org/officeDocument/2006/relationships/slide" Target="slide133.xml"/><Relationship Id="rId14" Type="http://schemas.openxmlformats.org/officeDocument/2006/relationships/slide" Target="slide83.xml"/></Relationships>
</file>

<file path=ppt/slides/_rels/slide86.xml.rels><?xml version="1.0" encoding="UTF-8" standalone="yes"?>
<Relationships xmlns="http://schemas.openxmlformats.org/package/2006/relationships"><Relationship Id="rId8" Type="http://schemas.openxmlformats.org/officeDocument/2006/relationships/slide" Target="slide102.xml"/><Relationship Id="rId13" Type="http://schemas.openxmlformats.org/officeDocument/2006/relationships/slide" Target="slide87.xml"/><Relationship Id="rId3" Type="http://schemas.openxmlformats.org/officeDocument/2006/relationships/slide" Target="slide5.xml"/><Relationship Id="rId7" Type="http://schemas.openxmlformats.org/officeDocument/2006/relationships/slide" Target="slide70.xml"/><Relationship Id="rId12" Type="http://schemas.openxmlformats.org/officeDocument/2006/relationships/slide" Target="slide98.xml"/><Relationship Id="rId2" Type="http://schemas.openxmlformats.org/officeDocument/2006/relationships/notesSlide" Target="../notesSlides/notesSlide86.xml"/><Relationship Id="rId16" Type="http://schemas.openxmlformats.org/officeDocument/2006/relationships/chart" Target="../charts/chart8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13.xml"/><Relationship Id="rId11" Type="http://schemas.openxmlformats.org/officeDocument/2006/relationships/slide" Target="slide94.xml"/><Relationship Id="rId5" Type="http://schemas.openxmlformats.org/officeDocument/2006/relationships/slide" Target="slide150.xml"/><Relationship Id="rId15" Type="http://schemas.openxmlformats.org/officeDocument/2006/relationships/slide" Target="slide89.xml"/><Relationship Id="rId10" Type="http://schemas.openxmlformats.org/officeDocument/2006/relationships/slide" Target="slide90.xml"/><Relationship Id="rId4" Type="http://schemas.openxmlformats.org/officeDocument/2006/relationships/slide" Target="slide22.xml"/><Relationship Id="rId9" Type="http://schemas.openxmlformats.org/officeDocument/2006/relationships/slide" Target="slide118.xml"/><Relationship Id="rId14" Type="http://schemas.openxmlformats.org/officeDocument/2006/relationships/slide" Target="slide88.xml"/></Relationships>
</file>

<file path=ppt/slides/_rels/slide87.xml.rels><?xml version="1.0" encoding="UTF-8" standalone="yes"?>
<Relationships xmlns="http://schemas.openxmlformats.org/package/2006/relationships"><Relationship Id="rId8" Type="http://schemas.openxmlformats.org/officeDocument/2006/relationships/slide" Target="slide103.xml"/><Relationship Id="rId13" Type="http://schemas.openxmlformats.org/officeDocument/2006/relationships/slide" Target="slide86.xml"/><Relationship Id="rId3" Type="http://schemas.openxmlformats.org/officeDocument/2006/relationships/slide" Target="slide5.xml"/><Relationship Id="rId7" Type="http://schemas.openxmlformats.org/officeDocument/2006/relationships/slide" Target="slide71.xml"/><Relationship Id="rId12" Type="http://schemas.openxmlformats.org/officeDocument/2006/relationships/slide" Target="slide99.xml"/><Relationship Id="rId2" Type="http://schemas.openxmlformats.org/officeDocument/2006/relationships/notesSlide" Target="../notesSlides/notesSlide87.xml"/><Relationship Id="rId16" Type="http://schemas.openxmlformats.org/officeDocument/2006/relationships/chart" Target="../charts/chart8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14.xml"/><Relationship Id="rId11" Type="http://schemas.openxmlformats.org/officeDocument/2006/relationships/slide" Target="slide95.xml"/><Relationship Id="rId5" Type="http://schemas.openxmlformats.org/officeDocument/2006/relationships/slide" Target="slide151.xml"/><Relationship Id="rId15" Type="http://schemas.openxmlformats.org/officeDocument/2006/relationships/slide" Target="slide89.xml"/><Relationship Id="rId10" Type="http://schemas.openxmlformats.org/officeDocument/2006/relationships/slide" Target="slide91.xml"/><Relationship Id="rId4" Type="http://schemas.openxmlformats.org/officeDocument/2006/relationships/slide" Target="slide23.xml"/><Relationship Id="rId9" Type="http://schemas.openxmlformats.org/officeDocument/2006/relationships/slide" Target="slide119.xml"/><Relationship Id="rId14" Type="http://schemas.openxmlformats.org/officeDocument/2006/relationships/slide" Target="slide88.xml"/></Relationships>
</file>

<file path=ppt/slides/_rels/slide88.xml.rels><?xml version="1.0" encoding="UTF-8" standalone="yes"?>
<Relationships xmlns="http://schemas.openxmlformats.org/package/2006/relationships"><Relationship Id="rId8" Type="http://schemas.openxmlformats.org/officeDocument/2006/relationships/slide" Target="slide104.xml"/><Relationship Id="rId13" Type="http://schemas.openxmlformats.org/officeDocument/2006/relationships/slide" Target="slide86.xml"/><Relationship Id="rId3" Type="http://schemas.openxmlformats.org/officeDocument/2006/relationships/slide" Target="slide5.xml"/><Relationship Id="rId7" Type="http://schemas.openxmlformats.org/officeDocument/2006/relationships/slide" Target="slide72.xml"/><Relationship Id="rId12" Type="http://schemas.openxmlformats.org/officeDocument/2006/relationships/slide" Target="slide100.xml"/><Relationship Id="rId2" Type="http://schemas.openxmlformats.org/officeDocument/2006/relationships/notesSlide" Target="../notesSlides/notesSlide88.xml"/><Relationship Id="rId16" Type="http://schemas.openxmlformats.org/officeDocument/2006/relationships/chart" Target="../charts/chart8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15.xml"/><Relationship Id="rId11" Type="http://schemas.openxmlformats.org/officeDocument/2006/relationships/slide" Target="slide96.xml"/><Relationship Id="rId5" Type="http://schemas.openxmlformats.org/officeDocument/2006/relationships/slide" Target="slide152.xml"/><Relationship Id="rId15" Type="http://schemas.openxmlformats.org/officeDocument/2006/relationships/slide" Target="slide89.xml"/><Relationship Id="rId10" Type="http://schemas.openxmlformats.org/officeDocument/2006/relationships/slide" Target="slide92.xml"/><Relationship Id="rId4" Type="http://schemas.openxmlformats.org/officeDocument/2006/relationships/slide" Target="slide24.xml"/><Relationship Id="rId9" Type="http://schemas.openxmlformats.org/officeDocument/2006/relationships/slide" Target="slide120.xml"/><Relationship Id="rId14" Type="http://schemas.openxmlformats.org/officeDocument/2006/relationships/slide" Target="slide87.xml"/></Relationships>
</file>

<file path=ppt/slides/_rels/slide89.xml.rels><?xml version="1.0" encoding="UTF-8" standalone="yes"?>
<Relationships xmlns="http://schemas.openxmlformats.org/package/2006/relationships"><Relationship Id="rId8" Type="http://schemas.openxmlformats.org/officeDocument/2006/relationships/slide" Target="slide105.xml"/><Relationship Id="rId13" Type="http://schemas.openxmlformats.org/officeDocument/2006/relationships/slide" Target="slide86.xml"/><Relationship Id="rId3" Type="http://schemas.openxmlformats.org/officeDocument/2006/relationships/slide" Target="slide5.xml"/><Relationship Id="rId7" Type="http://schemas.openxmlformats.org/officeDocument/2006/relationships/slide" Target="slide73.xml"/><Relationship Id="rId12" Type="http://schemas.openxmlformats.org/officeDocument/2006/relationships/slide" Target="slide101.xml"/><Relationship Id="rId2" Type="http://schemas.openxmlformats.org/officeDocument/2006/relationships/notesSlide" Target="../notesSlides/notesSlide89.xml"/><Relationship Id="rId16" Type="http://schemas.openxmlformats.org/officeDocument/2006/relationships/chart" Target="../charts/chart8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16.xml"/><Relationship Id="rId11" Type="http://schemas.openxmlformats.org/officeDocument/2006/relationships/slide" Target="slide97.xml"/><Relationship Id="rId5" Type="http://schemas.openxmlformats.org/officeDocument/2006/relationships/slide" Target="slide153.xml"/><Relationship Id="rId15" Type="http://schemas.openxmlformats.org/officeDocument/2006/relationships/slide" Target="slide88.xml"/><Relationship Id="rId10" Type="http://schemas.openxmlformats.org/officeDocument/2006/relationships/slide" Target="slide93.xml"/><Relationship Id="rId4" Type="http://schemas.openxmlformats.org/officeDocument/2006/relationships/slide" Target="slide25.xml"/><Relationship Id="rId9" Type="http://schemas.openxmlformats.org/officeDocument/2006/relationships/slide" Target="slide121.xml"/><Relationship Id="rId14" Type="http://schemas.openxmlformats.org/officeDocument/2006/relationships/slide" Target="slide87.xml"/></Relationships>
</file>

<file path=ppt/slides/_rels/slide90.xml.rels><?xml version="1.0" encoding="UTF-8" standalone="yes"?>
<Relationships xmlns="http://schemas.openxmlformats.org/package/2006/relationships"><Relationship Id="rId8" Type="http://schemas.openxmlformats.org/officeDocument/2006/relationships/slide" Target="slide106.xml"/><Relationship Id="rId13" Type="http://schemas.openxmlformats.org/officeDocument/2006/relationships/slide" Target="slide91.xml"/><Relationship Id="rId3" Type="http://schemas.openxmlformats.org/officeDocument/2006/relationships/slide" Target="slide5.xml"/><Relationship Id="rId7" Type="http://schemas.openxmlformats.org/officeDocument/2006/relationships/slide" Target="slide74.xml"/><Relationship Id="rId12" Type="http://schemas.openxmlformats.org/officeDocument/2006/relationships/slide" Target="slide98.xml"/><Relationship Id="rId2" Type="http://schemas.openxmlformats.org/officeDocument/2006/relationships/notesSlide" Target="../notesSlides/notesSlide90.xml"/><Relationship Id="rId16" Type="http://schemas.openxmlformats.org/officeDocument/2006/relationships/chart" Target="../charts/chart8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17.xml"/><Relationship Id="rId11" Type="http://schemas.openxmlformats.org/officeDocument/2006/relationships/slide" Target="slide94.xml"/><Relationship Id="rId5" Type="http://schemas.openxmlformats.org/officeDocument/2006/relationships/slide" Target="slide154.xml"/><Relationship Id="rId15" Type="http://schemas.openxmlformats.org/officeDocument/2006/relationships/slide" Target="slide93.xml"/><Relationship Id="rId10" Type="http://schemas.openxmlformats.org/officeDocument/2006/relationships/slide" Target="slide86.xml"/><Relationship Id="rId4" Type="http://schemas.openxmlformats.org/officeDocument/2006/relationships/slide" Target="slide26.xml"/><Relationship Id="rId9" Type="http://schemas.openxmlformats.org/officeDocument/2006/relationships/slide" Target="slide122.xml"/><Relationship Id="rId14" Type="http://schemas.openxmlformats.org/officeDocument/2006/relationships/slide" Target="slide92.xml"/></Relationships>
</file>

<file path=ppt/slides/_rels/slide91.xml.rels><?xml version="1.0" encoding="UTF-8" standalone="yes"?>
<Relationships xmlns="http://schemas.openxmlformats.org/package/2006/relationships"><Relationship Id="rId8" Type="http://schemas.openxmlformats.org/officeDocument/2006/relationships/slide" Target="slide107.xml"/><Relationship Id="rId13" Type="http://schemas.openxmlformats.org/officeDocument/2006/relationships/slide" Target="slide90.xml"/><Relationship Id="rId3" Type="http://schemas.openxmlformats.org/officeDocument/2006/relationships/slide" Target="slide5.xml"/><Relationship Id="rId7" Type="http://schemas.openxmlformats.org/officeDocument/2006/relationships/slide" Target="slide75.xml"/><Relationship Id="rId12" Type="http://schemas.openxmlformats.org/officeDocument/2006/relationships/slide" Target="slide99.xml"/><Relationship Id="rId2" Type="http://schemas.openxmlformats.org/officeDocument/2006/relationships/notesSlide" Target="../notesSlides/notesSlide91.xml"/><Relationship Id="rId16" Type="http://schemas.openxmlformats.org/officeDocument/2006/relationships/chart" Target="../charts/chart8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18.xml"/><Relationship Id="rId11" Type="http://schemas.openxmlformats.org/officeDocument/2006/relationships/slide" Target="slide95.xml"/><Relationship Id="rId5" Type="http://schemas.openxmlformats.org/officeDocument/2006/relationships/slide" Target="slide155.xml"/><Relationship Id="rId15" Type="http://schemas.openxmlformats.org/officeDocument/2006/relationships/slide" Target="slide93.xml"/><Relationship Id="rId10" Type="http://schemas.openxmlformats.org/officeDocument/2006/relationships/slide" Target="slide87.xml"/><Relationship Id="rId4" Type="http://schemas.openxmlformats.org/officeDocument/2006/relationships/slide" Target="slide27.xml"/><Relationship Id="rId9" Type="http://schemas.openxmlformats.org/officeDocument/2006/relationships/slide" Target="slide123.xml"/><Relationship Id="rId14" Type="http://schemas.openxmlformats.org/officeDocument/2006/relationships/slide" Target="slide92.xml"/></Relationships>
</file>

<file path=ppt/slides/_rels/slide92.xml.rels><?xml version="1.0" encoding="UTF-8" standalone="yes"?>
<Relationships xmlns="http://schemas.openxmlformats.org/package/2006/relationships"><Relationship Id="rId8" Type="http://schemas.openxmlformats.org/officeDocument/2006/relationships/slide" Target="slide108.xml"/><Relationship Id="rId13" Type="http://schemas.openxmlformats.org/officeDocument/2006/relationships/slide" Target="slide90.xml"/><Relationship Id="rId3" Type="http://schemas.openxmlformats.org/officeDocument/2006/relationships/slide" Target="slide5.xml"/><Relationship Id="rId7" Type="http://schemas.openxmlformats.org/officeDocument/2006/relationships/slide" Target="slide76.xml"/><Relationship Id="rId12" Type="http://schemas.openxmlformats.org/officeDocument/2006/relationships/slide" Target="slide100.xml"/><Relationship Id="rId2" Type="http://schemas.openxmlformats.org/officeDocument/2006/relationships/notesSlide" Target="../notesSlides/notesSlide92.xml"/><Relationship Id="rId16" Type="http://schemas.openxmlformats.org/officeDocument/2006/relationships/chart" Target="../charts/chart8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19.xml"/><Relationship Id="rId11" Type="http://schemas.openxmlformats.org/officeDocument/2006/relationships/slide" Target="slide96.xml"/><Relationship Id="rId5" Type="http://schemas.openxmlformats.org/officeDocument/2006/relationships/slide" Target="slide156.xml"/><Relationship Id="rId15" Type="http://schemas.openxmlformats.org/officeDocument/2006/relationships/slide" Target="slide93.xml"/><Relationship Id="rId10" Type="http://schemas.openxmlformats.org/officeDocument/2006/relationships/slide" Target="slide88.xml"/><Relationship Id="rId4" Type="http://schemas.openxmlformats.org/officeDocument/2006/relationships/slide" Target="slide28.xml"/><Relationship Id="rId9" Type="http://schemas.openxmlformats.org/officeDocument/2006/relationships/slide" Target="slide124.xml"/><Relationship Id="rId14" Type="http://schemas.openxmlformats.org/officeDocument/2006/relationships/slide" Target="slide91.xml"/></Relationships>
</file>

<file path=ppt/slides/_rels/slide93.xml.rels><?xml version="1.0" encoding="UTF-8" standalone="yes"?>
<Relationships xmlns="http://schemas.openxmlformats.org/package/2006/relationships"><Relationship Id="rId8" Type="http://schemas.openxmlformats.org/officeDocument/2006/relationships/slide" Target="slide109.xml"/><Relationship Id="rId13" Type="http://schemas.openxmlformats.org/officeDocument/2006/relationships/slide" Target="slide90.xml"/><Relationship Id="rId3" Type="http://schemas.openxmlformats.org/officeDocument/2006/relationships/slide" Target="slide5.xml"/><Relationship Id="rId7" Type="http://schemas.openxmlformats.org/officeDocument/2006/relationships/slide" Target="slide77.xml"/><Relationship Id="rId12" Type="http://schemas.openxmlformats.org/officeDocument/2006/relationships/slide" Target="slide101.xml"/><Relationship Id="rId2" Type="http://schemas.openxmlformats.org/officeDocument/2006/relationships/notesSlide" Target="../notesSlides/notesSlide93.xml"/><Relationship Id="rId16" Type="http://schemas.openxmlformats.org/officeDocument/2006/relationships/chart" Target="../charts/chart8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20.xml"/><Relationship Id="rId11" Type="http://schemas.openxmlformats.org/officeDocument/2006/relationships/slide" Target="slide97.xml"/><Relationship Id="rId5" Type="http://schemas.openxmlformats.org/officeDocument/2006/relationships/slide" Target="slide157.xml"/><Relationship Id="rId15" Type="http://schemas.openxmlformats.org/officeDocument/2006/relationships/slide" Target="slide92.xml"/><Relationship Id="rId10" Type="http://schemas.openxmlformats.org/officeDocument/2006/relationships/slide" Target="slide89.xml"/><Relationship Id="rId4" Type="http://schemas.openxmlformats.org/officeDocument/2006/relationships/slide" Target="slide29.xml"/><Relationship Id="rId9" Type="http://schemas.openxmlformats.org/officeDocument/2006/relationships/slide" Target="slide125.xml"/><Relationship Id="rId14" Type="http://schemas.openxmlformats.org/officeDocument/2006/relationships/slide" Target="slide91.xml"/></Relationships>
</file>

<file path=ppt/slides/_rels/slide94.xml.rels><?xml version="1.0" encoding="UTF-8" standalone="yes"?>
<Relationships xmlns="http://schemas.openxmlformats.org/package/2006/relationships"><Relationship Id="rId8" Type="http://schemas.openxmlformats.org/officeDocument/2006/relationships/slide" Target="slide110.xml"/><Relationship Id="rId13" Type="http://schemas.openxmlformats.org/officeDocument/2006/relationships/slide" Target="slide95.xml"/><Relationship Id="rId3" Type="http://schemas.openxmlformats.org/officeDocument/2006/relationships/slide" Target="slide5.xml"/><Relationship Id="rId7" Type="http://schemas.openxmlformats.org/officeDocument/2006/relationships/slide" Target="slide78.xml"/><Relationship Id="rId12" Type="http://schemas.openxmlformats.org/officeDocument/2006/relationships/slide" Target="slide98.xml"/><Relationship Id="rId2" Type="http://schemas.openxmlformats.org/officeDocument/2006/relationships/notesSlide" Target="../notesSlides/notesSlide94.xml"/><Relationship Id="rId16" Type="http://schemas.openxmlformats.org/officeDocument/2006/relationships/chart" Target="../charts/chart9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21.xml"/><Relationship Id="rId11" Type="http://schemas.openxmlformats.org/officeDocument/2006/relationships/slide" Target="slide90.xml"/><Relationship Id="rId5" Type="http://schemas.openxmlformats.org/officeDocument/2006/relationships/slide" Target="slide158.xml"/><Relationship Id="rId15" Type="http://schemas.openxmlformats.org/officeDocument/2006/relationships/slide" Target="slide97.xml"/><Relationship Id="rId10" Type="http://schemas.openxmlformats.org/officeDocument/2006/relationships/slide" Target="slide86.xml"/><Relationship Id="rId4" Type="http://schemas.openxmlformats.org/officeDocument/2006/relationships/slide" Target="slide30.xml"/><Relationship Id="rId9" Type="http://schemas.openxmlformats.org/officeDocument/2006/relationships/slide" Target="slide126.xml"/><Relationship Id="rId14" Type="http://schemas.openxmlformats.org/officeDocument/2006/relationships/slide" Target="slide96.xml"/></Relationships>
</file>

<file path=ppt/slides/_rels/slide95.xml.rels><?xml version="1.0" encoding="UTF-8" standalone="yes"?>
<Relationships xmlns="http://schemas.openxmlformats.org/package/2006/relationships"><Relationship Id="rId8" Type="http://schemas.openxmlformats.org/officeDocument/2006/relationships/slide" Target="slide111.xml"/><Relationship Id="rId13" Type="http://schemas.openxmlformats.org/officeDocument/2006/relationships/slide" Target="slide94.xml"/><Relationship Id="rId3" Type="http://schemas.openxmlformats.org/officeDocument/2006/relationships/slide" Target="slide5.xml"/><Relationship Id="rId7" Type="http://schemas.openxmlformats.org/officeDocument/2006/relationships/slide" Target="slide79.xml"/><Relationship Id="rId12" Type="http://schemas.openxmlformats.org/officeDocument/2006/relationships/slide" Target="slide99.xml"/><Relationship Id="rId2" Type="http://schemas.openxmlformats.org/officeDocument/2006/relationships/notesSlide" Target="../notesSlides/notesSlide95.xml"/><Relationship Id="rId16" Type="http://schemas.openxmlformats.org/officeDocument/2006/relationships/chart" Target="../charts/chart9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22.xml"/><Relationship Id="rId11" Type="http://schemas.openxmlformats.org/officeDocument/2006/relationships/slide" Target="slide91.xml"/><Relationship Id="rId5" Type="http://schemas.openxmlformats.org/officeDocument/2006/relationships/slide" Target="slide159.xml"/><Relationship Id="rId15" Type="http://schemas.openxmlformats.org/officeDocument/2006/relationships/slide" Target="slide97.xml"/><Relationship Id="rId10" Type="http://schemas.openxmlformats.org/officeDocument/2006/relationships/slide" Target="slide87.xml"/><Relationship Id="rId4" Type="http://schemas.openxmlformats.org/officeDocument/2006/relationships/slide" Target="slide31.xml"/><Relationship Id="rId9" Type="http://schemas.openxmlformats.org/officeDocument/2006/relationships/slide" Target="slide127.xml"/><Relationship Id="rId14" Type="http://schemas.openxmlformats.org/officeDocument/2006/relationships/slide" Target="slide96.xml"/></Relationships>
</file>

<file path=ppt/slides/_rels/slide96.xml.rels><?xml version="1.0" encoding="UTF-8" standalone="yes"?>
<Relationships xmlns="http://schemas.openxmlformats.org/package/2006/relationships"><Relationship Id="rId8" Type="http://schemas.openxmlformats.org/officeDocument/2006/relationships/slide" Target="slide112.xml"/><Relationship Id="rId13" Type="http://schemas.openxmlformats.org/officeDocument/2006/relationships/slide" Target="slide94.xml"/><Relationship Id="rId3" Type="http://schemas.openxmlformats.org/officeDocument/2006/relationships/slide" Target="slide5.xml"/><Relationship Id="rId7" Type="http://schemas.openxmlformats.org/officeDocument/2006/relationships/slide" Target="slide80.xml"/><Relationship Id="rId12" Type="http://schemas.openxmlformats.org/officeDocument/2006/relationships/slide" Target="slide100.xml"/><Relationship Id="rId2" Type="http://schemas.openxmlformats.org/officeDocument/2006/relationships/notesSlide" Target="../notesSlides/notesSlide96.xml"/><Relationship Id="rId16" Type="http://schemas.openxmlformats.org/officeDocument/2006/relationships/chart" Target="../charts/chart9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23.xml"/><Relationship Id="rId11" Type="http://schemas.openxmlformats.org/officeDocument/2006/relationships/slide" Target="slide92.xml"/><Relationship Id="rId5" Type="http://schemas.openxmlformats.org/officeDocument/2006/relationships/slide" Target="slide160.xml"/><Relationship Id="rId15" Type="http://schemas.openxmlformats.org/officeDocument/2006/relationships/slide" Target="slide97.xml"/><Relationship Id="rId10" Type="http://schemas.openxmlformats.org/officeDocument/2006/relationships/slide" Target="slide88.xml"/><Relationship Id="rId4" Type="http://schemas.openxmlformats.org/officeDocument/2006/relationships/slide" Target="slide32.xml"/><Relationship Id="rId9" Type="http://schemas.openxmlformats.org/officeDocument/2006/relationships/slide" Target="slide128.xml"/><Relationship Id="rId14" Type="http://schemas.openxmlformats.org/officeDocument/2006/relationships/slide" Target="slide95.xml"/></Relationships>
</file>

<file path=ppt/slides/_rels/slide97.xml.rels><?xml version="1.0" encoding="UTF-8" standalone="yes"?>
<Relationships xmlns="http://schemas.openxmlformats.org/package/2006/relationships"><Relationship Id="rId8" Type="http://schemas.openxmlformats.org/officeDocument/2006/relationships/slide" Target="slide113.xml"/><Relationship Id="rId13" Type="http://schemas.openxmlformats.org/officeDocument/2006/relationships/slide" Target="slide94.xml"/><Relationship Id="rId3" Type="http://schemas.openxmlformats.org/officeDocument/2006/relationships/slide" Target="slide5.xml"/><Relationship Id="rId7" Type="http://schemas.openxmlformats.org/officeDocument/2006/relationships/slide" Target="slide81.xml"/><Relationship Id="rId12" Type="http://schemas.openxmlformats.org/officeDocument/2006/relationships/slide" Target="slide101.xml"/><Relationship Id="rId2" Type="http://schemas.openxmlformats.org/officeDocument/2006/relationships/notesSlide" Target="../notesSlides/notesSlide97.xml"/><Relationship Id="rId16" Type="http://schemas.openxmlformats.org/officeDocument/2006/relationships/chart" Target="../charts/chart9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24.xml"/><Relationship Id="rId11" Type="http://schemas.openxmlformats.org/officeDocument/2006/relationships/slide" Target="slide93.xml"/><Relationship Id="rId5" Type="http://schemas.openxmlformats.org/officeDocument/2006/relationships/slide" Target="slide161.xml"/><Relationship Id="rId15" Type="http://schemas.openxmlformats.org/officeDocument/2006/relationships/slide" Target="slide96.xml"/><Relationship Id="rId10" Type="http://schemas.openxmlformats.org/officeDocument/2006/relationships/slide" Target="slide89.xml"/><Relationship Id="rId4" Type="http://schemas.openxmlformats.org/officeDocument/2006/relationships/slide" Target="slide33.xml"/><Relationship Id="rId9" Type="http://schemas.openxmlformats.org/officeDocument/2006/relationships/slide" Target="slide129.xml"/><Relationship Id="rId14" Type="http://schemas.openxmlformats.org/officeDocument/2006/relationships/slide" Target="slide95.xml"/></Relationships>
</file>

<file path=ppt/slides/_rels/slide98.xml.rels><?xml version="1.0" encoding="UTF-8" standalone="yes"?>
<Relationships xmlns="http://schemas.openxmlformats.org/package/2006/relationships"><Relationship Id="rId8" Type="http://schemas.openxmlformats.org/officeDocument/2006/relationships/slide" Target="slide114.xml"/><Relationship Id="rId13" Type="http://schemas.openxmlformats.org/officeDocument/2006/relationships/slide" Target="slide99.xml"/><Relationship Id="rId3" Type="http://schemas.openxmlformats.org/officeDocument/2006/relationships/slide" Target="slide5.xml"/><Relationship Id="rId7" Type="http://schemas.openxmlformats.org/officeDocument/2006/relationships/slide" Target="slide82.xml"/><Relationship Id="rId12" Type="http://schemas.openxmlformats.org/officeDocument/2006/relationships/slide" Target="slide94.xml"/><Relationship Id="rId2" Type="http://schemas.openxmlformats.org/officeDocument/2006/relationships/notesSlide" Target="../notesSlides/notesSlide98.xml"/><Relationship Id="rId16" Type="http://schemas.openxmlformats.org/officeDocument/2006/relationships/chart" Target="../charts/chart9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25.xml"/><Relationship Id="rId11" Type="http://schemas.openxmlformats.org/officeDocument/2006/relationships/slide" Target="slide90.xml"/><Relationship Id="rId5" Type="http://schemas.openxmlformats.org/officeDocument/2006/relationships/slide" Target="slide162.xml"/><Relationship Id="rId15" Type="http://schemas.openxmlformats.org/officeDocument/2006/relationships/slide" Target="slide101.xml"/><Relationship Id="rId10" Type="http://schemas.openxmlformats.org/officeDocument/2006/relationships/slide" Target="slide86.xml"/><Relationship Id="rId4" Type="http://schemas.openxmlformats.org/officeDocument/2006/relationships/slide" Target="slide34.xml"/><Relationship Id="rId9" Type="http://schemas.openxmlformats.org/officeDocument/2006/relationships/slide" Target="slide130.xml"/><Relationship Id="rId14" Type="http://schemas.openxmlformats.org/officeDocument/2006/relationships/slide" Target="slide100.xml"/></Relationships>
</file>

<file path=ppt/slides/_rels/slide99.xml.rels><?xml version="1.0" encoding="UTF-8" standalone="yes"?>
<Relationships xmlns="http://schemas.openxmlformats.org/package/2006/relationships"><Relationship Id="rId8" Type="http://schemas.openxmlformats.org/officeDocument/2006/relationships/slide" Target="slide115.xml"/><Relationship Id="rId13" Type="http://schemas.openxmlformats.org/officeDocument/2006/relationships/slide" Target="slide98.xml"/><Relationship Id="rId3" Type="http://schemas.openxmlformats.org/officeDocument/2006/relationships/slide" Target="slide5.xml"/><Relationship Id="rId7" Type="http://schemas.openxmlformats.org/officeDocument/2006/relationships/slide" Target="slide83.xml"/><Relationship Id="rId12" Type="http://schemas.openxmlformats.org/officeDocument/2006/relationships/slide" Target="slide95.xml"/><Relationship Id="rId2" Type="http://schemas.openxmlformats.org/officeDocument/2006/relationships/notesSlide" Target="../notesSlides/notesSlide99.xml"/><Relationship Id="rId16" Type="http://schemas.openxmlformats.org/officeDocument/2006/relationships/chart" Target="../charts/chart9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26.xml"/><Relationship Id="rId11" Type="http://schemas.openxmlformats.org/officeDocument/2006/relationships/slide" Target="slide91.xml"/><Relationship Id="rId5" Type="http://schemas.openxmlformats.org/officeDocument/2006/relationships/slide" Target="slide163.xml"/><Relationship Id="rId15" Type="http://schemas.openxmlformats.org/officeDocument/2006/relationships/slide" Target="slide101.xml"/><Relationship Id="rId10" Type="http://schemas.openxmlformats.org/officeDocument/2006/relationships/slide" Target="slide87.xml"/><Relationship Id="rId4" Type="http://schemas.openxmlformats.org/officeDocument/2006/relationships/slide" Target="slide35.xml"/><Relationship Id="rId9" Type="http://schemas.openxmlformats.org/officeDocument/2006/relationships/slide" Target="slide131.xml"/><Relationship Id="rId14" Type="http://schemas.openxmlformats.org/officeDocument/2006/relationships/slide" Target="slide100.xml"/></Relationships>
</file>

<file path=ppt/slides/_rels/slide100.xml.rels><?xml version="1.0" encoding="UTF-8" standalone="yes"?>
<Relationships xmlns="http://schemas.openxmlformats.org/package/2006/relationships"><Relationship Id="rId8" Type="http://schemas.openxmlformats.org/officeDocument/2006/relationships/slide" Target="slide116.xml"/><Relationship Id="rId13" Type="http://schemas.openxmlformats.org/officeDocument/2006/relationships/slide" Target="slide98.xml"/><Relationship Id="rId3" Type="http://schemas.openxmlformats.org/officeDocument/2006/relationships/slide" Target="slide5.xml"/><Relationship Id="rId7" Type="http://schemas.openxmlformats.org/officeDocument/2006/relationships/slide" Target="slide84.xml"/><Relationship Id="rId12" Type="http://schemas.openxmlformats.org/officeDocument/2006/relationships/slide" Target="slide96.xml"/><Relationship Id="rId2" Type="http://schemas.openxmlformats.org/officeDocument/2006/relationships/notesSlide" Target="../notesSlides/notesSlide100.xml"/><Relationship Id="rId16" Type="http://schemas.openxmlformats.org/officeDocument/2006/relationships/chart" Target="../charts/chart9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27.xml"/><Relationship Id="rId11" Type="http://schemas.openxmlformats.org/officeDocument/2006/relationships/slide" Target="slide92.xml"/><Relationship Id="rId5" Type="http://schemas.openxmlformats.org/officeDocument/2006/relationships/slide" Target="slide164.xml"/><Relationship Id="rId15" Type="http://schemas.openxmlformats.org/officeDocument/2006/relationships/slide" Target="slide101.xml"/><Relationship Id="rId10" Type="http://schemas.openxmlformats.org/officeDocument/2006/relationships/slide" Target="slide88.xml"/><Relationship Id="rId4" Type="http://schemas.openxmlformats.org/officeDocument/2006/relationships/slide" Target="slide36.xml"/><Relationship Id="rId9" Type="http://schemas.openxmlformats.org/officeDocument/2006/relationships/slide" Target="slide132.xml"/><Relationship Id="rId14" Type="http://schemas.openxmlformats.org/officeDocument/2006/relationships/slide" Target="slide99.xml"/></Relationships>
</file>

<file path=ppt/slides/_rels/slide101.xml.rels><?xml version="1.0" encoding="UTF-8" standalone="yes"?>
<Relationships xmlns="http://schemas.openxmlformats.org/package/2006/relationships"><Relationship Id="rId8" Type="http://schemas.openxmlformats.org/officeDocument/2006/relationships/slide" Target="slide117.xml"/><Relationship Id="rId13" Type="http://schemas.openxmlformats.org/officeDocument/2006/relationships/slide" Target="slide98.xml"/><Relationship Id="rId3" Type="http://schemas.openxmlformats.org/officeDocument/2006/relationships/slide" Target="slide5.xml"/><Relationship Id="rId7" Type="http://schemas.openxmlformats.org/officeDocument/2006/relationships/slide" Target="slide85.xml"/><Relationship Id="rId12" Type="http://schemas.openxmlformats.org/officeDocument/2006/relationships/slide" Target="slide97.xml"/><Relationship Id="rId2" Type="http://schemas.openxmlformats.org/officeDocument/2006/relationships/notesSlide" Target="../notesSlides/notesSlide101.xml"/><Relationship Id="rId16" Type="http://schemas.openxmlformats.org/officeDocument/2006/relationships/chart" Target="../charts/chart9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28.xml"/><Relationship Id="rId11" Type="http://schemas.openxmlformats.org/officeDocument/2006/relationships/slide" Target="slide93.xml"/><Relationship Id="rId5" Type="http://schemas.openxmlformats.org/officeDocument/2006/relationships/slide" Target="slide165.xml"/><Relationship Id="rId15" Type="http://schemas.openxmlformats.org/officeDocument/2006/relationships/slide" Target="slide100.xml"/><Relationship Id="rId10" Type="http://schemas.openxmlformats.org/officeDocument/2006/relationships/slide" Target="slide89.xml"/><Relationship Id="rId4" Type="http://schemas.openxmlformats.org/officeDocument/2006/relationships/slide" Target="slide37.xml"/><Relationship Id="rId9" Type="http://schemas.openxmlformats.org/officeDocument/2006/relationships/slide" Target="slide133.xml"/><Relationship Id="rId14" Type="http://schemas.openxmlformats.org/officeDocument/2006/relationships/slide" Target="slide99.xml"/></Relationships>
</file>

<file path=ppt/slides/_rels/slide102.xml.rels><?xml version="1.0" encoding="UTF-8" standalone="yes"?>
<Relationships xmlns="http://schemas.openxmlformats.org/package/2006/relationships"><Relationship Id="rId8" Type="http://schemas.openxmlformats.org/officeDocument/2006/relationships/slide" Target="slide86.xml"/><Relationship Id="rId13" Type="http://schemas.openxmlformats.org/officeDocument/2006/relationships/slide" Target="slide103.xml"/><Relationship Id="rId3" Type="http://schemas.openxmlformats.org/officeDocument/2006/relationships/slide" Target="slide5.xml"/><Relationship Id="rId7" Type="http://schemas.openxmlformats.org/officeDocument/2006/relationships/slide" Target="slide70.xml"/><Relationship Id="rId12" Type="http://schemas.openxmlformats.org/officeDocument/2006/relationships/slide" Target="slide114.xml"/><Relationship Id="rId2" Type="http://schemas.openxmlformats.org/officeDocument/2006/relationships/notesSlide" Target="../notesSlides/notesSlide102.xml"/><Relationship Id="rId16" Type="http://schemas.openxmlformats.org/officeDocument/2006/relationships/chart" Target="../charts/chart9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29.xml"/><Relationship Id="rId11" Type="http://schemas.openxmlformats.org/officeDocument/2006/relationships/slide" Target="slide110.xml"/><Relationship Id="rId5" Type="http://schemas.openxmlformats.org/officeDocument/2006/relationships/slide" Target="slide166.xml"/><Relationship Id="rId15" Type="http://schemas.openxmlformats.org/officeDocument/2006/relationships/slide" Target="slide105.xml"/><Relationship Id="rId10" Type="http://schemas.openxmlformats.org/officeDocument/2006/relationships/slide" Target="slide106.xml"/><Relationship Id="rId4" Type="http://schemas.openxmlformats.org/officeDocument/2006/relationships/slide" Target="slide38.xml"/><Relationship Id="rId9" Type="http://schemas.openxmlformats.org/officeDocument/2006/relationships/slide" Target="slide118.xml"/><Relationship Id="rId14" Type="http://schemas.openxmlformats.org/officeDocument/2006/relationships/slide" Target="slide104.xml"/></Relationships>
</file>

<file path=ppt/slides/_rels/slide103.xml.rels><?xml version="1.0" encoding="UTF-8" standalone="yes"?>
<Relationships xmlns="http://schemas.openxmlformats.org/package/2006/relationships"><Relationship Id="rId8" Type="http://schemas.openxmlformats.org/officeDocument/2006/relationships/slide" Target="slide87.xml"/><Relationship Id="rId13" Type="http://schemas.openxmlformats.org/officeDocument/2006/relationships/slide" Target="slide102.xml"/><Relationship Id="rId3" Type="http://schemas.openxmlformats.org/officeDocument/2006/relationships/slide" Target="slide5.xml"/><Relationship Id="rId7" Type="http://schemas.openxmlformats.org/officeDocument/2006/relationships/slide" Target="slide71.xml"/><Relationship Id="rId12" Type="http://schemas.openxmlformats.org/officeDocument/2006/relationships/slide" Target="slide115.xml"/><Relationship Id="rId2" Type="http://schemas.openxmlformats.org/officeDocument/2006/relationships/notesSlide" Target="../notesSlides/notesSlide103.xml"/><Relationship Id="rId16" Type="http://schemas.openxmlformats.org/officeDocument/2006/relationships/chart" Target="../charts/chart9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30.xml"/><Relationship Id="rId11" Type="http://schemas.openxmlformats.org/officeDocument/2006/relationships/slide" Target="slide111.xml"/><Relationship Id="rId5" Type="http://schemas.openxmlformats.org/officeDocument/2006/relationships/slide" Target="slide167.xml"/><Relationship Id="rId15" Type="http://schemas.openxmlformats.org/officeDocument/2006/relationships/slide" Target="slide105.xml"/><Relationship Id="rId10" Type="http://schemas.openxmlformats.org/officeDocument/2006/relationships/slide" Target="slide107.xml"/><Relationship Id="rId4" Type="http://schemas.openxmlformats.org/officeDocument/2006/relationships/slide" Target="slide39.xml"/><Relationship Id="rId9" Type="http://schemas.openxmlformats.org/officeDocument/2006/relationships/slide" Target="slide119.xml"/><Relationship Id="rId14" Type="http://schemas.openxmlformats.org/officeDocument/2006/relationships/slide" Target="slide104.xml"/></Relationships>
</file>

<file path=ppt/slides/_rels/slide104.xml.rels><?xml version="1.0" encoding="UTF-8" standalone="yes"?>
<Relationships xmlns="http://schemas.openxmlformats.org/package/2006/relationships"><Relationship Id="rId8" Type="http://schemas.openxmlformats.org/officeDocument/2006/relationships/slide" Target="slide88.xml"/><Relationship Id="rId13" Type="http://schemas.openxmlformats.org/officeDocument/2006/relationships/slide" Target="slide102.xml"/><Relationship Id="rId3" Type="http://schemas.openxmlformats.org/officeDocument/2006/relationships/slide" Target="slide5.xml"/><Relationship Id="rId7" Type="http://schemas.openxmlformats.org/officeDocument/2006/relationships/slide" Target="slide72.xml"/><Relationship Id="rId12" Type="http://schemas.openxmlformats.org/officeDocument/2006/relationships/slide" Target="slide116.xml"/><Relationship Id="rId2" Type="http://schemas.openxmlformats.org/officeDocument/2006/relationships/notesSlide" Target="../notesSlides/notesSlide104.xml"/><Relationship Id="rId16" Type="http://schemas.openxmlformats.org/officeDocument/2006/relationships/chart" Target="../charts/chart10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31.xml"/><Relationship Id="rId11" Type="http://schemas.openxmlformats.org/officeDocument/2006/relationships/slide" Target="slide112.xml"/><Relationship Id="rId5" Type="http://schemas.openxmlformats.org/officeDocument/2006/relationships/slide" Target="slide168.xml"/><Relationship Id="rId15" Type="http://schemas.openxmlformats.org/officeDocument/2006/relationships/slide" Target="slide105.xml"/><Relationship Id="rId10" Type="http://schemas.openxmlformats.org/officeDocument/2006/relationships/slide" Target="slide108.xml"/><Relationship Id="rId4" Type="http://schemas.openxmlformats.org/officeDocument/2006/relationships/slide" Target="slide40.xml"/><Relationship Id="rId9" Type="http://schemas.openxmlformats.org/officeDocument/2006/relationships/slide" Target="slide120.xml"/><Relationship Id="rId14" Type="http://schemas.openxmlformats.org/officeDocument/2006/relationships/slide" Target="slide103.xml"/></Relationships>
</file>

<file path=ppt/slides/_rels/slide105.xml.rels><?xml version="1.0" encoding="UTF-8" standalone="yes"?>
<Relationships xmlns="http://schemas.openxmlformats.org/package/2006/relationships"><Relationship Id="rId8" Type="http://schemas.openxmlformats.org/officeDocument/2006/relationships/slide" Target="slide89.xml"/><Relationship Id="rId13" Type="http://schemas.openxmlformats.org/officeDocument/2006/relationships/slide" Target="slide102.xml"/><Relationship Id="rId3" Type="http://schemas.openxmlformats.org/officeDocument/2006/relationships/slide" Target="slide5.xml"/><Relationship Id="rId7" Type="http://schemas.openxmlformats.org/officeDocument/2006/relationships/slide" Target="slide73.xml"/><Relationship Id="rId12" Type="http://schemas.openxmlformats.org/officeDocument/2006/relationships/slide" Target="slide117.xml"/><Relationship Id="rId2" Type="http://schemas.openxmlformats.org/officeDocument/2006/relationships/notesSlide" Target="../notesSlides/notesSlide105.xml"/><Relationship Id="rId16" Type="http://schemas.openxmlformats.org/officeDocument/2006/relationships/chart" Target="../charts/chart10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32.xml"/><Relationship Id="rId11" Type="http://schemas.openxmlformats.org/officeDocument/2006/relationships/slide" Target="slide113.xml"/><Relationship Id="rId5" Type="http://schemas.openxmlformats.org/officeDocument/2006/relationships/slide" Target="slide169.xml"/><Relationship Id="rId15" Type="http://schemas.openxmlformats.org/officeDocument/2006/relationships/slide" Target="slide104.xml"/><Relationship Id="rId10" Type="http://schemas.openxmlformats.org/officeDocument/2006/relationships/slide" Target="slide109.xml"/><Relationship Id="rId4" Type="http://schemas.openxmlformats.org/officeDocument/2006/relationships/slide" Target="slide41.xml"/><Relationship Id="rId9" Type="http://schemas.openxmlformats.org/officeDocument/2006/relationships/slide" Target="slide121.xml"/><Relationship Id="rId14" Type="http://schemas.openxmlformats.org/officeDocument/2006/relationships/slide" Target="slide103.xml"/></Relationships>
</file>

<file path=ppt/slides/_rels/slide106.xml.rels><?xml version="1.0" encoding="UTF-8" standalone="yes"?>
<Relationships xmlns="http://schemas.openxmlformats.org/package/2006/relationships"><Relationship Id="rId8" Type="http://schemas.openxmlformats.org/officeDocument/2006/relationships/slide" Target="slide90.xml"/><Relationship Id="rId13" Type="http://schemas.openxmlformats.org/officeDocument/2006/relationships/slide" Target="slide107.xml"/><Relationship Id="rId3" Type="http://schemas.openxmlformats.org/officeDocument/2006/relationships/slide" Target="slide5.xml"/><Relationship Id="rId7" Type="http://schemas.openxmlformats.org/officeDocument/2006/relationships/slide" Target="slide74.xml"/><Relationship Id="rId12" Type="http://schemas.openxmlformats.org/officeDocument/2006/relationships/slide" Target="slide114.xml"/><Relationship Id="rId2" Type="http://schemas.openxmlformats.org/officeDocument/2006/relationships/notesSlide" Target="../notesSlides/notesSlide106.xml"/><Relationship Id="rId16" Type="http://schemas.openxmlformats.org/officeDocument/2006/relationships/chart" Target="../charts/chart10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33.xml"/><Relationship Id="rId11" Type="http://schemas.openxmlformats.org/officeDocument/2006/relationships/slide" Target="slide110.xml"/><Relationship Id="rId5" Type="http://schemas.openxmlformats.org/officeDocument/2006/relationships/slide" Target="slide170.xml"/><Relationship Id="rId15" Type="http://schemas.openxmlformats.org/officeDocument/2006/relationships/slide" Target="slide109.xml"/><Relationship Id="rId10" Type="http://schemas.openxmlformats.org/officeDocument/2006/relationships/slide" Target="slide102.xml"/><Relationship Id="rId4" Type="http://schemas.openxmlformats.org/officeDocument/2006/relationships/slide" Target="slide42.xml"/><Relationship Id="rId9" Type="http://schemas.openxmlformats.org/officeDocument/2006/relationships/slide" Target="slide122.xml"/><Relationship Id="rId14" Type="http://schemas.openxmlformats.org/officeDocument/2006/relationships/slide" Target="slide108.xml"/></Relationships>
</file>

<file path=ppt/slides/_rels/slide107.xml.rels><?xml version="1.0" encoding="UTF-8" standalone="yes"?>
<Relationships xmlns="http://schemas.openxmlformats.org/package/2006/relationships"><Relationship Id="rId8" Type="http://schemas.openxmlformats.org/officeDocument/2006/relationships/slide" Target="slide91.xml"/><Relationship Id="rId13" Type="http://schemas.openxmlformats.org/officeDocument/2006/relationships/slide" Target="slide106.xml"/><Relationship Id="rId3" Type="http://schemas.openxmlformats.org/officeDocument/2006/relationships/slide" Target="slide5.xml"/><Relationship Id="rId7" Type="http://schemas.openxmlformats.org/officeDocument/2006/relationships/slide" Target="slide75.xml"/><Relationship Id="rId12" Type="http://schemas.openxmlformats.org/officeDocument/2006/relationships/slide" Target="slide115.xml"/><Relationship Id="rId2" Type="http://schemas.openxmlformats.org/officeDocument/2006/relationships/notesSlide" Target="../notesSlides/notesSlide107.xml"/><Relationship Id="rId16" Type="http://schemas.openxmlformats.org/officeDocument/2006/relationships/chart" Target="../charts/chart10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34.xml"/><Relationship Id="rId11" Type="http://schemas.openxmlformats.org/officeDocument/2006/relationships/slide" Target="slide111.xml"/><Relationship Id="rId5" Type="http://schemas.openxmlformats.org/officeDocument/2006/relationships/slide" Target="slide171.xml"/><Relationship Id="rId15" Type="http://schemas.openxmlformats.org/officeDocument/2006/relationships/slide" Target="slide109.xml"/><Relationship Id="rId10" Type="http://schemas.openxmlformats.org/officeDocument/2006/relationships/slide" Target="slide103.xml"/><Relationship Id="rId4" Type="http://schemas.openxmlformats.org/officeDocument/2006/relationships/slide" Target="slide43.xml"/><Relationship Id="rId9" Type="http://schemas.openxmlformats.org/officeDocument/2006/relationships/slide" Target="slide123.xml"/><Relationship Id="rId14" Type="http://schemas.openxmlformats.org/officeDocument/2006/relationships/slide" Target="slide108.xml"/></Relationships>
</file>

<file path=ppt/slides/_rels/slide108.xml.rels><?xml version="1.0" encoding="UTF-8" standalone="yes"?>
<Relationships xmlns="http://schemas.openxmlformats.org/package/2006/relationships"><Relationship Id="rId8" Type="http://schemas.openxmlformats.org/officeDocument/2006/relationships/slide" Target="slide92.xml"/><Relationship Id="rId13" Type="http://schemas.openxmlformats.org/officeDocument/2006/relationships/slide" Target="slide106.xml"/><Relationship Id="rId3" Type="http://schemas.openxmlformats.org/officeDocument/2006/relationships/slide" Target="slide5.xml"/><Relationship Id="rId7" Type="http://schemas.openxmlformats.org/officeDocument/2006/relationships/slide" Target="slide76.xml"/><Relationship Id="rId12" Type="http://schemas.openxmlformats.org/officeDocument/2006/relationships/slide" Target="slide116.xml"/><Relationship Id="rId2" Type="http://schemas.openxmlformats.org/officeDocument/2006/relationships/notesSlide" Target="../notesSlides/notesSlide108.xml"/><Relationship Id="rId16" Type="http://schemas.openxmlformats.org/officeDocument/2006/relationships/chart" Target="../charts/chart10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35.xml"/><Relationship Id="rId11" Type="http://schemas.openxmlformats.org/officeDocument/2006/relationships/slide" Target="slide112.xml"/><Relationship Id="rId5" Type="http://schemas.openxmlformats.org/officeDocument/2006/relationships/slide" Target="slide172.xml"/><Relationship Id="rId15" Type="http://schemas.openxmlformats.org/officeDocument/2006/relationships/slide" Target="slide109.xml"/><Relationship Id="rId10" Type="http://schemas.openxmlformats.org/officeDocument/2006/relationships/slide" Target="slide104.xml"/><Relationship Id="rId4" Type="http://schemas.openxmlformats.org/officeDocument/2006/relationships/slide" Target="slide44.xml"/><Relationship Id="rId9" Type="http://schemas.openxmlformats.org/officeDocument/2006/relationships/slide" Target="slide124.xml"/><Relationship Id="rId14" Type="http://schemas.openxmlformats.org/officeDocument/2006/relationships/slide" Target="slide107.xml"/></Relationships>
</file>

<file path=ppt/slides/_rels/slide109.xml.rels><?xml version="1.0" encoding="UTF-8" standalone="yes"?>
<Relationships xmlns="http://schemas.openxmlformats.org/package/2006/relationships"><Relationship Id="rId8" Type="http://schemas.openxmlformats.org/officeDocument/2006/relationships/slide" Target="slide93.xml"/><Relationship Id="rId13" Type="http://schemas.openxmlformats.org/officeDocument/2006/relationships/slide" Target="slide106.xml"/><Relationship Id="rId3" Type="http://schemas.openxmlformats.org/officeDocument/2006/relationships/slide" Target="slide5.xml"/><Relationship Id="rId7" Type="http://schemas.openxmlformats.org/officeDocument/2006/relationships/slide" Target="slide77.xml"/><Relationship Id="rId12" Type="http://schemas.openxmlformats.org/officeDocument/2006/relationships/slide" Target="slide117.xml"/><Relationship Id="rId2" Type="http://schemas.openxmlformats.org/officeDocument/2006/relationships/notesSlide" Target="../notesSlides/notesSlide109.xml"/><Relationship Id="rId16" Type="http://schemas.openxmlformats.org/officeDocument/2006/relationships/chart" Target="../charts/chart10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36.xml"/><Relationship Id="rId11" Type="http://schemas.openxmlformats.org/officeDocument/2006/relationships/slide" Target="slide113.xml"/><Relationship Id="rId5" Type="http://schemas.openxmlformats.org/officeDocument/2006/relationships/slide" Target="slide173.xml"/><Relationship Id="rId15" Type="http://schemas.openxmlformats.org/officeDocument/2006/relationships/slide" Target="slide108.xml"/><Relationship Id="rId10" Type="http://schemas.openxmlformats.org/officeDocument/2006/relationships/slide" Target="slide105.xml"/><Relationship Id="rId4" Type="http://schemas.openxmlformats.org/officeDocument/2006/relationships/slide" Target="slide45.xml"/><Relationship Id="rId9" Type="http://schemas.openxmlformats.org/officeDocument/2006/relationships/slide" Target="slide125.xml"/><Relationship Id="rId14" Type="http://schemas.openxmlformats.org/officeDocument/2006/relationships/slide" Target="slide107.xml"/></Relationships>
</file>

<file path=ppt/slides/_rels/slide110.xml.rels><?xml version="1.0" encoding="UTF-8" standalone="yes"?>
<Relationships xmlns="http://schemas.openxmlformats.org/package/2006/relationships"><Relationship Id="rId8" Type="http://schemas.openxmlformats.org/officeDocument/2006/relationships/slide" Target="slide94.xml"/><Relationship Id="rId13" Type="http://schemas.openxmlformats.org/officeDocument/2006/relationships/slide" Target="slide111.xml"/><Relationship Id="rId3" Type="http://schemas.openxmlformats.org/officeDocument/2006/relationships/slide" Target="slide5.xml"/><Relationship Id="rId7" Type="http://schemas.openxmlformats.org/officeDocument/2006/relationships/slide" Target="slide78.xml"/><Relationship Id="rId12" Type="http://schemas.openxmlformats.org/officeDocument/2006/relationships/slide" Target="slide114.xml"/><Relationship Id="rId2" Type="http://schemas.openxmlformats.org/officeDocument/2006/relationships/notesSlide" Target="../notesSlides/notesSlide110.xml"/><Relationship Id="rId16" Type="http://schemas.openxmlformats.org/officeDocument/2006/relationships/chart" Target="../charts/chart10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37.xml"/><Relationship Id="rId11" Type="http://schemas.openxmlformats.org/officeDocument/2006/relationships/slide" Target="slide106.xml"/><Relationship Id="rId5" Type="http://schemas.openxmlformats.org/officeDocument/2006/relationships/slide" Target="slide174.xml"/><Relationship Id="rId15" Type="http://schemas.openxmlformats.org/officeDocument/2006/relationships/slide" Target="slide113.xml"/><Relationship Id="rId10" Type="http://schemas.openxmlformats.org/officeDocument/2006/relationships/slide" Target="slide102.xml"/><Relationship Id="rId4" Type="http://schemas.openxmlformats.org/officeDocument/2006/relationships/slide" Target="slide46.xml"/><Relationship Id="rId9" Type="http://schemas.openxmlformats.org/officeDocument/2006/relationships/slide" Target="slide126.xml"/><Relationship Id="rId14" Type="http://schemas.openxmlformats.org/officeDocument/2006/relationships/slide" Target="slide112.xml"/></Relationships>
</file>

<file path=ppt/slides/_rels/slide111.xml.rels><?xml version="1.0" encoding="UTF-8" standalone="yes"?>
<Relationships xmlns="http://schemas.openxmlformats.org/package/2006/relationships"><Relationship Id="rId8" Type="http://schemas.openxmlformats.org/officeDocument/2006/relationships/slide" Target="slide95.xml"/><Relationship Id="rId13" Type="http://schemas.openxmlformats.org/officeDocument/2006/relationships/slide" Target="slide110.xml"/><Relationship Id="rId3" Type="http://schemas.openxmlformats.org/officeDocument/2006/relationships/slide" Target="slide5.xml"/><Relationship Id="rId7" Type="http://schemas.openxmlformats.org/officeDocument/2006/relationships/slide" Target="slide79.xml"/><Relationship Id="rId12" Type="http://schemas.openxmlformats.org/officeDocument/2006/relationships/slide" Target="slide115.xml"/><Relationship Id="rId2" Type="http://schemas.openxmlformats.org/officeDocument/2006/relationships/notesSlide" Target="../notesSlides/notesSlide111.xml"/><Relationship Id="rId16" Type="http://schemas.openxmlformats.org/officeDocument/2006/relationships/chart" Target="../charts/chart10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38.xml"/><Relationship Id="rId11" Type="http://schemas.openxmlformats.org/officeDocument/2006/relationships/slide" Target="slide107.xml"/><Relationship Id="rId5" Type="http://schemas.openxmlformats.org/officeDocument/2006/relationships/slide" Target="slide175.xml"/><Relationship Id="rId15" Type="http://schemas.openxmlformats.org/officeDocument/2006/relationships/slide" Target="slide113.xml"/><Relationship Id="rId10" Type="http://schemas.openxmlformats.org/officeDocument/2006/relationships/slide" Target="slide103.xml"/><Relationship Id="rId4" Type="http://schemas.openxmlformats.org/officeDocument/2006/relationships/slide" Target="slide47.xml"/><Relationship Id="rId9" Type="http://schemas.openxmlformats.org/officeDocument/2006/relationships/slide" Target="slide127.xml"/><Relationship Id="rId14" Type="http://schemas.openxmlformats.org/officeDocument/2006/relationships/slide" Target="slide112.xml"/></Relationships>
</file>

<file path=ppt/slides/_rels/slide112.xml.rels><?xml version="1.0" encoding="UTF-8" standalone="yes"?>
<Relationships xmlns="http://schemas.openxmlformats.org/package/2006/relationships"><Relationship Id="rId8" Type="http://schemas.openxmlformats.org/officeDocument/2006/relationships/slide" Target="slide128.xml"/><Relationship Id="rId13" Type="http://schemas.openxmlformats.org/officeDocument/2006/relationships/slide" Target="slide111.xml"/><Relationship Id="rId3" Type="http://schemas.openxmlformats.org/officeDocument/2006/relationships/slide" Target="slide5.xml"/><Relationship Id="rId7" Type="http://schemas.openxmlformats.org/officeDocument/2006/relationships/slide" Target="slide96.xml"/><Relationship Id="rId12" Type="http://schemas.openxmlformats.org/officeDocument/2006/relationships/slide" Target="slide110.xml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0.xml"/><Relationship Id="rId11" Type="http://schemas.openxmlformats.org/officeDocument/2006/relationships/slide" Target="slide116.xml"/><Relationship Id="rId5" Type="http://schemas.openxmlformats.org/officeDocument/2006/relationships/slide" Target="slide239.xml"/><Relationship Id="rId15" Type="http://schemas.openxmlformats.org/officeDocument/2006/relationships/chart" Target="../charts/chart108.xml"/><Relationship Id="rId10" Type="http://schemas.openxmlformats.org/officeDocument/2006/relationships/slide" Target="slide108.xml"/><Relationship Id="rId4" Type="http://schemas.openxmlformats.org/officeDocument/2006/relationships/slide" Target="slide48.xml"/><Relationship Id="rId9" Type="http://schemas.openxmlformats.org/officeDocument/2006/relationships/slide" Target="slide104.xml"/><Relationship Id="rId14" Type="http://schemas.openxmlformats.org/officeDocument/2006/relationships/slide" Target="slide113.xml"/></Relationships>
</file>

<file path=ppt/slides/_rels/slide113.xml.rels><?xml version="1.0" encoding="UTF-8" standalone="yes"?>
<Relationships xmlns="http://schemas.openxmlformats.org/package/2006/relationships"><Relationship Id="rId8" Type="http://schemas.openxmlformats.org/officeDocument/2006/relationships/slide" Target="slide97.xml"/><Relationship Id="rId13" Type="http://schemas.openxmlformats.org/officeDocument/2006/relationships/slide" Target="slide110.xml"/><Relationship Id="rId3" Type="http://schemas.openxmlformats.org/officeDocument/2006/relationships/slide" Target="slide5.xml"/><Relationship Id="rId7" Type="http://schemas.openxmlformats.org/officeDocument/2006/relationships/slide" Target="slide81.xml"/><Relationship Id="rId12" Type="http://schemas.openxmlformats.org/officeDocument/2006/relationships/slide" Target="slide117.xml"/><Relationship Id="rId2" Type="http://schemas.openxmlformats.org/officeDocument/2006/relationships/notesSlide" Target="../notesSlides/notesSlide113.xml"/><Relationship Id="rId16" Type="http://schemas.openxmlformats.org/officeDocument/2006/relationships/chart" Target="../charts/chart10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40.xml"/><Relationship Id="rId11" Type="http://schemas.openxmlformats.org/officeDocument/2006/relationships/slide" Target="slide109.xml"/><Relationship Id="rId5" Type="http://schemas.openxmlformats.org/officeDocument/2006/relationships/slide" Target="slide176.xml"/><Relationship Id="rId15" Type="http://schemas.openxmlformats.org/officeDocument/2006/relationships/slide" Target="slide112.xml"/><Relationship Id="rId10" Type="http://schemas.openxmlformats.org/officeDocument/2006/relationships/slide" Target="slide105.xml"/><Relationship Id="rId4" Type="http://schemas.openxmlformats.org/officeDocument/2006/relationships/slide" Target="slide49.xml"/><Relationship Id="rId9" Type="http://schemas.openxmlformats.org/officeDocument/2006/relationships/slide" Target="slide129.xml"/><Relationship Id="rId14" Type="http://schemas.openxmlformats.org/officeDocument/2006/relationships/slide" Target="slide111.xml"/></Relationships>
</file>

<file path=ppt/slides/_rels/slide114.xml.rels><?xml version="1.0" encoding="UTF-8" standalone="yes"?>
<Relationships xmlns="http://schemas.openxmlformats.org/package/2006/relationships"><Relationship Id="rId8" Type="http://schemas.openxmlformats.org/officeDocument/2006/relationships/slide" Target="slide98.xml"/><Relationship Id="rId13" Type="http://schemas.openxmlformats.org/officeDocument/2006/relationships/slide" Target="slide115.xml"/><Relationship Id="rId3" Type="http://schemas.openxmlformats.org/officeDocument/2006/relationships/slide" Target="slide5.xml"/><Relationship Id="rId7" Type="http://schemas.openxmlformats.org/officeDocument/2006/relationships/slide" Target="slide82.xml"/><Relationship Id="rId12" Type="http://schemas.openxmlformats.org/officeDocument/2006/relationships/slide" Target="slide110.xml"/><Relationship Id="rId2" Type="http://schemas.openxmlformats.org/officeDocument/2006/relationships/notesSlide" Target="../notesSlides/notesSlide114.xml"/><Relationship Id="rId16" Type="http://schemas.openxmlformats.org/officeDocument/2006/relationships/chart" Target="../charts/chart11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41.xml"/><Relationship Id="rId11" Type="http://schemas.openxmlformats.org/officeDocument/2006/relationships/slide" Target="slide106.xml"/><Relationship Id="rId5" Type="http://schemas.openxmlformats.org/officeDocument/2006/relationships/slide" Target="slide177.xml"/><Relationship Id="rId15" Type="http://schemas.openxmlformats.org/officeDocument/2006/relationships/slide" Target="slide117.xml"/><Relationship Id="rId10" Type="http://schemas.openxmlformats.org/officeDocument/2006/relationships/slide" Target="slide102.xml"/><Relationship Id="rId4" Type="http://schemas.openxmlformats.org/officeDocument/2006/relationships/slide" Target="slide50.xml"/><Relationship Id="rId9" Type="http://schemas.openxmlformats.org/officeDocument/2006/relationships/slide" Target="slide130.xml"/><Relationship Id="rId14" Type="http://schemas.openxmlformats.org/officeDocument/2006/relationships/slide" Target="slide116.xml"/></Relationships>
</file>

<file path=ppt/slides/_rels/slide115.xml.rels><?xml version="1.0" encoding="UTF-8" standalone="yes"?>
<Relationships xmlns="http://schemas.openxmlformats.org/package/2006/relationships"><Relationship Id="rId8" Type="http://schemas.openxmlformats.org/officeDocument/2006/relationships/slide" Target="slide99.xml"/><Relationship Id="rId13" Type="http://schemas.openxmlformats.org/officeDocument/2006/relationships/slide" Target="slide114.xml"/><Relationship Id="rId3" Type="http://schemas.openxmlformats.org/officeDocument/2006/relationships/slide" Target="slide5.xml"/><Relationship Id="rId7" Type="http://schemas.openxmlformats.org/officeDocument/2006/relationships/slide" Target="slide83.xml"/><Relationship Id="rId12" Type="http://schemas.openxmlformats.org/officeDocument/2006/relationships/slide" Target="slide111.xml"/><Relationship Id="rId2" Type="http://schemas.openxmlformats.org/officeDocument/2006/relationships/notesSlide" Target="../notesSlides/notesSlide115.xml"/><Relationship Id="rId16" Type="http://schemas.openxmlformats.org/officeDocument/2006/relationships/chart" Target="../charts/chart11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42.xml"/><Relationship Id="rId11" Type="http://schemas.openxmlformats.org/officeDocument/2006/relationships/slide" Target="slide107.xml"/><Relationship Id="rId5" Type="http://schemas.openxmlformats.org/officeDocument/2006/relationships/slide" Target="slide178.xml"/><Relationship Id="rId15" Type="http://schemas.openxmlformats.org/officeDocument/2006/relationships/slide" Target="slide117.xml"/><Relationship Id="rId10" Type="http://schemas.openxmlformats.org/officeDocument/2006/relationships/slide" Target="slide103.xml"/><Relationship Id="rId4" Type="http://schemas.openxmlformats.org/officeDocument/2006/relationships/slide" Target="slide51.xml"/><Relationship Id="rId9" Type="http://schemas.openxmlformats.org/officeDocument/2006/relationships/slide" Target="slide131.xml"/><Relationship Id="rId14" Type="http://schemas.openxmlformats.org/officeDocument/2006/relationships/slide" Target="slide116.xml"/></Relationships>
</file>

<file path=ppt/slides/_rels/slide116.xml.rels><?xml version="1.0" encoding="UTF-8" standalone="yes"?>
<Relationships xmlns="http://schemas.openxmlformats.org/package/2006/relationships"><Relationship Id="rId8" Type="http://schemas.openxmlformats.org/officeDocument/2006/relationships/slide" Target="slide100.xml"/><Relationship Id="rId13" Type="http://schemas.openxmlformats.org/officeDocument/2006/relationships/slide" Target="slide114.xml"/><Relationship Id="rId3" Type="http://schemas.openxmlformats.org/officeDocument/2006/relationships/slide" Target="slide5.xml"/><Relationship Id="rId7" Type="http://schemas.openxmlformats.org/officeDocument/2006/relationships/slide" Target="slide84.xml"/><Relationship Id="rId12" Type="http://schemas.openxmlformats.org/officeDocument/2006/relationships/slide" Target="slide112.xml"/><Relationship Id="rId2" Type="http://schemas.openxmlformats.org/officeDocument/2006/relationships/notesSlide" Target="../notesSlides/notesSlide116.xml"/><Relationship Id="rId16" Type="http://schemas.openxmlformats.org/officeDocument/2006/relationships/chart" Target="../charts/chart11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43.xml"/><Relationship Id="rId11" Type="http://schemas.openxmlformats.org/officeDocument/2006/relationships/slide" Target="slide108.xml"/><Relationship Id="rId5" Type="http://schemas.openxmlformats.org/officeDocument/2006/relationships/slide" Target="slide179.xml"/><Relationship Id="rId15" Type="http://schemas.openxmlformats.org/officeDocument/2006/relationships/slide" Target="slide117.xml"/><Relationship Id="rId10" Type="http://schemas.openxmlformats.org/officeDocument/2006/relationships/slide" Target="slide104.xml"/><Relationship Id="rId4" Type="http://schemas.openxmlformats.org/officeDocument/2006/relationships/slide" Target="slide52.xml"/><Relationship Id="rId9" Type="http://schemas.openxmlformats.org/officeDocument/2006/relationships/slide" Target="slide132.xml"/><Relationship Id="rId14" Type="http://schemas.openxmlformats.org/officeDocument/2006/relationships/slide" Target="slide115.xml"/></Relationships>
</file>

<file path=ppt/slides/_rels/slide117.xml.rels><?xml version="1.0" encoding="UTF-8" standalone="yes"?>
<Relationships xmlns="http://schemas.openxmlformats.org/package/2006/relationships"><Relationship Id="rId8" Type="http://schemas.openxmlformats.org/officeDocument/2006/relationships/slide" Target="slide101.xml"/><Relationship Id="rId13" Type="http://schemas.openxmlformats.org/officeDocument/2006/relationships/slide" Target="slide114.xml"/><Relationship Id="rId3" Type="http://schemas.openxmlformats.org/officeDocument/2006/relationships/slide" Target="slide5.xml"/><Relationship Id="rId7" Type="http://schemas.openxmlformats.org/officeDocument/2006/relationships/slide" Target="slide85.xml"/><Relationship Id="rId12" Type="http://schemas.openxmlformats.org/officeDocument/2006/relationships/slide" Target="slide113.xml"/><Relationship Id="rId2" Type="http://schemas.openxmlformats.org/officeDocument/2006/relationships/notesSlide" Target="../notesSlides/notesSlide117.xml"/><Relationship Id="rId16" Type="http://schemas.openxmlformats.org/officeDocument/2006/relationships/chart" Target="../charts/chart11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44.xml"/><Relationship Id="rId11" Type="http://schemas.openxmlformats.org/officeDocument/2006/relationships/slide" Target="slide109.xml"/><Relationship Id="rId5" Type="http://schemas.openxmlformats.org/officeDocument/2006/relationships/slide" Target="slide180.xml"/><Relationship Id="rId15" Type="http://schemas.openxmlformats.org/officeDocument/2006/relationships/slide" Target="slide116.xml"/><Relationship Id="rId10" Type="http://schemas.openxmlformats.org/officeDocument/2006/relationships/slide" Target="slide105.xml"/><Relationship Id="rId4" Type="http://schemas.openxmlformats.org/officeDocument/2006/relationships/slide" Target="slide53.xml"/><Relationship Id="rId9" Type="http://schemas.openxmlformats.org/officeDocument/2006/relationships/slide" Target="slide133.xml"/><Relationship Id="rId14" Type="http://schemas.openxmlformats.org/officeDocument/2006/relationships/slide" Target="slide115.xml"/></Relationships>
</file>

<file path=ppt/slides/_rels/slide118.xml.rels><?xml version="1.0" encoding="UTF-8" standalone="yes"?>
<Relationships xmlns="http://schemas.openxmlformats.org/package/2006/relationships"><Relationship Id="rId8" Type="http://schemas.openxmlformats.org/officeDocument/2006/relationships/slide" Target="slide86.xml"/><Relationship Id="rId13" Type="http://schemas.openxmlformats.org/officeDocument/2006/relationships/slide" Target="slide119.xml"/><Relationship Id="rId3" Type="http://schemas.openxmlformats.org/officeDocument/2006/relationships/slide" Target="slide5.xml"/><Relationship Id="rId7" Type="http://schemas.openxmlformats.org/officeDocument/2006/relationships/slide" Target="slide70.xml"/><Relationship Id="rId12" Type="http://schemas.openxmlformats.org/officeDocument/2006/relationships/slide" Target="slide130.xml"/><Relationship Id="rId2" Type="http://schemas.openxmlformats.org/officeDocument/2006/relationships/notesSlide" Target="../notesSlides/notesSlide118.xml"/><Relationship Id="rId16" Type="http://schemas.openxmlformats.org/officeDocument/2006/relationships/chart" Target="../charts/chart11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45.xml"/><Relationship Id="rId11" Type="http://schemas.openxmlformats.org/officeDocument/2006/relationships/slide" Target="slide126.xml"/><Relationship Id="rId5" Type="http://schemas.openxmlformats.org/officeDocument/2006/relationships/slide" Target="slide181.xml"/><Relationship Id="rId15" Type="http://schemas.openxmlformats.org/officeDocument/2006/relationships/slide" Target="slide121.xml"/><Relationship Id="rId10" Type="http://schemas.openxmlformats.org/officeDocument/2006/relationships/slide" Target="slide122.xml"/><Relationship Id="rId4" Type="http://schemas.openxmlformats.org/officeDocument/2006/relationships/slide" Target="slide54.xml"/><Relationship Id="rId9" Type="http://schemas.openxmlformats.org/officeDocument/2006/relationships/slide" Target="slide102.xml"/><Relationship Id="rId14" Type="http://schemas.openxmlformats.org/officeDocument/2006/relationships/slide" Target="slide120.xml"/></Relationships>
</file>

<file path=ppt/slides/_rels/slide119.xml.rels><?xml version="1.0" encoding="UTF-8" standalone="yes"?>
<Relationships xmlns="http://schemas.openxmlformats.org/package/2006/relationships"><Relationship Id="rId8" Type="http://schemas.openxmlformats.org/officeDocument/2006/relationships/slide" Target="slide87.xml"/><Relationship Id="rId13" Type="http://schemas.openxmlformats.org/officeDocument/2006/relationships/slide" Target="slide118.xml"/><Relationship Id="rId3" Type="http://schemas.openxmlformats.org/officeDocument/2006/relationships/slide" Target="slide5.xml"/><Relationship Id="rId7" Type="http://schemas.openxmlformats.org/officeDocument/2006/relationships/slide" Target="slide71.xml"/><Relationship Id="rId12" Type="http://schemas.openxmlformats.org/officeDocument/2006/relationships/slide" Target="slide131.xml"/><Relationship Id="rId2" Type="http://schemas.openxmlformats.org/officeDocument/2006/relationships/notesSlide" Target="../notesSlides/notesSlide119.xml"/><Relationship Id="rId16" Type="http://schemas.openxmlformats.org/officeDocument/2006/relationships/chart" Target="../charts/chart11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46.xml"/><Relationship Id="rId11" Type="http://schemas.openxmlformats.org/officeDocument/2006/relationships/slide" Target="slide127.xml"/><Relationship Id="rId5" Type="http://schemas.openxmlformats.org/officeDocument/2006/relationships/slide" Target="slide182.xml"/><Relationship Id="rId15" Type="http://schemas.openxmlformats.org/officeDocument/2006/relationships/slide" Target="slide121.xml"/><Relationship Id="rId10" Type="http://schemas.openxmlformats.org/officeDocument/2006/relationships/slide" Target="slide123.xml"/><Relationship Id="rId4" Type="http://schemas.openxmlformats.org/officeDocument/2006/relationships/slide" Target="slide55.xml"/><Relationship Id="rId9" Type="http://schemas.openxmlformats.org/officeDocument/2006/relationships/slide" Target="slide103.xml"/><Relationship Id="rId14" Type="http://schemas.openxmlformats.org/officeDocument/2006/relationships/slide" Target="slide120.xml"/></Relationships>
</file>

<file path=ppt/slides/_rels/slide120.xml.rels><?xml version="1.0" encoding="UTF-8" standalone="yes"?>
<Relationships xmlns="http://schemas.openxmlformats.org/package/2006/relationships"><Relationship Id="rId8" Type="http://schemas.openxmlformats.org/officeDocument/2006/relationships/slide" Target="slide88.xml"/><Relationship Id="rId13" Type="http://schemas.openxmlformats.org/officeDocument/2006/relationships/slide" Target="slide118.xml"/><Relationship Id="rId3" Type="http://schemas.openxmlformats.org/officeDocument/2006/relationships/slide" Target="slide5.xml"/><Relationship Id="rId7" Type="http://schemas.openxmlformats.org/officeDocument/2006/relationships/slide" Target="slide72.xml"/><Relationship Id="rId12" Type="http://schemas.openxmlformats.org/officeDocument/2006/relationships/slide" Target="slide132.xml"/><Relationship Id="rId2" Type="http://schemas.openxmlformats.org/officeDocument/2006/relationships/notesSlide" Target="../notesSlides/notesSlide120.xml"/><Relationship Id="rId16" Type="http://schemas.openxmlformats.org/officeDocument/2006/relationships/chart" Target="../charts/chart11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47.xml"/><Relationship Id="rId11" Type="http://schemas.openxmlformats.org/officeDocument/2006/relationships/slide" Target="slide128.xml"/><Relationship Id="rId5" Type="http://schemas.openxmlformats.org/officeDocument/2006/relationships/slide" Target="slide183.xml"/><Relationship Id="rId15" Type="http://schemas.openxmlformats.org/officeDocument/2006/relationships/slide" Target="slide121.xml"/><Relationship Id="rId10" Type="http://schemas.openxmlformats.org/officeDocument/2006/relationships/slide" Target="slide124.xml"/><Relationship Id="rId4" Type="http://schemas.openxmlformats.org/officeDocument/2006/relationships/slide" Target="slide56.xml"/><Relationship Id="rId9" Type="http://schemas.openxmlformats.org/officeDocument/2006/relationships/slide" Target="slide104.xml"/><Relationship Id="rId14" Type="http://schemas.openxmlformats.org/officeDocument/2006/relationships/slide" Target="slide119.xml"/></Relationships>
</file>

<file path=ppt/slides/_rels/slide121.xml.rels><?xml version="1.0" encoding="UTF-8" standalone="yes"?>
<Relationships xmlns="http://schemas.openxmlformats.org/package/2006/relationships"><Relationship Id="rId8" Type="http://schemas.openxmlformats.org/officeDocument/2006/relationships/slide" Target="slide89.xml"/><Relationship Id="rId13" Type="http://schemas.openxmlformats.org/officeDocument/2006/relationships/slide" Target="slide118.xml"/><Relationship Id="rId3" Type="http://schemas.openxmlformats.org/officeDocument/2006/relationships/slide" Target="slide5.xml"/><Relationship Id="rId7" Type="http://schemas.openxmlformats.org/officeDocument/2006/relationships/slide" Target="slide73.xml"/><Relationship Id="rId12" Type="http://schemas.openxmlformats.org/officeDocument/2006/relationships/slide" Target="slide133.xml"/><Relationship Id="rId2" Type="http://schemas.openxmlformats.org/officeDocument/2006/relationships/notesSlide" Target="../notesSlides/notesSlide121.xml"/><Relationship Id="rId16" Type="http://schemas.openxmlformats.org/officeDocument/2006/relationships/chart" Target="../charts/chart11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48.xml"/><Relationship Id="rId11" Type="http://schemas.openxmlformats.org/officeDocument/2006/relationships/slide" Target="slide129.xml"/><Relationship Id="rId5" Type="http://schemas.openxmlformats.org/officeDocument/2006/relationships/slide" Target="slide184.xml"/><Relationship Id="rId15" Type="http://schemas.openxmlformats.org/officeDocument/2006/relationships/slide" Target="slide120.xml"/><Relationship Id="rId10" Type="http://schemas.openxmlformats.org/officeDocument/2006/relationships/slide" Target="slide125.xml"/><Relationship Id="rId4" Type="http://schemas.openxmlformats.org/officeDocument/2006/relationships/slide" Target="slide57.xml"/><Relationship Id="rId9" Type="http://schemas.openxmlformats.org/officeDocument/2006/relationships/slide" Target="slide105.xml"/><Relationship Id="rId14" Type="http://schemas.openxmlformats.org/officeDocument/2006/relationships/slide" Target="slide119.xml"/></Relationships>
</file>

<file path=ppt/slides/_rels/slide122.xml.rels><?xml version="1.0" encoding="UTF-8" standalone="yes"?>
<Relationships xmlns="http://schemas.openxmlformats.org/package/2006/relationships"><Relationship Id="rId8" Type="http://schemas.openxmlformats.org/officeDocument/2006/relationships/slide" Target="slide90.xml"/><Relationship Id="rId13" Type="http://schemas.openxmlformats.org/officeDocument/2006/relationships/slide" Target="slide123.xml"/><Relationship Id="rId3" Type="http://schemas.openxmlformats.org/officeDocument/2006/relationships/slide" Target="slide5.xml"/><Relationship Id="rId7" Type="http://schemas.openxmlformats.org/officeDocument/2006/relationships/slide" Target="slide74.xml"/><Relationship Id="rId12" Type="http://schemas.openxmlformats.org/officeDocument/2006/relationships/slide" Target="slide130.xml"/><Relationship Id="rId2" Type="http://schemas.openxmlformats.org/officeDocument/2006/relationships/notesSlide" Target="../notesSlides/notesSlide122.xml"/><Relationship Id="rId16" Type="http://schemas.openxmlformats.org/officeDocument/2006/relationships/chart" Target="../charts/chart11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49.xml"/><Relationship Id="rId11" Type="http://schemas.openxmlformats.org/officeDocument/2006/relationships/slide" Target="slide126.xml"/><Relationship Id="rId5" Type="http://schemas.openxmlformats.org/officeDocument/2006/relationships/slide" Target="slide185.xml"/><Relationship Id="rId15" Type="http://schemas.openxmlformats.org/officeDocument/2006/relationships/slide" Target="slide125.xml"/><Relationship Id="rId10" Type="http://schemas.openxmlformats.org/officeDocument/2006/relationships/slide" Target="slide118.xml"/><Relationship Id="rId4" Type="http://schemas.openxmlformats.org/officeDocument/2006/relationships/slide" Target="slide58.xml"/><Relationship Id="rId9" Type="http://schemas.openxmlformats.org/officeDocument/2006/relationships/slide" Target="slide106.xml"/><Relationship Id="rId14" Type="http://schemas.openxmlformats.org/officeDocument/2006/relationships/slide" Target="slide124.xml"/></Relationships>
</file>

<file path=ppt/slides/_rels/slide123.xml.rels><?xml version="1.0" encoding="UTF-8" standalone="yes"?>
<Relationships xmlns="http://schemas.openxmlformats.org/package/2006/relationships"><Relationship Id="rId8" Type="http://schemas.openxmlformats.org/officeDocument/2006/relationships/slide" Target="slide91.xml"/><Relationship Id="rId13" Type="http://schemas.openxmlformats.org/officeDocument/2006/relationships/slide" Target="slide122.xml"/><Relationship Id="rId3" Type="http://schemas.openxmlformats.org/officeDocument/2006/relationships/slide" Target="slide5.xml"/><Relationship Id="rId7" Type="http://schemas.openxmlformats.org/officeDocument/2006/relationships/slide" Target="slide75.xml"/><Relationship Id="rId12" Type="http://schemas.openxmlformats.org/officeDocument/2006/relationships/slide" Target="slide131.xml"/><Relationship Id="rId2" Type="http://schemas.openxmlformats.org/officeDocument/2006/relationships/notesSlide" Target="../notesSlides/notesSlide123.xml"/><Relationship Id="rId16" Type="http://schemas.openxmlformats.org/officeDocument/2006/relationships/chart" Target="../charts/chart11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50.xml"/><Relationship Id="rId11" Type="http://schemas.openxmlformats.org/officeDocument/2006/relationships/slide" Target="slide127.xml"/><Relationship Id="rId5" Type="http://schemas.openxmlformats.org/officeDocument/2006/relationships/slide" Target="slide186.xml"/><Relationship Id="rId15" Type="http://schemas.openxmlformats.org/officeDocument/2006/relationships/slide" Target="slide125.xml"/><Relationship Id="rId10" Type="http://schemas.openxmlformats.org/officeDocument/2006/relationships/slide" Target="slide119.xml"/><Relationship Id="rId4" Type="http://schemas.openxmlformats.org/officeDocument/2006/relationships/slide" Target="slide59.xml"/><Relationship Id="rId9" Type="http://schemas.openxmlformats.org/officeDocument/2006/relationships/slide" Target="slide107.xml"/><Relationship Id="rId14" Type="http://schemas.openxmlformats.org/officeDocument/2006/relationships/slide" Target="slide124.xml"/></Relationships>
</file>

<file path=ppt/slides/_rels/slide124.xml.rels><?xml version="1.0" encoding="UTF-8" standalone="yes"?>
<Relationships xmlns="http://schemas.openxmlformats.org/package/2006/relationships"><Relationship Id="rId8" Type="http://schemas.openxmlformats.org/officeDocument/2006/relationships/slide" Target="slide92.xml"/><Relationship Id="rId13" Type="http://schemas.openxmlformats.org/officeDocument/2006/relationships/slide" Target="slide122.xml"/><Relationship Id="rId3" Type="http://schemas.openxmlformats.org/officeDocument/2006/relationships/slide" Target="slide5.xml"/><Relationship Id="rId7" Type="http://schemas.openxmlformats.org/officeDocument/2006/relationships/slide" Target="slide76.xml"/><Relationship Id="rId12" Type="http://schemas.openxmlformats.org/officeDocument/2006/relationships/slide" Target="slide132.xml"/><Relationship Id="rId2" Type="http://schemas.openxmlformats.org/officeDocument/2006/relationships/notesSlide" Target="../notesSlides/notesSlide124.xml"/><Relationship Id="rId16" Type="http://schemas.openxmlformats.org/officeDocument/2006/relationships/chart" Target="../charts/chart12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51.xml"/><Relationship Id="rId11" Type="http://schemas.openxmlformats.org/officeDocument/2006/relationships/slide" Target="slide128.xml"/><Relationship Id="rId5" Type="http://schemas.openxmlformats.org/officeDocument/2006/relationships/slide" Target="slide187.xml"/><Relationship Id="rId15" Type="http://schemas.openxmlformats.org/officeDocument/2006/relationships/slide" Target="slide125.xml"/><Relationship Id="rId10" Type="http://schemas.openxmlformats.org/officeDocument/2006/relationships/slide" Target="slide120.xml"/><Relationship Id="rId4" Type="http://schemas.openxmlformats.org/officeDocument/2006/relationships/slide" Target="slide60.xml"/><Relationship Id="rId9" Type="http://schemas.openxmlformats.org/officeDocument/2006/relationships/slide" Target="slide108.xml"/><Relationship Id="rId14" Type="http://schemas.openxmlformats.org/officeDocument/2006/relationships/slide" Target="slide123.xml"/></Relationships>
</file>

<file path=ppt/slides/_rels/slide125.xml.rels><?xml version="1.0" encoding="UTF-8" standalone="yes"?>
<Relationships xmlns="http://schemas.openxmlformats.org/package/2006/relationships"><Relationship Id="rId8" Type="http://schemas.openxmlformats.org/officeDocument/2006/relationships/slide" Target="slide93.xml"/><Relationship Id="rId13" Type="http://schemas.openxmlformats.org/officeDocument/2006/relationships/slide" Target="slide122.xml"/><Relationship Id="rId3" Type="http://schemas.openxmlformats.org/officeDocument/2006/relationships/slide" Target="slide5.xml"/><Relationship Id="rId7" Type="http://schemas.openxmlformats.org/officeDocument/2006/relationships/slide" Target="slide77.xml"/><Relationship Id="rId12" Type="http://schemas.openxmlformats.org/officeDocument/2006/relationships/slide" Target="slide133.xml"/><Relationship Id="rId2" Type="http://schemas.openxmlformats.org/officeDocument/2006/relationships/notesSlide" Target="../notesSlides/notesSlide125.xml"/><Relationship Id="rId16" Type="http://schemas.openxmlformats.org/officeDocument/2006/relationships/chart" Target="../charts/chart12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52.xml"/><Relationship Id="rId11" Type="http://schemas.openxmlformats.org/officeDocument/2006/relationships/slide" Target="slide129.xml"/><Relationship Id="rId5" Type="http://schemas.openxmlformats.org/officeDocument/2006/relationships/slide" Target="slide188.xml"/><Relationship Id="rId15" Type="http://schemas.openxmlformats.org/officeDocument/2006/relationships/slide" Target="slide124.xml"/><Relationship Id="rId10" Type="http://schemas.openxmlformats.org/officeDocument/2006/relationships/slide" Target="slide121.xml"/><Relationship Id="rId4" Type="http://schemas.openxmlformats.org/officeDocument/2006/relationships/slide" Target="slide61.xml"/><Relationship Id="rId9" Type="http://schemas.openxmlformats.org/officeDocument/2006/relationships/slide" Target="slide109.xml"/><Relationship Id="rId14" Type="http://schemas.openxmlformats.org/officeDocument/2006/relationships/slide" Target="slide123.xml"/></Relationships>
</file>

<file path=ppt/slides/_rels/slide126.xml.rels><?xml version="1.0" encoding="UTF-8" standalone="yes"?>
<Relationships xmlns="http://schemas.openxmlformats.org/package/2006/relationships"><Relationship Id="rId8" Type="http://schemas.openxmlformats.org/officeDocument/2006/relationships/slide" Target="slide94.xml"/><Relationship Id="rId13" Type="http://schemas.openxmlformats.org/officeDocument/2006/relationships/slide" Target="slide127.xml"/><Relationship Id="rId3" Type="http://schemas.openxmlformats.org/officeDocument/2006/relationships/slide" Target="slide5.xml"/><Relationship Id="rId7" Type="http://schemas.openxmlformats.org/officeDocument/2006/relationships/slide" Target="slide78.xml"/><Relationship Id="rId12" Type="http://schemas.openxmlformats.org/officeDocument/2006/relationships/slide" Target="slide130.xml"/><Relationship Id="rId2" Type="http://schemas.openxmlformats.org/officeDocument/2006/relationships/notesSlide" Target="../notesSlides/notesSlide126.xml"/><Relationship Id="rId16" Type="http://schemas.openxmlformats.org/officeDocument/2006/relationships/chart" Target="../charts/chart12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53.xml"/><Relationship Id="rId11" Type="http://schemas.openxmlformats.org/officeDocument/2006/relationships/slide" Target="slide122.xml"/><Relationship Id="rId5" Type="http://schemas.openxmlformats.org/officeDocument/2006/relationships/slide" Target="slide189.xml"/><Relationship Id="rId15" Type="http://schemas.openxmlformats.org/officeDocument/2006/relationships/slide" Target="slide129.xml"/><Relationship Id="rId10" Type="http://schemas.openxmlformats.org/officeDocument/2006/relationships/slide" Target="slide118.xml"/><Relationship Id="rId4" Type="http://schemas.openxmlformats.org/officeDocument/2006/relationships/slide" Target="slide62.xml"/><Relationship Id="rId9" Type="http://schemas.openxmlformats.org/officeDocument/2006/relationships/slide" Target="slide110.xml"/><Relationship Id="rId14" Type="http://schemas.openxmlformats.org/officeDocument/2006/relationships/slide" Target="slide128.xml"/></Relationships>
</file>

<file path=ppt/slides/_rels/slide127.xml.rels><?xml version="1.0" encoding="UTF-8" standalone="yes"?>
<Relationships xmlns="http://schemas.openxmlformats.org/package/2006/relationships"><Relationship Id="rId8" Type="http://schemas.openxmlformats.org/officeDocument/2006/relationships/slide" Target="slide95.xml"/><Relationship Id="rId13" Type="http://schemas.openxmlformats.org/officeDocument/2006/relationships/slide" Target="slide126.xml"/><Relationship Id="rId3" Type="http://schemas.openxmlformats.org/officeDocument/2006/relationships/slide" Target="slide5.xml"/><Relationship Id="rId7" Type="http://schemas.openxmlformats.org/officeDocument/2006/relationships/slide" Target="slide79.xml"/><Relationship Id="rId12" Type="http://schemas.openxmlformats.org/officeDocument/2006/relationships/slide" Target="slide131.xml"/><Relationship Id="rId2" Type="http://schemas.openxmlformats.org/officeDocument/2006/relationships/notesSlide" Target="../notesSlides/notesSlide127.xml"/><Relationship Id="rId16" Type="http://schemas.openxmlformats.org/officeDocument/2006/relationships/chart" Target="../charts/chart12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54.xml"/><Relationship Id="rId11" Type="http://schemas.openxmlformats.org/officeDocument/2006/relationships/slide" Target="slide123.xml"/><Relationship Id="rId5" Type="http://schemas.openxmlformats.org/officeDocument/2006/relationships/slide" Target="slide190.xml"/><Relationship Id="rId15" Type="http://schemas.openxmlformats.org/officeDocument/2006/relationships/slide" Target="slide129.xml"/><Relationship Id="rId10" Type="http://schemas.openxmlformats.org/officeDocument/2006/relationships/slide" Target="slide119.xml"/><Relationship Id="rId4" Type="http://schemas.openxmlformats.org/officeDocument/2006/relationships/slide" Target="slide63.xml"/><Relationship Id="rId9" Type="http://schemas.openxmlformats.org/officeDocument/2006/relationships/slide" Target="slide111.xml"/><Relationship Id="rId14" Type="http://schemas.openxmlformats.org/officeDocument/2006/relationships/slide" Target="slide128.xml"/></Relationships>
</file>

<file path=ppt/slides/_rels/slide128.xml.rels><?xml version="1.0" encoding="UTF-8" standalone="yes"?>
<Relationships xmlns="http://schemas.openxmlformats.org/package/2006/relationships"><Relationship Id="rId8" Type="http://schemas.openxmlformats.org/officeDocument/2006/relationships/slide" Target="slide96.xml"/><Relationship Id="rId13" Type="http://schemas.openxmlformats.org/officeDocument/2006/relationships/slide" Target="slide126.xml"/><Relationship Id="rId3" Type="http://schemas.openxmlformats.org/officeDocument/2006/relationships/slide" Target="slide5.xml"/><Relationship Id="rId7" Type="http://schemas.openxmlformats.org/officeDocument/2006/relationships/slide" Target="slide80.xml"/><Relationship Id="rId12" Type="http://schemas.openxmlformats.org/officeDocument/2006/relationships/slide" Target="slide132.xml"/><Relationship Id="rId2" Type="http://schemas.openxmlformats.org/officeDocument/2006/relationships/notesSlide" Target="../notesSlides/notesSlide128.xml"/><Relationship Id="rId16" Type="http://schemas.openxmlformats.org/officeDocument/2006/relationships/chart" Target="../charts/chart12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55.xml"/><Relationship Id="rId11" Type="http://schemas.openxmlformats.org/officeDocument/2006/relationships/slide" Target="slide124.xml"/><Relationship Id="rId5" Type="http://schemas.openxmlformats.org/officeDocument/2006/relationships/slide" Target="slide191.xml"/><Relationship Id="rId15" Type="http://schemas.openxmlformats.org/officeDocument/2006/relationships/slide" Target="slide129.xml"/><Relationship Id="rId10" Type="http://schemas.openxmlformats.org/officeDocument/2006/relationships/slide" Target="slide120.xml"/><Relationship Id="rId4" Type="http://schemas.openxmlformats.org/officeDocument/2006/relationships/slide" Target="slide64.xml"/><Relationship Id="rId9" Type="http://schemas.openxmlformats.org/officeDocument/2006/relationships/slide" Target="slide112.xml"/><Relationship Id="rId14" Type="http://schemas.openxmlformats.org/officeDocument/2006/relationships/slide" Target="slide127.xml"/></Relationships>
</file>

<file path=ppt/slides/_rels/slide129.xml.rels><?xml version="1.0" encoding="UTF-8" standalone="yes"?>
<Relationships xmlns="http://schemas.openxmlformats.org/package/2006/relationships"><Relationship Id="rId8" Type="http://schemas.openxmlformats.org/officeDocument/2006/relationships/slide" Target="slide97.xml"/><Relationship Id="rId13" Type="http://schemas.openxmlformats.org/officeDocument/2006/relationships/slide" Target="slide126.xml"/><Relationship Id="rId3" Type="http://schemas.openxmlformats.org/officeDocument/2006/relationships/slide" Target="slide5.xml"/><Relationship Id="rId7" Type="http://schemas.openxmlformats.org/officeDocument/2006/relationships/slide" Target="slide81.xml"/><Relationship Id="rId12" Type="http://schemas.openxmlformats.org/officeDocument/2006/relationships/slide" Target="slide133.xml"/><Relationship Id="rId2" Type="http://schemas.openxmlformats.org/officeDocument/2006/relationships/notesSlide" Target="../notesSlides/notesSlide129.xml"/><Relationship Id="rId16" Type="http://schemas.openxmlformats.org/officeDocument/2006/relationships/chart" Target="../charts/chart12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56.xml"/><Relationship Id="rId11" Type="http://schemas.openxmlformats.org/officeDocument/2006/relationships/slide" Target="slide125.xml"/><Relationship Id="rId5" Type="http://schemas.openxmlformats.org/officeDocument/2006/relationships/slide" Target="slide192.xml"/><Relationship Id="rId15" Type="http://schemas.openxmlformats.org/officeDocument/2006/relationships/slide" Target="slide128.xml"/><Relationship Id="rId10" Type="http://schemas.openxmlformats.org/officeDocument/2006/relationships/slide" Target="slide121.xml"/><Relationship Id="rId4" Type="http://schemas.openxmlformats.org/officeDocument/2006/relationships/slide" Target="slide65.xml"/><Relationship Id="rId9" Type="http://schemas.openxmlformats.org/officeDocument/2006/relationships/slide" Target="slide113.xml"/><Relationship Id="rId14" Type="http://schemas.openxmlformats.org/officeDocument/2006/relationships/slide" Target="slide127.xml"/></Relationships>
</file>

<file path=ppt/slides/_rels/slide130.xml.rels><?xml version="1.0" encoding="UTF-8" standalone="yes"?>
<Relationships xmlns="http://schemas.openxmlformats.org/package/2006/relationships"><Relationship Id="rId8" Type="http://schemas.openxmlformats.org/officeDocument/2006/relationships/slide" Target="slide98.xml"/><Relationship Id="rId13" Type="http://schemas.openxmlformats.org/officeDocument/2006/relationships/slide" Target="slide131.xml"/><Relationship Id="rId3" Type="http://schemas.openxmlformats.org/officeDocument/2006/relationships/slide" Target="slide5.xml"/><Relationship Id="rId7" Type="http://schemas.openxmlformats.org/officeDocument/2006/relationships/slide" Target="slide82.xml"/><Relationship Id="rId12" Type="http://schemas.openxmlformats.org/officeDocument/2006/relationships/slide" Target="slide126.xml"/><Relationship Id="rId2" Type="http://schemas.openxmlformats.org/officeDocument/2006/relationships/notesSlide" Target="../notesSlides/notesSlide130.xml"/><Relationship Id="rId16" Type="http://schemas.openxmlformats.org/officeDocument/2006/relationships/chart" Target="../charts/chart12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57.xml"/><Relationship Id="rId11" Type="http://schemas.openxmlformats.org/officeDocument/2006/relationships/slide" Target="slide122.xml"/><Relationship Id="rId5" Type="http://schemas.openxmlformats.org/officeDocument/2006/relationships/slide" Target="slide193.xml"/><Relationship Id="rId15" Type="http://schemas.openxmlformats.org/officeDocument/2006/relationships/slide" Target="slide133.xml"/><Relationship Id="rId10" Type="http://schemas.openxmlformats.org/officeDocument/2006/relationships/slide" Target="slide118.xml"/><Relationship Id="rId4" Type="http://schemas.openxmlformats.org/officeDocument/2006/relationships/slide" Target="slide66.xml"/><Relationship Id="rId9" Type="http://schemas.openxmlformats.org/officeDocument/2006/relationships/slide" Target="slide114.xml"/><Relationship Id="rId14" Type="http://schemas.openxmlformats.org/officeDocument/2006/relationships/slide" Target="slide132.xml"/></Relationships>
</file>

<file path=ppt/slides/_rels/slide131.xml.rels><?xml version="1.0" encoding="UTF-8" standalone="yes"?>
<Relationships xmlns="http://schemas.openxmlformats.org/package/2006/relationships"><Relationship Id="rId8" Type="http://schemas.openxmlformats.org/officeDocument/2006/relationships/slide" Target="slide99.xml"/><Relationship Id="rId13" Type="http://schemas.openxmlformats.org/officeDocument/2006/relationships/slide" Target="slide130.xml"/><Relationship Id="rId3" Type="http://schemas.openxmlformats.org/officeDocument/2006/relationships/slide" Target="slide5.xml"/><Relationship Id="rId7" Type="http://schemas.openxmlformats.org/officeDocument/2006/relationships/slide" Target="slide83.xml"/><Relationship Id="rId12" Type="http://schemas.openxmlformats.org/officeDocument/2006/relationships/slide" Target="slide127.xml"/><Relationship Id="rId2" Type="http://schemas.openxmlformats.org/officeDocument/2006/relationships/notesSlide" Target="../notesSlides/notesSlide131.xml"/><Relationship Id="rId16" Type="http://schemas.openxmlformats.org/officeDocument/2006/relationships/chart" Target="../charts/chart12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58.xml"/><Relationship Id="rId11" Type="http://schemas.openxmlformats.org/officeDocument/2006/relationships/slide" Target="slide123.xml"/><Relationship Id="rId5" Type="http://schemas.openxmlformats.org/officeDocument/2006/relationships/slide" Target="slide194.xml"/><Relationship Id="rId15" Type="http://schemas.openxmlformats.org/officeDocument/2006/relationships/slide" Target="slide133.xml"/><Relationship Id="rId10" Type="http://schemas.openxmlformats.org/officeDocument/2006/relationships/slide" Target="slide119.xml"/><Relationship Id="rId4" Type="http://schemas.openxmlformats.org/officeDocument/2006/relationships/slide" Target="slide67.xml"/><Relationship Id="rId9" Type="http://schemas.openxmlformats.org/officeDocument/2006/relationships/slide" Target="slide115.xml"/><Relationship Id="rId14" Type="http://schemas.openxmlformats.org/officeDocument/2006/relationships/slide" Target="slide132.xml"/></Relationships>
</file>

<file path=ppt/slides/_rels/slide132.xml.rels><?xml version="1.0" encoding="UTF-8" standalone="yes"?>
<Relationships xmlns="http://schemas.openxmlformats.org/package/2006/relationships"><Relationship Id="rId8" Type="http://schemas.openxmlformats.org/officeDocument/2006/relationships/slide" Target="slide100.xml"/><Relationship Id="rId13" Type="http://schemas.openxmlformats.org/officeDocument/2006/relationships/slide" Target="slide130.xml"/><Relationship Id="rId3" Type="http://schemas.openxmlformats.org/officeDocument/2006/relationships/slide" Target="slide5.xml"/><Relationship Id="rId7" Type="http://schemas.openxmlformats.org/officeDocument/2006/relationships/slide" Target="slide84.xml"/><Relationship Id="rId12" Type="http://schemas.openxmlformats.org/officeDocument/2006/relationships/slide" Target="slide128.xml"/><Relationship Id="rId2" Type="http://schemas.openxmlformats.org/officeDocument/2006/relationships/notesSlide" Target="../notesSlides/notesSlide132.xml"/><Relationship Id="rId16" Type="http://schemas.openxmlformats.org/officeDocument/2006/relationships/chart" Target="../charts/chart12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59.xml"/><Relationship Id="rId11" Type="http://schemas.openxmlformats.org/officeDocument/2006/relationships/slide" Target="slide124.xml"/><Relationship Id="rId5" Type="http://schemas.openxmlformats.org/officeDocument/2006/relationships/slide" Target="slide195.xml"/><Relationship Id="rId15" Type="http://schemas.openxmlformats.org/officeDocument/2006/relationships/slide" Target="slide133.xml"/><Relationship Id="rId10" Type="http://schemas.openxmlformats.org/officeDocument/2006/relationships/slide" Target="slide120.xml"/><Relationship Id="rId4" Type="http://schemas.openxmlformats.org/officeDocument/2006/relationships/slide" Target="slide68.xml"/><Relationship Id="rId9" Type="http://schemas.openxmlformats.org/officeDocument/2006/relationships/slide" Target="slide116.xml"/><Relationship Id="rId14" Type="http://schemas.openxmlformats.org/officeDocument/2006/relationships/slide" Target="slide131.xml"/></Relationships>
</file>

<file path=ppt/slides/_rels/slide133.xml.rels><?xml version="1.0" encoding="UTF-8" standalone="yes"?>
<Relationships xmlns="http://schemas.openxmlformats.org/package/2006/relationships"><Relationship Id="rId8" Type="http://schemas.openxmlformats.org/officeDocument/2006/relationships/slide" Target="slide101.xml"/><Relationship Id="rId13" Type="http://schemas.openxmlformats.org/officeDocument/2006/relationships/slide" Target="slide130.xml"/><Relationship Id="rId3" Type="http://schemas.openxmlformats.org/officeDocument/2006/relationships/slide" Target="slide5.xml"/><Relationship Id="rId7" Type="http://schemas.openxmlformats.org/officeDocument/2006/relationships/slide" Target="slide85.xml"/><Relationship Id="rId12" Type="http://schemas.openxmlformats.org/officeDocument/2006/relationships/slide" Target="slide129.xml"/><Relationship Id="rId2" Type="http://schemas.openxmlformats.org/officeDocument/2006/relationships/notesSlide" Target="../notesSlides/notesSlide133.xml"/><Relationship Id="rId16" Type="http://schemas.openxmlformats.org/officeDocument/2006/relationships/chart" Target="../charts/chart12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60.xml"/><Relationship Id="rId11" Type="http://schemas.openxmlformats.org/officeDocument/2006/relationships/slide" Target="slide125.xml"/><Relationship Id="rId5" Type="http://schemas.openxmlformats.org/officeDocument/2006/relationships/slide" Target="slide196.xml"/><Relationship Id="rId15" Type="http://schemas.openxmlformats.org/officeDocument/2006/relationships/slide" Target="slide132.xml"/><Relationship Id="rId10" Type="http://schemas.openxmlformats.org/officeDocument/2006/relationships/slide" Target="slide121.xml"/><Relationship Id="rId4" Type="http://schemas.openxmlformats.org/officeDocument/2006/relationships/slide" Target="slide69.xml"/><Relationship Id="rId9" Type="http://schemas.openxmlformats.org/officeDocument/2006/relationships/slide" Target="slide117.xml"/><Relationship Id="rId14" Type="http://schemas.openxmlformats.org/officeDocument/2006/relationships/slide" Target="slide131.xml"/></Relationships>
</file>

<file path=ppt/slides/_rels/slide134.xml.rels><?xml version="1.0" encoding="UTF-8" standalone="yes"?>
<Relationships xmlns="http://schemas.openxmlformats.org/package/2006/relationships"><Relationship Id="rId8" Type="http://schemas.openxmlformats.org/officeDocument/2006/relationships/slide" Target="slide166.xml"/><Relationship Id="rId13" Type="http://schemas.openxmlformats.org/officeDocument/2006/relationships/slide" Target="slide135.xml"/><Relationship Id="rId3" Type="http://schemas.openxmlformats.org/officeDocument/2006/relationships/slide" Target="slide5.xml"/><Relationship Id="rId7" Type="http://schemas.openxmlformats.org/officeDocument/2006/relationships/slide" Target="slide150.xml"/><Relationship Id="rId12" Type="http://schemas.openxmlformats.org/officeDocument/2006/relationships/slide" Target="slide146.xml"/><Relationship Id="rId2" Type="http://schemas.openxmlformats.org/officeDocument/2006/relationships/notesSlide" Target="../notesSlides/notesSlide134.xml"/><Relationship Id="rId16" Type="http://schemas.openxmlformats.org/officeDocument/2006/relationships/chart" Target="../charts/chart13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97.xml"/><Relationship Id="rId11" Type="http://schemas.openxmlformats.org/officeDocument/2006/relationships/slide" Target="slide142.xml"/><Relationship Id="rId5" Type="http://schemas.openxmlformats.org/officeDocument/2006/relationships/slide" Target="slide70.xml"/><Relationship Id="rId15" Type="http://schemas.openxmlformats.org/officeDocument/2006/relationships/slide" Target="slide137.xml"/><Relationship Id="rId10" Type="http://schemas.openxmlformats.org/officeDocument/2006/relationships/slide" Target="slide138.xml"/><Relationship Id="rId4" Type="http://schemas.openxmlformats.org/officeDocument/2006/relationships/slide" Target="slide6.xml"/><Relationship Id="rId9" Type="http://schemas.openxmlformats.org/officeDocument/2006/relationships/slide" Target="slide181.xml"/><Relationship Id="rId14" Type="http://schemas.openxmlformats.org/officeDocument/2006/relationships/slide" Target="slide136.xml"/></Relationships>
</file>

<file path=ppt/slides/_rels/slide135.xml.rels><?xml version="1.0" encoding="UTF-8" standalone="yes"?>
<Relationships xmlns="http://schemas.openxmlformats.org/package/2006/relationships"><Relationship Id="rId8" Type="http://schemas.openxmlformats.org/officeDocument/2006/relationships/slide" Target="slide167.xml"/><Relationship Id="rId13" Type="http://schemas.openxmlformats.org/officeDocument/2006/relationships/slide" Target="slide134.xml"/><Relationship Id="rId3" Type="http://schemas.openxmlformats.org/officeDocument/2006/relationships/slide" Target="slide5.xml"/><Relationship Id="rId7" Type="http://schemas.openxmlformats.org/officeDocument/2006/relationships/slide" Target="slide151.xml"/><Relationship Id="rId12" Type="http://schemas.openxmlformats.org/officeDocument/2006/relationships/slide" Target="slide147.xml"/><Relationship Id="rId2" Type="http://schemas.openxmlformats.org/officeDocument/2006/relationships/notesSlide" Target="../notesSlides/notesSlide135.xml"/><Relationship Id="rId16" Type="http://schemas.openxmlformats.org/officeDocument/2006/relationships/chart" Target="../charts/chart13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98.xml"/><Relationship Id="rId11" Type="http://schemas.openxmlformats.org/officeDocument/2006/relationships/slide" Target="slide143.xml"/><Relationship Id="rId5" Type="http://schemas.openxmlformats.org/officeDocument/2006/relationships/slide" Target="slide71.xml"/><Relationship Id="rId15" Type="http://schemas.openxmlformats.org/officeDocument/2006/relationships/slide" Target="slide137.xml"/><Relationship Id="rId10" Type="http://schemas.openxmlformats.org/officeDocument/2006/relationships/slide" Target="slide139.xml"/><Relationship Id="rId4" Type="http://schemas.openxmlformats.org/officeDocument/2006/relationships/slide" Target="slide7.xml"/><Relationship Id="rId9" Type="http://schemas.openxmlformats.org/officeDocument/2006/relationships/slide" Target="slide182.xml"/><Relationship Id="rId14" Type="http://schemas.openxmlformats.org/officeDocument/2006/relationships/slide" Target="slide136.xml"/></Relationships>
</file>

<file path=ppt/slides/_rels/slide136.xml.rels><?xml version="1.0" encoding="UTF-8" standalone="yes"?>
<Relationships xmlns="http://schemas.openxmlformats.org/package/2006/relationships"><Relationship Id="rId8" Type="http://schemas.openxmlformats.org/officeDocument/2006/relationships/slide" Target="slide168.xml"/><Relationship Id="rId13" Type="http://schemas.openxmlformats.org/officeDocument/2006/relationships/slide" Target="slide134.xml"/><Relationship Id="rId3" Type="http://schemas.openxmlformats.org/officeDocument/2006/relationships/slide" Target="slide5.xml"/><Relationship Id="rId7" Type="http://schemas.openxmlformats.org/officeDocument/2006/relationships/slide" Target="slide152.xml"/><Relationship Id="rId12" Type="http://schemas.openxmlformats.org/officeDocument/2006/relationships/slide" Target="slide148.xml"/><Relationship Id="rId2" Type="http://schemas.openxmlformats.org/officeDocument/2006/relationships/notesSlide" Target="../notesSlides/notesSlide136.xml"/><Relationship Id="rId16" Type="http://schemas.openxmlformats.org/officeDocument/2006/relationships/chart" Target="../charts/chart13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99.xml"/><Relationship Id="rId11" Type="http://schemas.openxmlformats.org/officeDocument/2006/relationships/slide" Target="slide144.xml"/><Relationship Id="rId5" Type="http://schemas.openxmlformats.org/officeDocument/2006/relationships/slide" Target="slide72.xml"/><Relationship Id="rId15" Type="http://schemas.openxmlformats.org/officeDocument/2006/relationships/slide" Target="slide137.xml"/><Relationship Id="rId10" Type="http://schemas.openxmlformats.org/officeDocument/2006/relationships/slide" Target="slide140.xml"/><Relationship Id="rId4" Type="http://schemas.openxmlformats.org/officeDocument/2006/relationships/slide" Target="slide8.xml"/><Relationship Id="rId9" Type="http://schemas.openxmlformats.org/officeDocument/2006/relationships/slide" Target="slide183.xml"/><Relationship Id="rId14" Type="http://schemas.openxmlformats.org/officeDocument/2006/relationships/slide" Target="slide135.xml"/></Relationships>
</file>

<file path=ppt/slides/_rels/slide137.xml.rels><?xml version="1.0" encoding="UTF-8" standalone="yes"?>
<Relationships xmlns="http://schemas.openxmlformats.org/package/2006/relationships"><Relationship Id="rId8" Type="http://schemas.openxmlformats.org/officeDocument/2006/relationships/slide" Target="slide169.xml"/><Relationship Id="rId13" Type="http://schemas.openxmlformats.org/officeDocument/2006/relationships/slide" Target="slide134.xml"/><Relationship Id="rId3" Type="http://schemas.openxmlformats.org/officeDocument/2006/relationships/slide" Target="slide5.xml"/><Relationship Id="rId7" Type="http://schemas.openxmlformats.org/officeDocument/2006/relationships/slide" Target="slide153.xml"/><Relationship Id="rId12" Type="http://schemas.openxmlformats.org/officeDocument/2006/relationships/slide" Target="slide149.xml"/><Relationship Id="rId2" Type="http://schemas.openxmlformats.org/officeDocument/2006/relationships/notesSlide" Target="../notesSlides/notesSlide137.xml"/><Relationship Id="rId16" Type="http://schemas.openxmlformats.org/officeDocument/2006/relationships/chart" Target="../charts/chart13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00.xml"/><Relationship Id="rId11" Type="http://schemas.openxmlformats.org/officeDocument/2006/relationships/slide" Target="slide145.xml"/><Relationship Id="rId5" Type="http://schemas.openxmlformats.org/officeDocument/2006/relationships/slide" Target="slide73.xml"/><Relationship Id="rId15" Type="http://schemas.openxmlformats.org/officeDocument/2006/relationships/slide" Target="slide136.xml"/><Relationship Id="rId10" Type="http://schemas.openxmlformats.org/officeDocument/2006/relationships/slide" Target="slide141.xml"/><Relationship Id="rId4" Type="http://schemas.openxmlformats.org/officeDocument/2006/relationships/slide" Target="slide9.xml"/><Relationship Id="rId9" Type="http://schemas.openxmlformats.org/officeDocument/2006/relationships/slide" Target="slide184.xml"/><Relationship Id="rId14" Type="http://schemas.openxmlformats.org/officeDocument/2006/relationships/slide" Target="slide135.xml"/></Relationships>
</file>

<file path=ppt/slides/_rels/slide138.xml.rels><?xml version="1.0" encoding="UTF-8" standalone="yes"?>
<Relationships xmlns="http://schemas.openxmlformats.org/package/2006/relationships"><Relationship Id="rId8" Type="http://schemas.openxmlformats.org/officeDocument/2006/relationships/slide" Target="slide170.xml"/><Relationship Id="rId13" Type="http://schemas.openxmlformats.org/officeDocument/2006/relationships/slide" Target="slide139.xml"/><Relationship Id="rId3" Type="http://schemas.openxmlformats.org/officeDocument/2006/relationships/slide" Target="slide5.xml"/><Relationship Id="rId7" Type="http://schemas.openxmlformats.org/officeDocument/2006/relationships/slide" Target="slide154.xml"/><Relationship Id="rId12" Type="http://schemas.openxmlformats.org/officeDocument/2006/relationships/slide" Target="slide146.xml"/><Relationship Id="rId2" Type="http://schemas.openxmlformats.org/officeDocument/2006/relationships/notesSlide" Target="../notesSlides/notesSlide138.xml"/><Relationship Id="rId16" Type="http://schemas.openxmlformats.org/officeDocument/2006/relationships/chart" Target="../charts/chart13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01.xml"/><Relationship Id="rId11" Type="http://schemas.openxmlformats.org/officeDocument/2006/relationships/slide" Target="slide142.xml"/><Relationship Id="rId5" Type="http://schemas.openxmlformats.org/officeDocument/2006/relationships/slide" Target="slide74.xml"/><Relationship Id="rId15" Type="http://schemas.openxmlformats.org/officeDocument/2006/relationships/slide" Target="slide141.xml"/><Relationship Id="rId10" Type="http://schemas.openxmlformats.org/officeDocument/2006/relationships/slide" Target="slide134.xml"/><Relationship Id="rId4" Type="http://schemas.openxmlformats.org/officeDocument/2006/relationships/slide" Target="slide10.xml"/><Relationship Id="rId9" Type="http://schemas.openxmlformats.org/officeDocument/2006/relationships/slide" Target="slide185.xml"/><Relationship Id="rId14" Type="http://schemas.openxmlformats.org/officeDocument/2006/relationships/slide" Target="slide140.xml"/></Relationships>
</file>

<file path=ppt/slides/_rels/slide139.xml.rels><?xml version="1.0" encoding="UTF-8" standalone="yes"?>
<Relationships xmlns="http://schemas.openxmlformats.org/package/2006/relationships"><Relationship Id="rId8" Type="http://schemas.openxmlformats.org/officeDocument/2006/relationships/slide" Target="slide171.xml"/><Relationship Id="rId13" Type="http://schemas.openxmlformats.org/officeDocument/2006/relationships/slide" Target="slide138.xml"/><Relationship Id="rId3" Type="http://schemas.openxmlformats.org/officeDocument/2006/relationships/slide" Target="slide5.xml"/><Relationship Id="rId7" Type="http://schemas.openxmlformats.org/officeDocument/2006/relationships/slide" Target="slide155.xml"/><Relationship Id="rId12" Type="http://schemas.openxmlformats.org/officeDocument/2006/relationships/slide" Target="slide147.xml"/><Relationship Id="rId2" Type="http://schemas.openxmlformats.org/officeDocument/2006/relationships/notesSlide" Target="../notesSlides/notesSlide139.xml"/><Relationship Id="rId16" Type="http://schemas.openxmlformats.org/officeDocument/2006/relationships/chart" Target="../charts/chart13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02.xml"/><Relationship Id="rId11" Type="http://schemas.openxmlformats.org/officeDocument/2006/relationships/slide" Target="slide143.xml"/><Relationship Id="rId5" Type="http://schemas.openxmlformats.org/officeDocument/2006/relationships/slide" Target="slide75.xml"/><Relationship Id="rId15" Type="http://schemas.openxmlformats.org/officeDocument/2006/relationships/slide" Target="slide141.xml"/><Relationship Id="rId10" Type="http://schemas.openxmlformats.org/officeDocument/2006/relationships/slide" Target="slide135.xml"/><Relationship Id="rId4" Type="http://schemas.openxmlformats.org/officeDocument/2006/relationships/slide" Target="slide11.xml"/><Relationship Id="rId9" Type="http://schemas.openxmlformats.org/officeDocument/2006/relationships/slide" Target="slide186.xml"/><Relationship Id="rId14" Type="http://schemas.openxmlformats.org/officeDocument/2006/relationships/slide" Target="slide140.xml"/></Relationships>
</file>

<file path=ppt/slides/_rels/slide140.xml.rels><?xml version="1.0" encoding="UTF-8" standalone="yes"?>
<Relationships xmlns="http://schemas.openxmlformats.org/package/2006/relationships"><Relationship Id="rId8" Type="http://schemas.openxmlformats.org/officeDocument/2006/relationships/slide" Target="slide172.xml"/><Relationship Id="rId13" Type="http://schemas.openxmlformats.org/officeDocument/2006/relationships/slide" Target="slide138.xml"/><Relationship Id="rId3" Type="http://schemas.openxmlformats.org/officeDocument/2006/relationships/slide" Target="slide5.xml"/><Relationship Id="rId7" Type="http://schemas.openxmlformats.org/officeDocument/2006/relationships/slide" Target="slide156.xml"/><Relationship Id="rId12" Type="http://schemas.openxmlformats.org/officeDocument/2006/relationships/slide" Target="slide148.xml"/><Relationship Id="rId2" Type="http://schemas.openxmlformats.org/officeDocument/2006/relationships/notesSlide" Target="../notesSlides/notesSlide140.xml"/><Relationship Id="rId16" Type="http://schemas.openxmlformats.org/officeDocument/2006/relationships/chart" Target="../charts/chart13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03.xml"/><Relationship Id="rId11" Type="http://schemas.openxmlformats.org/officeDocument/2006/relationships/slide" Target="slide144.xml"/><Relationship Id="rId5" Type="http://schemas.openxmlformats.org/officeDocument/2006/relationships/slide" Target="slide76.xml"/><Relationship Id="rId15" Type="http://schemas.openxmlformats.org/officeDocument/2006/relationships/slide" Target="slide141.xml"/><Relationship Id="rId10" Type="http://schemas.openxmlformats.org/officeDocument/2006/relationships/slide" Target="slide136.xml"/><Relationship Id="rId4" Type="http://schemas.openxmlformats.org/officeDocument/2006/relationships/slide" Target="slide12.xml"/><Relationship Id="rId9" Type="http://schemas.openxmlformats.org/officeDocument/2006/relationships/slide" Target="slide187.xml"/><Relationship Id="rId14" Type="http://schemas.openxmlformats.org/officeDocument/2006/relationships/slide" Target="slide139.xml"/></Relationships>
</file>

<file path=ppt/slides/_rels/slide141.xml.rels><?xml version="1.0" encoding="UTF-8" standalone="yes"?>
<Relationships xmlns="http://schemas.openxmlformats.org/package/2006/relationships"><Relationship Id="rId8" Type="http://schemas.openxmlformats.org/officeDocument/2006/relationships/slide" Target="slide173.xml"/><Relationship Id="rId13" Type="http://schemas.openxmlformats.org/officeDocument/2006/relationships/slide" Target="slide138.xml"/><Relationship Id="rId3" Type="http://schemas.openxmlformats.org/officeDocument/2006/relationships/slide" Target="slide5.xml"/><Relationship Id="rId7" Type="http://schemas.openxmlformats.org/officeDocument/2006/relationships/slide" Target="slide157.xml"/><Relationship Id="rId12" Type="http://schemas.openxmlformats.org/officeDocument/2006/relationships/slide" Target="slide149.xml"/><Relationship Id="rId2" Type="http://schemas.openxmlformats.org/officeDocument/2006/relationships/notesSlide" Target="../notesSlides/notesSlide141.xml"/><Relationship Id="rId16" Type="http://schemas.openxmlformats.org/officeDocument/2006/relationships/chart" Target="../charts/chart13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04.xml"/><Relationship Id="rId11" Type="http://schemas.openxmlformats.org/officeDocument/2006/relationships/slide" Target="slide145.xml"/><Relationship Id="rId5" Type="http://schemas.openxmlformats.org/officeDocument/2006/relationships/slide" Target="slide77.xml"/><Relationship Id="rId15" Type="http://schemas.openxmlformats.org/officeDocument/2006/relationships/slide" Target="slide140.xml"/><Relationship Id="rId10" Type="http://schemas.openxmlformats.org/officeDocument/2006/relationships/slide" Target="slide137.xml"/><Relationship Id="rId4" Type="http://schemas.openxmlformats.org/officeDocument/2006/relationships/slide" Target="slide13.xml"/><Relationship Id="rId9" Type="http://schemas.openxmlformats.org/officeDocument/2006/relationships/slide" Target="slide188.xml"/><Relationship Id="rId14" Type="http://schemas.openxmlformats.org/officeDocument/2006/relationships/slide" Target="slide139.xml"/></Relationships>
</file>

<file path=ppt/slides/_rels/slide142.xml.rels><?xml version="1.0" encoding="UTF-8" standalone="yes"?>
<Relationships xmlns="http://schemas.openxmlformats.org/package/2006/relationships"><Relationship Id="rId8" Type="http://schemas.openxmlformats.org/officeDocument/2006/relationships/slide" Target="slide174.xml"/><Relationship Id="rId13" Type="http://schemas.openxmlformats.org/officeDocument/2006/relationships/slide" Target="slide143.xml"/><Relationship Id="rId3" Type="http://schemas.openxmlformats.org/officeDocument/2006/relationships/slide" Target="slide5.xml"/><Relationship Id="rId7" Type="http://schemas.openxmlformats.org/officeDocument/2006/relationships/slide" Target="slide158.xml"/><Relationship Id="rId12" Type="http://schemas.openxmlformats.org/officeDocument/2006/relationships/slide" Target="slide146.xml"/><Relationship Id="rId2" Type="http://schemas.openxmlformats.org/officeDocument/2006/relationships/notesSlide" Target="../notesSlides/notesSlide142.xml"/><Relationship Id="rId16" Type="http://schemas.openxmlformats.org/officeDocument/2006/relationships/chart" Target="../charts/chart13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05.xml"/><Relationship Id="rId11" Type="http://schemas.openxmlformats.org/officeDocument/2006/relationships/slide" Target="slide138.xml"/><Relationship Id="rId5" Type="http://schemas.openxmlformats.org/officeDocument/2006/relationships/slide" Target="slide78.xml"/><Relationship Id="rId15" Type="http://schemas.openxmlformats.org/officeDocument/2006/relationships/slide" Target="slide145.xml"/><Relationship Id="rId10" Type="http://schemas.openxmlformats.org/officeDocument/2006/relationships/slide" Target="slide134.xml"/><Relationship Id="rId4" Type="http://schemas.openxmlformats.org/officeDocument/2006/relationships/slide" Target="slide14.xml"/><Relationship Id="rId9" Type="http://schemas.openxmlformats.org/officeDocument/2006/relationships/slide" Target="slide189.xml"/><Relationship Id="rId14" Type="http://schemas.openxmlformats.org/officeDocument/2006/relationships/slide" Target="slide144.xml"/></Relationships>
</file>

<file path=ppt/slides/_rels/slide143.xml.rels><?xml version="1.0" encoding="UTF-8" standalone="yes"?>
<Relationships xmlns="http://schemas.openxmlformats.org/package/2006/relationships"><Relationship Id="rId8" Type="http://schemas.openxmlformats.org/officeDocument/2006/relationships/slide" Target="slide175.xml"/><Relationship Id="rId13" Type="http://schemas.openxmlformats.org/officeDocument/2006/relationships/slide" Target="slide142.xml"/><Relationship Id="rId3" Type="http://schemas.openxmlformats.org/officeDocument/2006/relationships/slide" Target="slide5.xml"/><Relationship Id="rId7" Type="http://schemas.openxmlformats.org/officeDocument/2006/relationships/slide" Target="slide159.xml"/><Relationship Id="rId12" Type="http://schemas.openxmlformats.org/officeDocument/2006/relationships/slide" Target="slide147.xml"/><Relationship Id="rId2" Type="http://schemas.openxmlformats.org/officeDocument/2006/relationships/notesSlide" Target="../notesSlides/notesSlide143.xml"/><Relationship Id="rId16" Type="http://schemas.openxmlformats.org/officeDocument/2006/relationships/chart" Target="../charts/chart13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06.xml"/><Relationship Id="rId11" Type="http://schemas.openxmlformats.org/officeDocument/2006/relationships/slide" Target="slide139.xml"/><Relationship Id="rId5" Type="http://schemas.openxmlformats.org/officeDocument/2006/relationships/slide" Target="slide79.xml"/><Relationship Id="rId15" Type="http://schemas.openxmlformats.org/officeDocument/2006/relationships/slide" Target="slide145.xml"/><Relationship Id="rId10" Type="http://schemas.openxmlformats.org/officeDocument/2006/relationships/slide" Target="slide135.xml"/><Relationship Id="rId4" Type="http://schemas.openxmlformats.org/officeDocument/2006/relationships/slide" Target="slide15.xml"/><Relationship Id="rId9" Type="http://schemas.openxmlformats.org/officeDocument/2006/relationships/slide" Target="slide190.xml"/><Relationship Id="rId14" Type="http://schemas.openxmlformats.org/officeDocument/2006/relationships/slide" Target="slide144.xml"/></Relationships>
</file>

<file path=ppt/slides/_rels/slide144.xml.rels><?xml version="1.0" encoding="UTF-8" standalone="yes"?>
<Relationships xmlns="http://schemas.openxmlformats.org/package/2006/relationships"><Relationship Id="rId8" Type="http://schemas.openxmlformats.org/officeDocument/2006/relationships/slide" Target="slide191.xml"/><Relationship Id="rId13" Type="http://schemas.openxmlformats.org/officeDocument/2006/relationships/slide" Target="slide143.xml"/><Relationship Id="rId3" Type="http://schemas.openxmlformats.org/officeDocument/2006/relationships/slide" Target="slide5.xml"/><Relationship Id="rId7" Type="http://schemas.openxmlformats.org/officeDocument/2006/relationships/slide" Target="slide160.xml"/><Relationship Id="rId12" Type="http://schemas.openxmlformats.org/officeDocument/2006/relationships/slide" Target="slide142.xml"/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07.xml"/><Relationship Id="rId11" Type="http://schemas.openxmlformats.org/officeDocument/2006/relationships/slide" Target="slide148.xml"/><Relationship Id="rId5" Type="http://schemas.openxmlformats.org/officeDocument/2006/relationships/slide" Target="slide80.xml"/><Relationship Id="rId15" Type="http://schemas.openxmlformats.org/officeDocument/2006/relationships/chart" Target="../charts/chart140.xml"/><Relationship Id="rId10" Type="http://schemas.openxmlformats.org/officeDocument/2006/relationships/slide" Target="slide140.xml"/><Relationship Id="rId4" Type="http://schemas.openxmlformats.org/officeDocument/2006/relationships/slide" Target="slide16.xml"/><Relationship Id="rId9" Type="http://schemas.openxmlformats.org/officeDocument/2006/relationships/slide" Target="slide136.xml"/><Relationship Id="rId14" Type="http://schemas.openxmlformats.org/officeDocument/2006/relationships/slide" Target="slide145.xml"/></Relationships>
</file>

<file path=ppt/slides/_rels/slide145.xml.rels><?xml version="1.0" encoding="UTF-8" standalone="yes"?>
<Relationships xmlns="http://schemas.openxmlformats.org/package/2006/relationships"><Relationship Id="rId8" Type="http://schemas.openxmlformats.org/officeDocument/2006/relationships/slide" Target="slide176.xml"/><Relationship Id="rId13" Type="http://schemas.openxmlformats.org/officeDocument/2006/relationships/slide" Target="slide142.xml"/><Relationship Id="rId3" Type="http://schemas.openxmlformats.org/officeDocument/2006/relationships/slide" Target="slide5.xml"/><Relationship Id="rId7" Type="http://schemas.openxmlformats.org/officeDocument/2006/relationships/slide" Target="slide161.xml"/><Relationship Id="rId12" Type="http://schemas.openxmlformats.org/officeDocument/2006/relationships/slide" Target="slide149.xml"/><Relationship Id="rId2" Type="http://schemas.openxmlformats.org/officeDocument/2006/relationships/notesSlide" Target="../notesSlides/notesSlide145.xml"/><Relationship Id="rId16" Type="http://schemas.openxmlformats.org/officeDocument/2006/relationships/chart" Target="../charts/chart14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08.xml"/><Relationship Id="rId11" Type="http://schemas.openxmlformats.org/officeDocument/2006/relationships/slide" Target="slide141.xml"/><Relationship Id="rId5" Type="http://schemas.openxmlformats.org/officeDocument/2006/relationships/slide" Target="slide81.xml"/><Relationship Id="rId15" Type="http://schemas.openxmlformats.org/officeDocument/2006/relationships/slide" Target="slide144.xml"/><Relationship Id="rId10" Type="http://schemas.openxmlformats.org/officeDocument/2006/relationships/slide" Target="slide137.xml"/><Relationship Id="rId4" Type="http://schemas.openxmlformats.org/officeDocument/2006/relationships/slide" Target="slide17.xml"/><Relationship Id="rId9" Type="http://schemas.openxmlformats.org/officeDocument/2006/relationships/slide" Target="slide192.xml"/><Relationship Id="rId14" Type="http://schemas.openxmlformats.org/officeDocument/2006/relationships/slide" Target="slide143.xml"/></Relationships>
</file>

<file path=ppt/slides/_rels/slide146.xml.rels><?xml version="1.0" encoding="UTF-8" standalone="yes"?>
<Relationships xmlns="http://schemas.openxmlformats.org/package/2006/relationships"><Relationship Id="rId8" Type="http://schemas.openxmlformats.org/officeDocument/2006/relationships/slide" Target="slide177.xml"/><Relationship Id="rId13" Type="http://schemas.openxmlformats.org/officeDocument/2006/relationships/slide" Target="slide147.xml"/><Relationship Id="rId3" Type="http://schemas.openxmlformats.org/officeDocument/2006/relationships/slide" Target="slide5.xml"/><Relationship Id="rId7" Type="http://schemas.openxmlformats.org/officeDocument/2006/relationships/slide" Target="slide162.xml"/><Relationship Id="rId12" Type="http://schemas.openxmlformats.org/officeDocument/2006/relationships/slide" Target="slide142.xml"/><Relationship Id="rId2" Type="http://schemas.openxmlformats.org/officeDocument/2006/relationships/notesSlide" Target="../notesSlides/notesSlide146.xml"/><Relationship Id="rId16" Type="http://schemas.openxmlformats.org/officeDocument/2006/relationships/chart" Target="../charts/chart14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09.xml"/><Relationship Id="rId11" Type="http://schemas.openxmlformats.org/officeDocument/2006/relationships/slide" Target="slide138.xml"/><Relationship Id="rId5" Type="http://schemas.openxmlformats.org/officeDocument/2006/relationships/slide" Target="slide82.xml"/><Relationship Id="rId15" Type="http://schemas.openxmlformats.org/officeDocument/2006/relationships/slide" Target="slide149.xml"/><Relationship Id="rId10" Type="http://schemas.openxmlformats.org/officeDocument/2006/relationships/slide" Target="slide134.xml"/><Relationship Id="rId4" Type="http://schemas.openxmlformats.org/officeDocument/2006/relationships/slide" Target="slide18.xml"/><Relationship Id="rId9" Type="http://schemas.openxmlformats.org/officeDocument/2006/relationships/slide" Target="slide193.xml"/><Relationship Id="rId14" Type="http://schemas.openxmlformats.org/officeDocument/2006/relationships/slide" Target="slide148.xml"/></Relationships>
</file>

<file path=ppt/slides/_rels/slide147.xml.rels><?xml version="1.0" encoding="UTF-8" standalone="yes"?>
<Relationships xmlns="http://schemas.openxmlformats.org/package/2006/relationships"><Relationship Id="rId8" Type="http://schemas.openxmlformats.org/officeDocument/2006/relationships/slide" Target="slide178.xml"/><Relationship Id="rId13" Type="http://schemas.openxmlformats.org/officeDocument/2006/relationships/slide" Target="slide146.xml"/><Relationship Id="rId3" Type="http://schemas.openxmlformats.org/officeDocument/2006/relationships/slide" Target="slide5.xml"/><Relationship Id="rId7" Type="http://schemas.openxmlformats.org/officeDocument/2006/relationships/slide" Target="slide163.xml"/><Relationship Id="rId12" Type="http://schemas.openxmlformats.org/officeDocument/2006/relationships/slide" Target="slide143.xml"/><Relationship Id="rId2" Type="http://schemas.openxmlformats.org/officeDocument/2006/relationships/notesSlide" Target="../notesSlides/notesSlide147.xml"/><Relationship Id="rId16" Type="http://schemas.openxmlformats.org/officeDocument/2006/relationships/chart" Target="../charts/chart14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10.xml"/><Relationship Id="rId11" Type="http://schemas.openxmlformats.org/officeDocument/2006/relationships/slide" Target="slide139.xml"/><Relationship Id="rId5" Type="http://schemas.openxmlformats.org/officeDocument/2006/relationships/slide" Target="slide83.xml"/><Relationship Id="rId15" Type="http://schemas.openxmlformats.org/officeDocument/2006/relationships/slide" Target="slide149.xml"/><Relationship Id="rId10" Type="http://schemas.openxmlformats.org/officeDocument/2006/relationships/slide" Target="slide135.xml"/><Relationship Id="rId4" Type="http://schemas.openxmlformats.org/officeDocument/2006/relationships/slide" Target="slide19.xml"/><Relationship Id="rId9" Type="http://schemas.openxmlformats.org/officeDocument/2006/relationships/slide" Target="slide194.xml"/><Relationship Id="rId14" Type="http://schemas.openxmlformats.org/officeDocument/2006/relationships/slide" Target="slide148.xml"/></Relationships>
</file>

<file path=ppt/slides/_rels/slide148.xml.rels><?xml version="1.0" encoding="UTF-8" standalone="yes"?>
<Relationships xmlns="http://schemas.openxmlformats.org/package/2006/relationships"><Relationship Id="rId8" Type="http://schemas.openxmlformats.org/officeDocument/2006/relationships/slide" Target="slide179.xml"/><Relationship Id="rId13" Type="http://schemas.openxmlformats.org/officeDocument/2006/relationships/slide" Target="slide146.xml"/><Relationship Id="rId3" Type="http://schemas.openxmlformats.org/officeDocument/2006/relationships/slide" Target="slide5.xml"/><Relationship Id="rId7" Type="http://schemas.openxmlformats.org/officeDocument/2006/relationships/slide" Target="slide164.xml"/><Relationship Id="rId12" Type="http://schemas.openxmlformats.org/officeDocument/2006/relationships/slide" Target="slide144.xml"/><Relationship Id="rId2" Type="http://schemas.openxmlformats.org/officeDocument/2006/relationships/notesSlide" Target="../notesSlides/notesSlide148.xml"/><Relationship Id="rId16" Type="http://schemas.openxmlformats.org/officeDocument/2006/relationships/chart" Target="../charts/chart14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11.xml"/><Relationship Id="rId11" Type="http://schemas.openxmlformats.org/officeDocument/2006/relationships/slide" Target="slide140.xml"/><Relationship Id="rId5" Type="http://schemas.openxmlformats.org/officeDocument/2006/relationships/slide" Target="slide84.xml"/><Relationship Id="rId15" Type="http://schemas.openxmlformats.org/officeDocument/2006/relationships/slide" Target="slide149.xml"/><Relationship Id="rId10" Type="http://schemas.openxmlformats.org/officeDocument/2006/relationships/slide" Target="slide136.xml"/><Relationship Id="rId4" Type="http://schemas.openxmlformats.org/officeDocument/2006/relationships/slide" Target="slide20.xml"/><Relationship Id="rId9" Type="http://schemas.openxmlformats.org/officeDocument/2006/relationships/slide" Target="slide195.xml"/><Relationship Id="rId14" Type="http://schemas.openxmlformats.org/officeDocument/2006/relationships/slide" Target="slide147.xml"/></Relationships>
</file>

<file path=ppt/slides/_rels/slide149.xml.rels><?xml version="1.0" encoding="UTF-8" standalone="yes"?>
<Relationships xmlns="http://schemas.openxmlformats.org/package/2006/relationships"><Relationship Id="rId8" Type="http://schemas.openxmlformats.org/officeDocument/2006/relationships/slide" Target="slide180.xml"/><Relationship Id="rId13" Type="http://schemas.openxmlformats.org/officeDocument/2006/relationships/slide" Target="slide146.xml"/><Relationship Id="rId3" Type="http://schemas.openxmlformats.org/officeDocument/2006/relationships/slide" Target="slide5.xml"/><Relationship Id="rId7" Type="http://schemas.openxmlformats.org/officeDocument/2006/relationships/slide" Target="slide165.xml"/><Relationship Id="rId12" Type="http://schemas.openxmlformats.org/officeDocument/2006/relationships/slide" Target="slide145.xml"/><Relationship Id="rId2" Type="http://schemas.openxmlformats.org/officeDocument/2006/relationships/notesSlide" Target="../notesSlides/notesSlide149.xml"/><Relationship Id="rId16" Type="http://schemas.openxmlformats.org/officeDocument/2006/relationships/chart" Target="../charts/chart14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12.xml"/><Relationship Id="rId11" Type="http://schemas.openxmlformats.org/officeDocument/2006/relationships/slide" Target="slide141.xml"/><Relationship Id="rId5" Type="http://schemas.openxmlformats.org/officeDocument/2006/relationships/slide" Target="slide85.xml"/><Relationship Id="rId15" Type="http://schemas.openxmlformats.org/officeDocument/2006/relationships/slide" Target="slide148.xml"/><Relationship Id="rId10" Type="http://schemas.openxmlformats.org/officeDocument/2006/relationships/slide" Target="slide137.xml"/><Relationship Id="rId4" Type="http://schemas.openxmlformats.org/officeDocument/2006/relationships/slide" Target="slide21.xml"/><Relationship Id="rId9" Type="http://schemas.openxmlformats.org/officeDocument/2006/relationships/slide" Target="slide196.xml"/><Relationship Id="rId14" Type="http://schemas.openxmlformats.org/officeDocument/2006/relationships/slide" Target="slide147.xml"/></Relationships>
</file>

<file path=ppt/slides/_rels/slide150.xml.rels><?xml version="1.0" encoding="UTF-8" standalone="yes"?>
<Relationships xmlns="http://schemas.openxmlformats.org/package/2006/relationships"><Relationship Id="rId8" Type="http://schemas.openxmlformats.org/officeDocument/2006/relationships/slide" Target="slide166.xml"/><Relationship Id="rId13" Type="http://schemas.openxmlformats.org/officeDocument/2006/relationships/slide" Target="slide151.xml"/><Relationship Id="rId3" Type="http://schemas.openxmlformats.org/officeDocument/2006/relationships/slide" Target="slide5.xml"/><Relationship Id="rId7" Type="http://schemas.openxmlformats.org/officeDocument/2006/relationships/slide" Target="slide134.xml"/><Relationship Id="rId12" Type="http://schemas.openxmlformats.org/officeDocument/2006/relationships/slide" Target="slide162.xml"/><Relationship Id="rId2" Type="http://schemas.openxmlformats.org/officeDocument/2006/relationships/notesSlide" Target="../notesSlides/notesSlide150.xml"/><Relationship Id="rId16" Type="http://schemas.openxmlformats.org/officeDocument/2006/relationships/chart" Target="../charts/chart14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13.xml"/><Relationship Id="rId11" Type="http://schemas.openxmlformats.org/officeDocument/2006/relationships/slide" Target="slide158.xml"/><Relationship Id="rId5" Type="http://schemas.openxmlformats.org/officeDocument/2006/relationships/slide" Target="slide86.xml"/><Relationship Id="rId15" Type="http://schemas.openxmlformats.org/officeDocument/2006/relationships/slide" Target="slide153.xml"/><Relationship Id="rId10" Type="http://schemas.openxmlformats.org/officeDocument/2006/relationships/slide" Target="slide154.xml"/><Relationship Id="rId4" Type="http://schemas.openxmlformats.org/officeDocument/2006/relationships/slide" Target="slide22.xml"/><Relationship Id="rId9" Type="http://schemas.openxmlformats.org/officeDocument/2006/relationships/slide" Target="slide181.xml"/><Relationship Id="rId14" Type="http://schemas.openxmlformats.org/officeDocument/2006/relationships/slide" Target="slide152.xml"/></Relationships>
</file>

<file path=ppt/slides/_rels/slide151.xml.rels><?xml version="1.0" encoding="UTF-8" standalone="yes"?>
<Relationships xmlns="http://schemas.openxmlformats.org/package/2006/relationships"><Relationship Id="rId8" Type="http://schemas.openxmlformats.org/officeDocument/2006/relationships/slide" Target="slide167.xml"/><Relationship Id="rId13" Type="http://schemas.openxmlformats.org/officeDocument/2006/relationships/slide" Target="slide150.xml"/><Relationship Id="rId3" Type="http://schemas.openxmlformats.org/officeDocument/2006/relationships/slide" Target="slide5.xml"/><Relationship Id="rId7" Type="http://schemas.openxmlformats.org/officeDocument/2006/relationships/slide" Target="slide135.xml"/><Relationship Id="rId12" Type="http://schemas.openxmlformats.org/officeDocument/2006/relationships/slide" Target="slide163.xml"/><Relationship Id="rId2" Type="http://schemas.openxmlformats.org/officeDocument/2006/relationships/notesSlide" Target="../notesSlides/notesSlide151.xml"/><Relationship Id="rId16" Type="http://schemas.openxmlformats.org/officeDocument/2006/relationships/chart" Target="../charts/chart14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14.xml"/><Relationship Id="rId11" Type="http://schemas.openxmlformats.org/officeDocument/2006/relationships/slide" Target="slide159.xml"/><Relationship Id="rId5" Type="http://schemas.openxmlformats.org/officeDocument/2006/relationships/slide" Target="slide87.xml"/><Relationship Id="rId15" Type="http://schemas.openxmlformats.org/officeDocument/2006/relationships/slide" Target="slide153.xml"/><Relationship Id="rId10" Type="http://schemas.openxmlformats.org/officeDocument/2006/relationships/slide" Target="slide155.xml"/><Relationship Id="rId4" Type="http://schemas.openxmlformats.org/officeDocument/2006/relationships/slide" Target="slide23.xml"/><Relationship Id="rId9" Type="http://schemas.openxmlformats.org/officeDocument/2006/relationships/slide" Target="slide182.xml"/><Relationship Id="rId14" Type="http://schemas.openxmlformats.org/officeDocument/2006/relationships/slide" Target="slide152.xml"/></Relationships>
</file>

<file path=ppt/slides/_rels/slide152.xml.rels><?xml version="1.0" encoding="UTF-8" standalone="yes"?>
<Relationships xmlns="http://schemas.openxmlformats.org/package/2006/relationships"><Relationship Id="rId8" Type="http://schemas.openxmlformats.org/officeDocument/2006/relationships/slide" Target="slide168.xml"/><Relationship Id="rId13" Type="http://schemas.openxmlformats.org/officeDocument/2006/relationships/slide" Target="slide150.xml"/><Relationship Id="rId3" Type="http://schemas.openxmlformats.org/officeDocument/2006/relationships/slide" Target="slide5.xml"/><Relationship Id="rId7" Type="http://schemas.openxmlformats.org/officeDocument/2006/relationships/slide" Target="slide136.xml"/><Relationship Id="rId12" Type="http://schemas.openxmlformats.org/officeDocument/2006/relationships/slide" Target="slide164.xml"/><Relationship Id="rId2" Type="http://schemas.openxmlformats.org/officeDocument/2006/relationships/notesSlide" Target="../notesSlides/notesSlide152.xml"/><Relationship Id="rId16" Type="http://schemas.openxmlformats.org/officeDocument/2006/relationships/chart" Target="../charts/chart14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15.xml"/><Relationship Id="rId11" Type="http://schemas.openxmlformats.org/officeDocument/2006/relationships/slide" Target="slide160.xml"/><Relationship Id="rId5" Type="http://schemas.openxmlformats.org/officeDocument/2006/relationships/slide" Target="slide88.xml"/><Relationship Id="rId15" Type="http://schemas.openxmlformats.org/officeDocument/2006/relationships/slide" Target="slide153.xml"/><Relationship Id="rId10" Type="http://schemas.openxmlformats.org/officeDocument/2006/relationships/slide" Target="slide156.xml"/><Relationship Id="rId4" Type="http://schemas.openxmlformats.org/officeDocument/2006/relationships/slide" Target="slide24.xml"/><Relationship Id="rId9" Type="http://schemas.openxmlformats.org/officeDocument/2006/relationships/slide" Target="slide183.xml"/><Relationship Id="rId14" Type="http://schemas.openxmlformats.org/officeDocument/2006/relationships/slide" Target="slide151.xml"/></Relationships>
</file>

<file path=ppt/slides/_rels/slide153.xml.rels><?xml version="1.0" encoding="UTF-8" standalone="yes"?>
<Relationships xmlns="http://schemas.openxmlformats.org/package/2006/relationships"><Relationship Id="rId8" Type="http://schemas.openxmlformats.org/officeDocument/2006/relationships/slide" Target="slide169.xml"/><Relationship Id="rId13" Type="http://schemas.openxmlformats.org/officeDocument/2006/relationships/slide" Target="slide150.xml"/><Relationship Id="rId3" Type="http://schemas.openxmlformats.org/officeDocument/2006/relationships/slide" Target="slide5.xml"/><Relationship Id="rId7" Type="http://schemas.openxmlformats.org/officeDocument/2006/relationships/slide" Target="slide137.xml"/><Relationship Id="rId12" Type="http://schemas.openxmlformats.org/officeDocument/2006/relationships/slide" Target="slide165.xml"/><Relationship Id="rId2" Type="http://schemas.openxmlformats.org/officeDocument/2006/relationships/notesSlide" Target="../notesSlides/notesSlide153.xml"/><Relationship Id="rId16" Type="http://schemas.openxmlformats.org/officeDocument/2006/relationships/chart" Target="../charts/chart14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16.xml"/><Relationship Id="rId11" Type="http://schemas.openxmlformats.org/officeDocument/2006/relationships/slide" Target="slide161.xml"/><Relationship Id="rId5" Type="http://schemas.openxmlformats.org/officeDocument/2006/relationships/slide" Target="slide89.xml"/><Relationship Id="rId15" Type="http://schemas.openxmlformats.org/officeDocument/2006/relationships/slide" Target="slide152.xml"/><Relationship Id="rId10" Type="http://schemas.openxmlformats.org/officeDocument/2006/relationships/slide" Target="slide157.xml"/><Relationship Id="rId4" Type="http://schemas.openxmlformats.org/officeDocument/2006/relationships/slide" Target="slide25.xml"/><Relationship Id="rId9" Type="http://schemas.openxmlformats.org/officeDocument/2006/relationships/slide" Target="slide184.xml"/><Relationship Id="rId14" Type="http://schemas.openxmlformats.org/officeDocument/2006/relationships/slide" Target="slide151.xml"/></Relationships>
</file>

<file path=ppt/slides/_rels/slide154.xml.rels><?xml version="1.0" encoding="UTF-8" standalone="yes"?>
<Relationships xmlns="http://schemas.openxmlformats.org/package/2006/relationships"><Relationship Id="rId8" Type="http://schemas.openxmlformats.org/officeDocument/2006/relationships/slide" Target="slide170.xml"/><Relationship Id="rId13" Type="http://schemas.openxmlformats.org/officeDocument/2006/relationships/slide" Target="slide155.xml"/><Relationship Id="rId3" Type="http://schemas.openxmlformats.org/officeDocument/2006/relationships/slide" Target="slide5.xml"/><Relationship Id="rId7" Type="http://schemas.openxmlformats.org/officeDocument/2006/relationships/slide" Target="slide138.xml"/><Relationship Id="rId12" Type="http://schemas.openxmlformats.org/officeDocument/2006/relationships/slide" Target="slide162.xml"/><Relationship Id="rId2" Type="http://schemas.openxmlformats.org/officeDocument/2006/relationships/notesSlide" Target="../notesSlides/notesSlide154.xml"/><Relationship Id="rId16" Type="http://schemas.openxmlformats.org/officeDocument/2006/relationships/chart" Target="../charts/chart15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17.xml"/><Relationship Id="rId11" Type="http://schemas.openxmlformats.org/officeDocument/2006/relationships/slide" Target="slide158.xml"/><Relationship Id="rId5" Type="http://schemas.openxmlformats.org/officeDocument/2006/relationships/slide" Target="slide90.xml"/><Relationship Id="rId15" Type="http://schemas.openxmlformats.org/officeDocument/2006/relationships/slide" Target="slide157.xml"/><Relationship Id="rId10" Type="http://schemas.openxmlformats.org/officeDocument/2006/relationships/slide" Target="slide150.xml"/><Relationship Id="rId4" Type="http://schemas.openxmlformats.org/officeDocument/2006/relationships/slide" Target="slide26.xml"/><Relationship Id="rId9" Type="http://schemas.openxmlformats.org/officeDocument/2006/relationships/slide" Target="slide185.xml"/><Relationship Id="rId14" Type="http://schemas.openxmlformats.org/officeDocument/2006/relationships/slide" Target="slide156.xml"/></Relationships>
</file>

<file path=ppt/slides/_rels/slide155.xml.rels><?xml version="1.0" encoding="UTF-8" standalone="yes"?>
<Relationships xmlns="http://schemas.openxmlformats.org/package/2006/relationships"><Relationship Id="rId8" Type="http://schemas.openxmlformats.org/officeDocument/2006/relationships/slide" Target="slide171.xml"/><Relationship Id="rId13" Type="http://schemas.openxmlformats.org/officeDocument/2006/relationships/slide" Target="slide154.xml"/><Relationship Id="rId3" Type="http://schemas.openxmlformats.org/officeDocument/2006/relationships/slide" Target="slide5.xml"/><Relationship Id="rId7" Type="http://schemas.openxmlformats.org/officeDocument/2006/relationships/slide" Target="slide139.xml"/><Relationship Id="rId12" Type="http://schemas.openxmlformats.org/officeDocument/2006/relationships/slide" Target="slide163.xml"/><Relationship Id="rId2" Type="http://schemas.openxmlformats.org/officeDocument/2006/relationships/notesSlide" Target="../notesSlides/notesSlide155.xml"/><Relationship Id="rId16" Type="http://schemas.openxmlformats.org/officeDocument/2006/relationships/chart" Target="../charts/chart15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18.xml"/><Relationship Id="rId11" Type="http://schemas.openxmlformats.org/officeDocument/2006/relationships/slide" Target="slide159.xml"/><Relationship Id="rId5" Type="http://schemas.openxmlformats.org/officeDocument/2006/relationships/slide" Target="slide91.xml"/><Relationship Id="rId15" Type="http://schemas.openxmlformats.org/officeDocument/2006/relationships/slide" Target="slide157.xml"/><Relationship Id="rId10" Type="http://schemas.openxmlformats.org/officeDocument/2006/relationships/slide" Target="slide151.xml"/><Relationship Id="rId4" Type="http://schemas.openxmlformats.org/officeDocument/2006/relationships/slide" Target="slide27.xml"/><Relationship Id="rId9" Type="http://schemas.openxmlformats.org/officeDocument/2006/relationships/slide" Target="slide186.xml"/><Relationship Id="rId14" Type="http://schemas.openxmlformats.org/officeDocument/2006/relationships/slide" Target="slide156.xml"/></Relationships>
</file>

<file path=ppt/slides/_rels/slide156.xml.rels><?xml version="1.0" encoding="UTF-8" standalone="yes"?>
<Relationships xmlns="http://schemas.openxmlformats.org/package/2006/relationships"><Relationship Id="rId8" Type="http://schemas.openxmlformats.org/officeDocument/2006/relationships/slide" Target="slide172.xml"/><Relationship Id="rId13" Type="http://schemas.openxmlformats.org/officeDocument/2006/relationships/slide" Target="slide154.xml"/><Relationship Id="rId3" Type="http://schemas.openxmlformats.org/officeDocument/2006/relationships/slide" Target="slide5.xml"/><Relationship Id="rId7" Type="http://schemas.openxmlformats.org/officeDocument/2006/relationships/slide" Target="slide140.xml"/><Relationship Id="rId12" Type="http://schemas.openxmlformats.org/officeDocument/2006/relationships/slide" Target="slide164.xml"/><Relationship Id="rId2" Type="http://schemas.openxmlformats.org/officeDocument/2006/relationships/notesSlide" Target="../notesSlides/notesSlide156.xml"/><Relationship Id="rId16" Type="http://schemas.openxmlformats.org/officeDocument/2006/relationships/chart" Target="../charts/chart15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19.xml"/><Relationship Id="rId11" Type="http://schemas.openxmlformats.org/officeDocument/2006/relationships/slide" Target="slide160.xml"/><Relationship Id="rId5" Type="http://schemas.openxmlformats.org/officeDocument/2006/relationships/slide" Target="slide92.xml"/><Relationship Id="rId15" Type="http://schemas.openxmlformats.org/officeDocument/2006/relationships/slide" Target="slide157.xml"/><Relationship Id="rId10" Type="http://schemas.openxmlformats.org/officeDocument/2006/relationships/slide" Target="slide152.xml"/><Relationship Id="rId4" Type="http://schemas.openxmlformats.org/officeDocument/2006/relationships/slide" Target="slide28.xml"/><Relationship Id="rId9" Type="http://schemas.openxmlformats.org/officeDocument/2006/relationships/slide" Target="slide187.xml"/><Relationship Id="rId14" Type="http://schemas.openxmlformats.org/officeDocument/2006/relationships/slide" Target="slide155.xml"/></Relationships>
</file>

<file path=ppt/slides/_rels/slide157.xml.rels><?xml version="1.0" encoding="UTF-8" standalone="yes"?>
<Relationships xmlns="http://schemas.openxmlformats.org/package/2006/relationships"><Relationship Id="rId8" Type="http://schemas.openxmlformats.org/officeDocument/2006/relationships/slide" Target="slide173.xml"/><Relationship Id="rId13" Type="http://schemas.openxmlformats.org/officeDocument/2006/relationships/slide" Target="slide154.xml"/><Relationship Id="rId3" Type="http://schemas.openxmlformats.org/officeDocument/2006/relationships/slide" Target="slide5.xml"/><Relationship Id="rId7" Type="http://schemas.openxmlformats.org/officeDocument/2006/relationships/slide" Target="slide141.xml"/><Relationship Id="rId12" Type="http://schemas.openxmlformats.org/officeDocument/2006/relationships/slide" Target="slide165.xml"/><Relationship Id="rId2" Type="http://schemas.openxmlformats.org/officeDocument/2006/relationships/notesSlide" Target="../notesSlides/notesSlide157.xml"/><Relationship Id="rId16" Type="http://schemas.openxmlformats.org/officeDocument/2006/relationships/chart" Target="../charts/chart15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20.xml"/><Relationship Id="rId11" Type="http://schemas.openxmlformats.org/officeDocument/2006/relationships/slide" Target="slide161.xml"/><Relationship Id="rId5" Type="http://schemas.openxmlformats.org/officeDocument/2006/relationships/slide" Target="slide93.xml"/><Relationship Id="rId15" Type="http://schemas.openxmlformats.org/officeDocument/2006/relationships/slide" Target="slide156.xml"/><Relationship Id="rId10" Type="http://schemas.openxmlformats.org/officeDocument/2006/relationships/slide" Target="slide153.xml"/><Relationship Id="rId4" Type="http://schemas.openxmlformats.org/officeDocument/2006/relationships/slide" Target="slide29.xml"/><Relationship Id="rId9" Type="http://schemas.openxmlformats.org/officeDocument/2006/relationships/slide" Target="slide188.xml"/><Relationship Id="rId14" Type="http://schemas.openxmlformats.org/officeDocument/2006/relationships/slide" Target="slide155.xml"/></Relationships>
</file>

<file path=ppt/slides/_rels/slide158.xml.rels><?xml version="1.0" encoding="UTF-8" standalone="yes"?>
<Relationships xmlns="http://schemas.openxmlformats.org/package/2006/relationships"><Relationship Id="rId8" Type="http://schemas.openxmlformats.org/officeDocument/2006/relationships/slide" Target="slide174.xml"/><Relationship Id="rId13" Type="http://schemas.openxmlformats.org/officeDocument/2006/relationships/slide" Target="slide159.xml"/><Relationship Id="rId3" Type="http://schemas.openxmlformats.org/officeDocument/2006/relationships/slide" Target="slide5.xml"/><Relationship Id="rId7" Type="http://schemas.openxmlformats.org/officeDocument/2006/relationships/slide" Target="slide142.xml"/><Relationship Id="rId12" Type="http://schemas.openxmlformats.org/officeDocument/2006/relationships/slide" Target="slide162.xml"/><Relationship Id="rId2" Type="http://schemas.openxmlformats.org/officeDocument/2006/relationships/notesSlide" Target="../notesSlides/notesSlide158.xml"/><Relationship Id="rId16" Type="http://schemas.openxmlformats.org/officeDocument/2006/relationships/chart" Target="../charts/chart15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21.xml"/><Relationship Id="rId11" Type="http://schemas.openxmlformats.org/officeDocument/2006/relationships/slide" Target="slide154.xml"/><Relationship Id="rId5" Type="http://schemas.openxmlformats.org/officeDocument/2006/relationships/slide" Target="slide94.xml"/><Relationship Id="rId15" Type="http://schemas.openxmlformats.org/officeDocument/2006/relationships/slide" Target="slide161.xml"/><Relationship Id="rId10" Type="http://schemas.openxmlformats.org/officeDocument/2006/relationships/slide" Target="slide150.xml"/><Relationship Id="rId4" Type="http://schemas.openxmlformats.org/officeDocument/2006/relationships/slide" Target="slide30.xml"/><Relationship Id="rId9" Type="http://schemas.openxmlformats.org/officeDocument/2006/relationships/slide" Target="slide189.xml"/><Relationship Id="rId14" Type="http://schemas.openxmlformats.org/officeDocument/2006/relationships/slide" Target="slide160.xml"/></Relationships>
</file>

<file path=ppt/slides/_rels/slide159.xml.rels><?xml version="1.0" encoding="UTF-8" standalone="yes"?>
<Relationships xmlns="http://schemas.openxmlformats.org/package/2006/relationships"><Relationship Id="rId8" Type="http://schemas.openxmlformats.org/officeDocument/2006/relationships/slide" Target="slide175.xml"/><Relationship Id="rId13" Type="http://schemas.openxmlformats.org/officeDocument/2006/relationships/slide" Target="slide158.xml"/><Relationship Id="rId3" Type="http://schemas.openxmlformats.org/officeDocument/2006/relationships/slide" Target="slide5.xml"/><Relationship Id="rId7" Type="http://schemas.openxmlformats.org/officeDocument/2006/relationships/slide" Target="slide143.xml"/><Relationship Id="rId12" Type="http://schemas.openxmlformats.org/officeDocument/2006/relationships/slide" Target="slide163.xml"/><Relationship Id="rId2" Type="http://schemas.openxmlformats.org/officeDocument/2006/relationships/notesSlide" Target="../notesSlides/notesSlide159.xml"/><Relationship Id="rId16" Type="http://schemas.openxmlformats.org/officeDocument/2006/relationships/chart" Target="../charts/chart15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22.xml"/><Relationship Id="rId11" Type="http://schemas.openxmlformats.org/officeDocument/2006/relationships/slide" Target="slide155.xml"/><Relationship Id="rId5" Type="http://schemas.openxmlformats.org/officeDocument/2006/relationships/slide" Target="slide95.xml"/><Relationship Id="rId15" Type="http://schemas.openxmlformats.org/officeDocument/2006/relationships/slide" Target="slide161.xml"/><Relationship Id="rId10" Type="http://schemas.openxmlformats.org/officeDocument/2006/relationships/slide" Target="slide151.xml"/><Relationship Id="rId4" Type="http://schemas.openxmlformats.org/officeDocument/2006/relationships/slide" Target="slide31.xml"/><Relationship Id="rId9" Type="http://schemas.openxmlformats.org/officeDocument/2006/relationships/slide" Target="slide190.xml"/><Relationship Id="rId14" Type="http://schemas.openxmlformats.org/officeDocument/2006/relationships/slide" Target="slide160.xml"/></Relationships>
</file>

<file path=ppt/slides/_rels/slide160.xml.rels><?xml version="1.0" encoding="UTF-8" standalone="yes"?>
<Relationships xmlns="http://schemas.openxmlformats.org/package/2006/relationships"><Relationship Id="rId8" Type="http://schemas.openxmlformats.org/officeDocument/2006/relationships/slide" Target="slide191.xml"/><Relationship Id="rId13" Type="http://schemas.openxmlformats.org/officeDocument/2006/relationships/slide" Target="slide159.xml"/><Relationship Id="rId3" Type="http://schemas.openxmlformats.org/officeDocument/2006/relationships/slide" Target="slide5.xml"/><Relationship Id="rId7" Type="http://schemas.openxmlformats.org/officeDocument/2006/relationships/slide" Target="slide144.xml"/><Relationship Id="rId12" Type="http://schemas.openxmlformats.org/officeDocument/2006/relationships/slide" Target="slide158.xml"/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23.xml"/><Relationship Id="rId11" Type="http://schemas.openxmlformats.org/officeDocument/2006/relationships/slide" Target="slide164.xml"/><Relationship Id="rId5" Type="http://schemas.openxmlformats.org/officeDocument/2006/relationships/slide" Target="slide96.xml"/><Relationship Id="rId15" Type="http://schemas.openxmlformats.org/officeDocument/2006/relationships/chart" Target="../charts/chart156.xml"/><Relationship Id="rId10" Type="http://schemas.openxmlformats.org/officeDocument/2006/relationships/slide" Target="slide156.xml"/><Relationship Id="rId4" Type="http://schemas.openxmlformats.org/officeDocument/2006/relationships/slide" Target="slide32.xml"/><Relationship Id="rId9" Type="http://schemas.openxmlformats.org/officeDocument/2006/relationships/slide" Target="slide152.xml"/><Relationship Id="rId14" Type="http://schemas.openxmlformats.org/officeDocument/2006/relationships/slide" Target="slide161.xml"/></Relationships>
</file>

<file path=ppt/slides/_rels/slide161.xml.rels><?xml version="1.0" encoding="UTF-8" standalone="yes"?>
<Relationships xmlns="http://schemas.openxmlformats.org/package/2006/relationships"><Relationship Id="rId8" Type="http://schemas.openxmlformats.org/officeDocument/2006/relationships/slide" Target="slide176.xml"/><Relationship Id="rId13" Type="http://schemas.openxmlformats.org/officeDocument/2006/relationships/slide" Target="slide158.xml"/><Relationship Id="rId3" Type="http://schemas.openxmlformats.org/officeDocument/2006/relationships/slide" Target="slide5.xml"/><Relationship Id="rId7" Type="http://schemas.openxmlformats.org/officeDocument/2006/relationships/slide" Target="slide145.xml"/><Relationship Id="rId12" Type="http://schemas.openxmlformats.org/officeDocument/2006/relationships/slide" Target="slide165.xml"/><Relationship Id="rId2" Type="http://schemas.openxmlformats.org/officeDocument/2006/relationships/notesSlide" Target="../notesSlides/notesSlide161.xml"/><Relationship Id="rId16" Type="http://schemas.openxmlformats.org/officeDocument/2006/relationships/chart" Target="../charts/chart15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24.xml"/><Relationship Id="rId11" Type="http://schemas.openxmlformats.org/officeDocument/2006/relationships/slide" Target="slide157.xml"/><Relationship Id="rId5" Type="http://schemas.openxmlformats.org/officeDocument/2006/relationships/slide" Target="slide97.xml"/><Relationship Id="rId15" Type="http://schemas.openxmlformats.org/officeDocument/2006/relationships/slide" Target="slide160.xml"/><Relationship Id="rId10" Type="http://schemas.openxmlformats.org/officeDocument/2006/relationships/slide" Target="slide153.xml"/><Relationship Id="rId4" Type="http://schemas.openxmlformats.org/officeDocument/2006/relationships/slide" Target="slide33.xml"/><Relationship Id="rId9" Type="http://schemas.openxmlformats.org/officeDocument/2006/relationships/slide" Target="slide192.xml"/><Relationship Id="rId14" Type="http://schemas.openxmlformats.org/officeDocument/2006/relationships/slide" Target="slide159.xml"/></Relationships>
</file>

<file path=ppt/slides/_rels/slide162.xml.rels><?xml version="1.0" encoding="UTF-8" standalone="yes"?>
<Relationships xmlns="http://schemas.openxmlformats.org/package/2006/relationships"><Relationship Id="rId8" Type="http://schemas.openxmlformats.org/officeDocument/2006/relationships/slide" Target="slide177.xml"/><Relationship Id="rId13" Type="http://schemas.openxmlformats.org/officeDocument/2006/relationships/slide" Target="slide163.xml"/><Relationship Id="rId3" Type="http://schemas.openxmlformats.org/officeDocument/2006/relationships/slide" Target="slide5.xml"/><Relationship Id="rId7" Type="http://schemas.openxmlformats.org/officeDocument/2006/relationships/slide" Target="slide146.xml"/><Relationship Id="rId12" Type="http://schemas.openxmlformats.org/officeDocument/2006/relationships/slide" Target="slide158.xml"/><Relationship Id="rId2" Type="http://schemas.openxmlformats.org/officeDocument/2006/relationships/notesSlide" Target="../notesSlides/notesSlide162.xml"/><Relationship Id="rId16" Type="http://schemas.openxmlformats.org/officeDocument/2006/relationships/chart" Target="../charts/chart15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25.xml"/><Relationship Id="rId11" Type="http://schemas.openxmlformats.org/officeDocument/2006/relationships/slide" Target="slide154.xml"/><Relationship Id="rId5" Type="http://schemas.openxmlformats.org/officeDocument/2006/relationships/slide" Target="slide98.xml"/><Relationship Id="rId15" Type="http://schemas.openxmlformats.org/officeDocument/2006/relationships/slide" Target="slide165.xml"/><Relationship Id="rId10" Type="http://schemas.openxmlformats.org/officeDocument/2006/relationships/slide" Target="slide150.xml"/><Relationship Id="rId4" Type="http://schemas.openxmlformats.org/officeDocument/2006/relationships/slide" Target="slide34.xml"/><Relationship Id="rId9" Type="http://schemas.openxmlformats.org/officeDocument/2006/relationships/slide" Target="slide193.xml"/><Relationship Id="rId14" Type="http://schemas.openxmlformats.org/officeDocument/2006/relationships/slide" Target="slide164.xml"/></Relationships>
</file>

<file path=ppt/slides/_rels/slide163.xml.rels><?xml version="1.0" encoding="UTF-8" standalone="yes"?>
<Relationships xmlns="http://schemas.openxmlformats.org/package/2006/relationships"><Relationship Id="rId8" Type="http://schemas.openxmlformats.org/officeDocument/2006/relationships/slide" Target="slide178.xml"/><Relationship Id="rId13" Type="http://schemas.openxmlformats.org/officeDocument/2006/relationships/slide" Target="slide162.xml"/><Relationship Id="rId3" Type="http://schemas.openxmlformats.org/officeDocument/2006/relationships/slide" Target="slide5.xml"/><Relationship Id="rId7" Type="http://schemas.openxmlformats.org/officeDocument/2006/relationships/slide" Target="slide147.xml"/><Relationship Id="rId12" Type="http://schemas.openxmlformats.org/officeDocument/2006/relationships/slide" Target="slide159.xml"/><Relationship Id="rId2" Type="http://schemas.openxmlformats.org/officeDocument/2006/relationships/notesSlide" Target="../notesSlides/notesSlide163.xml"/><Relationship Id="rId16" Type="http://schemas.openxmlformats.org/officeDocument/2006/relationships/chart" Target="../charts/chart15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26.xml"/><Relationship Id="rId11" Type="http://schemas.openxmlformats.org/officeDocument/2006/relationships/slide" Target="slide155.xml"/><Relationship Id="rId5" Type="http://schemas.openxmlformats.org/officeDocument/2006/relationships/slide" Target="slide99.xml"/><Relationship Id="rId15" Type="http://schemas.openxmlformats.org/officeDocument/2006/relationships/slide" Target="slide165.xml"/><Relationship Id="rId10" Type="http://schemas.openxmlformats.org/officeDocument/2006/relationships/slide" Target="slide151.xml"/><Relationship Id="rId4" Type="http://schemas.openxmlformats.org/officeDocument/2006/relationships/slide" Target="slide35.xml"/><Relationship Id="rId9" Type="http://schemas.openxmlformats.org/officeDocument/2006/relationships/slide" Target="slide194.xml"/><Relationship Id="rId14" Type="http://schemas.openxmlformats.org/officeDocument/2006/relationships/slide" Target="slide164.xml"/></Relationships>
</file>

<file path=ppt/slides/_rels/slide164.xml.rels><?xml version="1.0" encoding="UTF-8" standalone="yes"?>
<Relationships xmlns="http://schemas.openxmlformats.org/package/2006/relationships"><Relationship Id="rId8" Type="http://schemas.openxmlformats.org/officeDocument/2006/relationships/slide" Target="slide179.xml"/><Relationship Id="rId13" Type="http://schemas.openxmlformats.org/officeDocument/2006/relationships/slide" Target="slide162.xml"/><Relationship Id="rId3" Type="http://schemas.openxmlformats.org/officeDocument/2006/relationships/slide" Target="slide5.xml"/><Relationship Id="rId7" Type="http://schemas.openxmlformats.org/officeDocument/2006/relationships/slide" Target="slide148.xml"/><Relationship Id="rId12" Type="http://schemas.openxmlformats.org/officeDocument/2006/relationships/slide" Target="slide160.xml"/><Relationship Id="rId2" Type="http://schemas.openxmlformats.org/officeDocument/2006/relationships/notesSlide" Target="../notesSlides/notesSlide164.xml"/><Relationship Id="rId16" Type="http://schemas.openxmlformats.org/officeDocument/2006/relationships/chart" Target="../charts/chart16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27.xml"/><Relationship Id="rId11" Type="http://schemas.openxmlformats.org/officeDocument/2006/relationships/slide" Target="slide156.xml"/><Relationship Id="rId5" Type="http://schemas.openxmlformats.org/officeDocument/2006/relationships/slide" Target="slide100.xml"/><Relationship Id="rId15" Type="http://schemas.openxmlformats.org/officeDocument/2006/relationships/slide" Target="slide165.xml"/><Relationship Id="rId10" Type="http://schemas.openxmlformats.org/officeDocument/2006/relationships/slide" Target="slide152.xml"/><Relationship Id="rId4" Type="http://schemas.openxmlformats.org/officeDocument/2006/relationships/slide" Target="slide36.xml"/><Relationship Id="rId9" Type="http://schemas.openxmlformats.org/officeDocument/2006/relationships/slide" Target="slide195.xml"/><Relationship Id="rId14" Type="http://schemas.openxmlformats.org/officeDocument/2006/relationships/slide" Target="slide163.xml"/></Relationships>
</file>

<file path=ppt/slides/_rels/slide165.xml.rels><?xml version="1.0" encoding="UTF-8" standalone="yes"?>
<Relationships xmlns="http://schemas.openxmlformats.org/package/2006/relationships"><Relationship Id="rId8" Type="http://schemas.openxmlformats.org/officeDocument/2006/relationships/slide" Target="slide180.xml"/><Relationship Id="rId13" Type="http://schemas.openxmlformats.org/officeDocument/2006/relationships/slide" Target="slide162.xml"/><Relationship Id="rId3" Type="http://schemas.openxmlformats.org/officeDocument/2006/relationships/slide" Target="slide5.xml"/><Relationship Id="rId7" Type="http://schemas.openxmlformats.org/officeDocument/2006/relationships/slide" Target="slide149.xml"/><Relationship Id="rId12" Type="http://schemas.openxmlformats.org/officeDocument/2006/relationships/slide" Target="slide161.xml"/><Relationship Id="rId2" Type="http://schemas.openxmlformats.org/officeDocument/2006/relationships/notesSlide" Target="../notesSlides/notesSlide165.xml"/><Relationship Id="rId16" Type="http://schemas.openxmlformats.org/officeDocument/2006/relationships/chart" Target="../charts/chart16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28.xml"/><Relationship Id="rId11" Type="http://schemas.openxmlformats.org/officeDocument/2006/relationships/slide" Target="slide157.xml"/><Relationship Id="rId5" Type="http://schemas.openxmlformats.org/officeDocument/2006/relationships/slide" Target="slide101.xml"/><Relationship Id="rId15" Type="http://schemas.openxmlformats.org/officeDocument/2006/relationships/slide" Target="slide164.xml"/><Relationship Id="rId10" Type="http://schemas.openxmlformats.org/officeDocument/2006/relationships/slide" Target="slide153.xml"/><Relationship Id="rId4" Type="http://schemas.openxmlformats.org/officeDocument/2006/relationships/slide" Target="slide37.xml"/><Relationship Id="rId9" Type="http://schemas.openxmlformats.org/officeDocument/2006/relationships/slide" Target="slide196.xml"/><Relationship Id="rId14" Type="http://schemas.openxmlformats.org/officeDocument/2006/relationships/slide" Target="slide163.xml"/></Relationships>
</file>

<file path=ppt/slides/_rels/slide166.xml.rels><?xml version="1.0" encoding="UTF-8" standalone="yes"?>
<Relationships xmlns="http://schemas.openxmlformats.org/package/2006/relationships"><Relationship Id="rId8" Type="http://schemas.openxmlformats.org/officeDocument/2006/relationships/slide" Target="slide150.xml"/><Relationship Id="rId13" Type="http://schemas.openxmlformats.org/officeDocument/2006/relationships/slide" Target="slide167.xml"/><Relationship Id="rId3" Type="http://schemas.openxmlformats.org/officeDocument/2006/relationships/slide" Target="slide5.xml"/><Relationship Id="rId7" Type="http://schemas.openxmlformats.org/officeDocument/2006/relationships/slide" Target="slide134.xml"/><Relationship Id="rId12" Type="http://schemas.openxmlformats.org/officeDocument/2006/relationships/slide" Target="slide177.xml"/><Relationship Id="rId2" Type="http://schemas.openxmlformats.org/officeDocument/2006/relationships/notesSlide" Target="../notesSlides/notesSlide166.xml"/><Relationship Id="rId16" Type="http://schemas.openxmlformats.org/officeDocument/2006/relationships/chart" Target="../charts/chart16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29.xml"/><Relationship Id="rId11" Type="http://schemas.openxmlformats.org/officeDocument/2006/relationships/slide" Target="slide174.xml"/><Relationship Id="rId5" Type="http://schemas.openxmlformats.org/officeDocument/2006/relationships/slide" Target="slide102.xml"/><Relationship Id="rId15" Type="http://schemas.openxmlformats.org/officeDocument/2006/relationships/slide" Target="slide169.xml"/><Relationship Id="rId10" Type="http://schemas.openxmlformats.org/officeDocument/2006/relationships/slide" Target="slide170.xml"/><Relationship Id="rId4" Type="http://schemas.openxmlformats.org/officeDocument/2006/relationships/slide" Target="slide38.xml"/><Relationship Id="rId9" Type="http://schemas.openxmlformats.org/officeDocument/2006/relationships/slide" Target="slide181.xml"/><Relationship Id="rId14" Type="http://schemas.openxmlformats.org/officeDocument/2006/relationships/slide" Target="slide168.xml"/></Relationships>
</file>

<file path=ppt/slides/_rels/slide167.xml.rels><?xml version="1.0" encoding="UTF-8" standalone="yes"?>
<Relationships xmlns="http://schemas.openxmlformats.org/package/2006/relationships"><Relationship Id="rId8" Type="http://schemas.openxmlformats.org/officeDocument/2006/relationships/slide" Target="slide151.xml"/><Relationship Id="rId13" Type="http://schemas.openxmlformats.org/officeDocument/2006/relationships/slide" Target="slide166.xml"/><Relationship Id="rId3" Type="http://schemas.openxmlformats.org/officeDocument/2006/relationships/slide" Target="slide5.xml"/><Relationship Id="rId7" Type="http://schemas.openxmlformats.org/officeDocument/2006/relationships/slide" Target="slide135.xml"/><Relationship Id="rId12" Type="http://schemas.openxmlformats.org/officeDocument/2006/relationships/slide" Target="slide178.xml"/><Relationship Id="rId2" Type="http://schemas.openxmlformats.org/officeDocument/2006/relationships/notesSlide" Target="../notesSlides/notesSlide167.xml"/><Relationship Id="rId16" Type="http://schemas.openxmlformats.org/officeDocument/2006/relationships/chart" Target="../charts/chart16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30.xml"/><Relationship Id="rId11" Type="http://schemas.openxmlformats.org/officeDocument/2006/relationships/slide" Target="slide175.xml"/><Relationship Id="rId5" Type="http://schemas.openxmlformats.org/officeDocument/2006/relationships/slide" Target="slide103.xml"/><Relationship Id="rId15" Type="http://schemas.openxmlformats.org/officeDocument/2006/relationships/slide" Target="slide169.xml"/><Relationship Id="rId10" Type="http://schemas.openxmlformats.org/officeDocument/2006/relationships/slide" Target="slide171.xml"/><Relationship Id="rId4" Type="http://schemas.openxmlformats.org/officeDocument/2006/relationships/slide" Target="slide39.xml"/><Relationship Id="rId9" Type="http://schemas.openxmlformats.org/officeDocument/2006/relationships/slide" Target="slide182.xml"/><Relationship Id="rId14" Type="http://schemas.openxmlformats.org/officeDocument/2006/relationships/slide" Target="slide168.xml"/></Relationships>
</file>

<file path=ppt/slides/_rels/slide168.xml.rels><?xml version="1.0" encoding="UTF-8" standalone="yes"?>
<Relationships xmlns="http://schemas.openxmlformats.org/package/2006/relationships"><Relationship Id="rId8" Type="http://schemas.openxmlformats.org/officeDocument/2006/relationships/slide" Target="slide152.xml"/><Relationship Id="rId13" Type="http://schemas.openxmlformats.org/officeDocument/2006/relationships/slide" Target="slide167.xml"/><Relationship Id="rId3" Type="http://schemas.openxmlformats.org/officeDocument/2006/relationships/slide" Target="slide5.xml"/><Relationship Id="rId7" Type="http://schemas.openxmlformats.org/officeDocument/2006/relationships/slide" Target="slide136.xml"/><Relationship Id="rId12" Type="http://schemas.openxmlformats.org/officeDocument/2006/relationships/slide" Target="slide166.xml"/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31.xml"/><Relationship Id="rId11" Type="http://schemas.openxmlformats.org/officeDocument/2006/relationships/slide" Target="slide179.xml"/><Relationship Id="rId5" Type="http://schemas.openxmlformats.org/officeDocument/2006/relationships/slide" Target="slide104.xml"/><Relationship Id="rId15" Type="http://schemas.openxmlformats.org/officeDocument/2006/relationships/chart" Target="../charts/chart164.xml"/><Relationship Id="rId10" Type="http://schemas.openxmlformats.org/officeDocument/2006/relationships/slide" Target="slide172.xml"/><Relationship Id="rId4" Type="http://schemas.openxmlformats.org/officeDocument/2006/relationships/slide" Target="slide40.xml"/><Relationship Id="rId9" Type="http://schemas.openxmlformats.org/officeDocument/2006/relationships/slide" Target="slide183.xml"/><Relationship Id="rId14" Type="http://schemas.openxmlformats.org/officeDocument/2006/relationships/slide" Target="slide169.xml"/></Relationships>
</file>

<file path=ppt/slides/_rels/slide169.xml.rels><?xml version="1.0" encoding="UTF-8" standalone="yes"?>
<Relationships xmlns="http://schemas.openxmlformats.org/package/2006/relationships"><Relationship Id="rId8" Type="http://schemas.openxmlformats.org/officeDocument/2006/relationships/slide" Target="slide153.xml"/><Relationship Id="rId13" Type="http://schemas.openxmlformats.org/officeDocument/2006/relationships/slide" Target="slide166.xml"/><Relationship Id="rId3" Type="http://schemas.openxmlformats.org/officeDocument/2006/relationships/slide" Target="slide5.xml"/><Relationship Id="rId7" Type="http://schemas.openxmlformats.org/officeDocument/2006/relationships/slide" Target="slide137.xml"/><Relationship Id="rId12" Type="http://schemas.openxmlformats.org/officeDocument/2006/relationships/slide" Target="slide180.xml"/><Relationship Id="rId2" Type="http://schemas.openxmlformats.org/officeDocument/2006/relationships/notesSlide" Target="../notesSlides/notesSlide169.xml"/><Relationship Id="rId16" Type="http://schemas.openxmlformats.org/officeDocument/2006/relationships/chart" Target="../charts/chart16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32.xml"/><Relationship Id="rId11" Type="http://schemas.openxmlformats.org/officeDocument/2006/relationships/slide" Target="slide176.xml"/><Relationship Id="rId5" Type="http://schemas.openxmlformats.org/officeDocument/2006/relationships/slide" Target="slide105.xml"/><Relationship Id="rId15" Type="http://schemas.openxmlformats.org/officeDocument/2006/relationships/slide" Target="slide168.xml"/><Relationship Id="rId10" Type="http://schemas.openxmlformats.org/officeDocument/2006/relationships/slide" Target="slide173.xml"/><Relationship Id="rId4" Type="http://schemas.openxmlformats.org/officeDocument/2006/relationships/slide" Target="slide41.xml"/><Relationship Id="rId9" Type="http://schemas.openxmlformats.org/officeDocument/2006/relationships/slide" Target="slide184.xml"/><Relationship Id="rId14" Type="http://schemas.openxmlformats.org/officeDocument/2006/relationships/slide" Target="slide167.xml"/></Relationships>
</file>

<file path=ppt/slides/_rels/slide170.xml.rels><?xml version="1.0" encoding="UTF-8" standalone="yes"?>
<Relationships xmlns="http://schemas.openxmlformats.org/package/2006/relationships"><Relationship Id="rId8" Type="http://schemas.openxmlformats.org/officeDocument/2006/relationships/slide" Target="slide154.xml"/><Relationship Id="rId13" Type="http://schemas.openxmlformats.org/officeDocument/2006/relationships/slide" Target="slide171.xml"/><Relationship Id="rId3" Type="http://schemas.openxmlformats.org/officeDocument/2006/relationships/slide" Target="slide5.xml"/><Relationship Id="rId7" Type="http://schemas.openxmlformats.org/officeDocument/2006/relationships/slide" Target="slide138.xml"/><Relationship Id="rId12" Type="http://schemas.openxmlformats.org/officeDocument/2006/relationships/slide" Target="slide177.xml"/><Relationship Id="rId2" Type="http://schemas.openxmlformats.org/officeDocument/2006/relationships/notesSlide" Target="../notesSlides/notesSlide170.xml"/><Relationship Id="rId16" Type="http://schemas.openxmlformats.org/officeDocument/2006/relationships/chart" Target="../charts/chart16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33.xml"/><Relationship Id="rId11" Type="http://schemas.openxmlformats.org/officeDocument/2006/relationships/slide" Target="slide174.xml"/><Relationship Id="rId5" Type="http://schemas.openxmlformats.org/officeDocument/2006/relationships/slide" Target="slide106.xml"/><Relationship Id="rId15" Type="http://schemas.openxmlformats.org/officeDocument/2006/relationships/slide" Target="slide173.xml"/><Relationship Id="rId10" Type="http://schemas.openxmlformats.org/officeDocument/2006/relationships/slide" Target="slide166.xml"/><Relationship Id="rId4" Type="http://schemas.openxmlformats.org/officeDocument/2006/relationships/slide" Target="slide42.xml"/><Relationship Id="rId9" Type="http://schemas.openxmlformats.org/officeDocument/2006/relationships/slide" Target="slide185.xml"/><Relationship Id="rId14" Type="http://schemas.openxmlformats.org/officeDocument/2006/relationships/slide" Target="slide172.xml"/></Relationships>
</file>

<file path=ppt/slides/_rels/slide171.xml.rels><?xml version="1.0" encoding="UTF-8" standalone="yes"?>
<Relationships xmlns="http://schemas.openxmlformats.org/package/2006/relationships"><Relationship Id="rId8" Type="http://schemas.openxmlformats.org/officeDocument/2006/relationships/slide" Target="slide155.xml"/><Relationship Id="rId13" Type="http://schemas.openxmlformats.org/officeDocument/2006/relationships/slide" Target="slide170.xml"/><Relationship Id="rId3" Type="http://schemas.openxmlformats.org/officeDocument/2006/relationships/slide" Target="slide5.xml"/><Relationship Id="rId7" Type="http://schemas.openxmlformats.org/officeDocument/2006/relationships/slide" Target="slide139.xml"/><Relationship Id="rId12" Type="http://schemas.openxmlformats.org/officeDocument/2006/relationships/slide" Target="slide178.xml"/><Relationship Id="rId2" Type="http://schemas.openxmlformats.org/officeDocument/2006/relationships/notesSlide" Target="../notesSlides/notesSlide171.xml"/><Relationship Id="rId16" Type="http://schemas.openxmlformats.org/officeDocument/2006/relationships/chart" Target="../charts/chart16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34.xml"/><Relationship Id="rId11" Type="http://schemas.openxmlformats.org/officeDocument/2006/relationships/slide" Target="slide175.xml"/><Relationship Id="rId5" Type="http://schemas.openxmlformats.org/officeDocument/2006/relationships/slide" Target="slide107.xml"/><Relationship Id="rId15" Type="http://schemas.openxmlformats.org/officeDocument/2006/relationships/slide" Target="slide173.xml"/><Relationship Id="rId10" Type="http://schemas.openxmlformats.org/officeDocument/2006/relationships/slide" Target="slide167.xml"/><Relationship Id="rId4" Type="http://schemas.openxmlformats.org/officeDocument/2006/relationships/slide" Target="slide43.xml"/><Relationship Id="rId9" Type="http://schemas.openxmlformats.org/officeDocument/2006/relationships/slide" Target="slide186.xml"/><Relationship Id="rId14" Type="http://schemas.openxmlformats.org/officeDocument/2006/relationships/slide" Target="slide172.xml"/></Relationships>
</file>

<file path=ppt/slides/_rels/slide172.xml.rels><?xml version="1.0" encoding="UTF-8" standalone="yes"?>
<Relationships xmlns="http://schemas.openxmlformats.org/package/2006/relationships"><Relationship Id="rId8" Type="http://schemas.openxmlformats.org/officeDocument/2006/relationships/slide" Target="slide156.xml"/><Relationship Id="rId13" Type="http://schemas.openxmlformats.org/officeDocument/2006/relationships/slide" Target="slide171.xml"/><Relationship Id="rId3" Type="http://schemas.openxmlformats.org/officeDocument/2006/relationships/slide" Target="slide5.xml"/><Relationship Id="rId7" Type="http://schemas.openxmlformats.org/officeDocument/2006/relationships/slide" Target="slide140.xml"/><Relationship Id="rId12" Type="http://schemas.openxmlformats.org/officeDocument/2006/relationships/slide" Target="slide170.xml"/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35.xml"/><Relationship Id="rId11" Type="http://schemas.openxmlformats.org/officeDocument/2006/relationships/slide" Target="slide179.xml"/><Relationship Id="rId5" Type="http://schemas.openxmlformats.org/officeDocument/2006/relationships/slide" Target="slide108.xml"/><Relationship Id="rId15" Type="http://schemas.openxmlformats.org/officeDocument/2006/relationships/chart" Target="../charts/chart168.xml"/><Relationship Id="rId10" Type="http://schemas.openxmlformats.org/officeDocument/2006/relationships/slide" Target="slide168.xml"/><Relationship Id="rId4" Type="http://schemas.openxmlformats.org/officeDocument/2006/relationships/slide" Target="slide44.xml"/><Relationship Id="rId9" Type="http://schemas.openxmlformats.org/officeDocument/2006/relationships/slide" Target="slide187.xml"/><Relationship Id="rId14" Type="http://schemas.openxmlformats.org/officeDocument/2006/relationships/slide" Target="slide173.xml"/></Relationships>
</file>

<file path=ppt/slides/_rels/slide173.xml.rels><?xml version="1.0" encoding="UTF-8" standalone="yes"?>
<Relationships xmlns="http://schemas.openxmlformats.org/package/2006/relationships"><Relationship Id="rId8" Type="http://schemas.openxmlformats.org/officeDocument/2006/relationships/slide" Target="slide157.xml"/><Relationship Id="rId13" Type="http://schemas.openxmlformats.org/officeDocument/2006/relationships/slide" Target="slide170.xml"/><Relationship Id="rId3" Type="http://schemas.openxmlformats.org/officeDocument/2006/relationships/slide" Target="slide5.xml"/><Relationship Id="rId7" Type="http://schemas.openxmlformats.org/officeDocument/2006/relationships/slide" Target="slide141.xml"/><Relationship Id="rId12" Type="http://schemas.openxmlformats.org/officeDocument/2006/relationships/slide" Target="slide180.xml"/><Relationship Id="rId2" Type="http://schemas.openxmlformats.org/officeDocument/2006/relationships/notesSlide" Target="../notesSlides/notesSlide173.xml"/><Relationship Id="rId16" Type="http://schemas.openxmlformats.org/officeDocument/2006/relationships/chart" Target="../charts/chart16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36.xml"/><Relationship Id="rId11" Type="http://schemas.openxmlformats.org/officeDocument/2006/relationships/slide" Target="slide176.xml"/><Relationship Id="rId5" Type="http://schemas.openxmlformats.org/officeDocument/2006/relationships/slide" Target="slide109.xml"/><Relationship Id="rId15" Type="http://schemas.openxmlformats.org/officeDocument/2006/relationships/slide" Target="slide172.xml"/><Relationship Id="rId10" Type="http://schemas.openxmlformats.org/officeDocument/2006/relationships/slide" Target="slide169.xml"/><Relationship Id="rId4" Type="http://schemas.openxmlformats.org/officeDocument/2006/relationships/slide" Target="slide45.xml"/><Relationship Id="rId9" Type="http://schemas.openxmlformats.org/officeDocument/2006/relationships/slide" Target="slide188.xml"/><Relationship Id="rId14" Type="http://schemas.openxmlformats.org/officeDocument/2006/relationships/slide" Target="slide171.xml"/></Relationships>
</file>

<file path=ppt/slides/_rels/slide174.xml.rels><?xml version="1.0" encoding="UTF-8" standalone="yes"?>
<Relationships xmlns="http://schemas.openxmlformats.org/package/2006/relationships"><Relationship Id="rId8" Type="http://schemas.openxmlformats.org/officeDocument/2006/relationships/slide" Target="slide158.xml"/><Relationship Id="rId13" Type="http://schemas.openxmlformats.org/officeDocument/2006/relationships/slide" Target="slide175.xml"/><Relationship Id="rId3" Type="http://schemas.openxmlformats.org/officeDocument/2006/relationships/slide" Target="slide5.xml"/><Relationship Id="rId7" Type="http://schemas.openxmlformats.org/officeDocument/2006/relationships/slide" Target="slide142.xml"/><Relationship Id="rId12" Type="http://schemas.openxmlformats.org/officeDocument/2006/relationships/slide" Target="slide177.xml"/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37.xml"/><Relationship Id="rId11" Type="http://schemas.openxmlformats.org/officeDocument/2006/relationships/slide" Target="slide170.xml"/><Relationship Id="rId5" Type="http://schemas.openxmlformats.org/officeDocument/2006/relationships/slide" Target="slide110.xml"/><Relationship Id="rId15" Type="http://schemas.openxmlformats.org/officeDocument/2006/relationships/chart" Target="../charts/chart170.xml"/><Relationship Id="rId10" Type="http://schemas.openxmlformats.org/officeDocument/2006/relationships/slide" Target="slide166.xml"/><Relationship Id="rId4" Type="http://schemas.openxmlformats.org/officeDocument/2006/relationships/slide" Target="slide46.xml"/><Relationship Id="rId9" Type="http://schemas.openxmlformats.org/officeDocument/2006/relationships/slide" Target="slide189.xml"/><Relationship Id="rId14" Type="http://schemas.openxmlformats.org/officeDocument/2006/relationships/slide" Target="slide176.xml"/></Relationships>
</file>

<file path=ppt/slides/_rels/slide175.xml.rels><?xml version="1.0" encoding="UTF-8" standalone="yes"?>
<Relationships xmlns="http://schemas.openxmlformats.org/package/2006/relationships"><Relationship Id="rId8" Type="http://schemas.openxmlformats.org/officeDocument/2006/relationships/slide" Target="slide159.xml"/><Relationship Id="rId13" Type="http://schemas.openxmlformats.org/officeDocument/2006/relationships/slide" Target="slide174.xml"/><Relationship Id="rId3" Type="http://schemas.openxmlformats.org/officeDocument/2006/relationships/slide" Target="slide5.xml"/><Relationship Id="rId7" Type="http://schemas.openxmlformats.org/officeDocument/2006/relationships/slide" Target="slide143.xml"/><Relationship Id="rId12" Type="http://schemas.openxmlformats.org/officeDocument/2006/relationships/slide" Target="slide178.xml"/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38.xml"/><Relationship Id="rId11" Type="http://schemas.openxmlformats.org/officeDocument/2006/relationships/slide" Target="slide171.xml"/><Relationship Id="rId5" Type="http://schemas.openxmlformats.org/officeDocument/2006/relationships/slide" Target="slide111.xml"/><Relationship Id="rId15" Type="http://schemas.openxmlformats.org/officeDocument/2006/relationships/chart" Target="../charts/chart171.xml"/><Relationship Id="rId10" Type="http://schemas.openxmlformats.org/officeDocument/2006/relationships/slide" Target="slide167.xml"/><Relationship Id="rId4" Type="http://schemas.openxmlformats.org/officeDocument/2006/relationships/slide" Target="slide47.xml"/><Relationship Id="rId9" Type="http://schemas.openxmlformats.org/officeDocument/2006/relationships/slide" Target="slide190.xml"/><Relationship Id="rId14" Type="http://schemas.openxmlformats.org/officeDocument/2006/relationships/slide" Target="slide176.xml"/></Relationships>
</file>

<file path=ppt/slides/_rels/slide176.xml.rels><?xml version="1.0" encoding="UTF-8" standalone="yes"?>
<Relationships xmlns="http://schemas.openxmlformats.org/package/2006/relationships"><Relationship Id="rId8" Type="http://schemas.openxmlformats.org/officeDocument/2006/relationships/slide" Target="slide161.xml"/><Relationship Id="rId13" Type="http://schemas.openxmlformats.org/officeDocument/2006/relationships/slide" Target="slide174.xml"/><Relationship Id="rId3" Type="http://schemas.openxmlformats.org/officeDocument/2006/relationships/slide" Target="slide5.xml"/><Relationship Id="rId7" Type="http://schemas.openxmlformats.org/officeDocument/2006/relationships/slide" Target="slide145.xml"/><Relationship Id="rId12" Type="http://schemas.openxmlformats.org/officeDocument/2006/relationships/slide" Target="slide180.xml"/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40.xml"/><Relationship Id="rId11" Type="http://schemas.openxmlformats.org/officeDocument/2006/relationships/slide" Target="slide173.xml"/><Relationship Id="rId5" Type="http://schemas.openxmlformats.org/officeDocument/2006/relationships/slide" Target="slide113.xml"/><Relationship Id="rId15" Type="http://schemas.openxmlformats.org/officeDocument/2006/relationships/chart" Target="../charts/chart172.xml"/><Relationship Id="rId10" Type="http://schemas.openxmlformats.org/officeDocument/2006/relationships/slide" Target="slide169.xml"/><Relationship Id="rId4" Type="http://schemas.openxmlformats.org/officeDocument/2006/relationships/slide" Target="slide49.xml"/><Relationship Id="rId9" Type="http://schemas.openxmlformats.org/officeDocument/2006/relationships/slide" Target="slide192.xml"/><Relationship Id="rId14" Type="http://schemas.openxmlformats.org/officeDocument/2006/relationships/slide" Target="slide175.xml"/></Relationships>
</file>

<file path=ppt/slides/_rels/slide177.xml.rels><?xml version="1.0" encoding="UTF-8" standalone="yes"?>
<Relationships xmlns="http://schemas.openxmlformats.org/package/2006/relationships"><Relationship Id="rId8" Type="http://schemas.openxmlformats.org/officeDocument/2006/relationships/slide" Target="slide162.xml"/><Relationship Id="rId13" Type="http://schemas.openxmlformats.org/officeDocument/2006/relationships/slide" Target="slide178.xml"/><Relationship Id="rId3" Type="http://schemas.openxmlformats.org/officeDocument/2006/relationships/slide" Target="slide5.xml"/><Relationship Id="rId7" Type="http://schemas.openxmlformats.org/officeDocument/2006/relationships/slide" Target="slide146.xml"/><Relationship Id="rId12" Type="http://schemas.openxmlformats.org/officeDocument/2006/relationships/slide" Target="slide174.xml"/><Relationship Id="rId2" Type="http://schemas.openxmlformats.org/officeDocument/2006/relationships/notesSlide" Target="../notesSlides/notesSlide177.xml"/><Relationship Id="rId16" Type="http://schemas.openxmlformats.org/officeDocument/2006/relationships/chart" Target="../charts/chart17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41.xml"/><Relationship Id="rId11" Type="http://schemas.openxmlformats.org/officeDocument/2006/relationships/slide" Target="slide170.xml"/><Relationship Id="rId5" Type="http://schemas.openxmlformats.org/officeDocument/2006/relationships/slide" Target="slide114.xml"/><Relationship Id="rId15" Type="http://schemas.openxmlformats.org/officeDocument/2006/relationships/slide" Target="slide180.xml"/><Relationship Id="rId10" Type="http://schemas.openxmlformats.org/officeDocument/2006/relationships/slide" Target="slide166.xml"/><Relationship Id="rId4" Type="http://schemas.openxmlformats.org/officeDocument/2006/relationships/slide" Target="slide50.xml"/><Relationship Id="rId9" Type="http://schemas.openxmlformats.org/officeDocument/2006/relationships/slide" Target="slide193.xml"/><Relationship Id="rId14" Type="http://schemas.openxmlformats.org/officeDocument/2006/relationships/slide" Target="slide179.xml"/></Relationships>
</file>

<file path=ppt/slides/_rels/slide178.xml.rels><?xml version="1.0" encoding="UTF-8" standalone="yes"?>
<Relationships xmlns="http://schemas.openxmlformats.org/package/2006/relationships"><Relationship Id="rId8" Type="http://schemas.openxmlformats.org/officeDocument/2006/relationships/slide" Target="slide163.xml"/><Relationship Id="rId13" Type="http://schemas.openxmlformats.org/officeDocument/2006/relationships/slide" Target="slide177.xml"/><Relationship Id="rId3" Type="http://schemas.openxmlformats.org/officeDocument/2006/relationships/slide" Target="slide5.xml"/><Relationship Id="rId7" Type="http://schemas.openxmlformats.org/officeDocument/2006/relationships/slide" Target="slide147.xml"/><Relationship Id="rId12" Type="http://schemas.openxmlformats.org/officeDocument/2006/relationships/slide" Target="slide175.xml"/><Relationship Id="rId2" Type="http://schemas.openxmlformats.org/officeDocument/2006/relationships/notesSlide" Target="../notesSlides/notesSlide178.xml"/><Relationship Id="rId16" Type="http://schemas.openxmlformats.org/officeDocument/2006/relationships/chart" Target="../charts/chart17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42.xml"/><Relationship Id="rId11" Type="http://schemas.openxmlformats.org/officeDocument/2006/relationships/slide" Target="slide171.xml"/><Relationship Id="rId5" Type="http://schemas.openxmlformats.org/officeDocument/2006/relationships/slide" Target="slide115.xml"/><Relationship Id="rId15" Type="http://schemas.openxmlformats.org/officeDocument/2006/relationships/slide" Target="slide180.xml"/><Relationship Id="rId10" Type="http://schemas.openxmlformats.org/officeDocument/2006/relationships/slide" Target="slide167.xml"/><Relationship Id="rId4" Type="http://schemas.openxmlformats.org/officeDocument/2006/relationships/slide" Target="slide51.xml"/><Relationship Id="rId9" Type="http://schemas.openxmlformats.org/officeDocument/2006/relationships/slide" Target="slide194.xml"/><Relationship Id="rId14" Type="http://schemas.openxmlformats.org/officeDocument/2006/relationships/slide" Target="slide179.xml"/></Relationships>
</file>

<file path=ppt/slides/_rels/slide179.xml.rels><?xml version="1.0" encoding="UTF-8" standalone="yes"?>
<Relationships xmlns="http://schemas.openxmlformats.org/package/2006/relationships"><Relationship Id="rId8" Type="http://schemas.openxmlformats.org/officeDocument/2006/relationships/slide" Target="slide164.xml"/><Relationship Id="rId13" Type="http://schemas.openxmlformats.org/officeDocument/2006/relationships/slide" Target="slide178.xml"/><Relationship Id="rId3" Type="http://schemas.openxmlformats.org/officeDocument/2006/relationships/slide" Target="slide5.xml"/><Relationship Id="rId7" Type="http://schemas.openxmlformats.org/officeDocument/2006/relationships/slide" Target="slide148.xml"/><Relationship Id="rId12" Type="http://schemas.openxmlformats.org/officeDocument/2006/relationships/slide" Target="slide177.xml"/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43.xml"/><Relationship Id="rId11" Type="http://schemas.openxmlformats.org/officeDocument/2006/relationships/slide" Target="slide172.xml"/><Relationship Id="rId5" Type="http://schemas.openxmlformats.org/officeDocument/2006/relationships/slide" Target="slide116.xml"/><Relationship Id="rId15" Type="http://schemas.openxmlformats.org/officeDocument/2006/relationships/chart" Target="../charts/chart175.xml"/><Relationship Id="rId10" Type="http://schemas.openxmlformats.org/officeDocument/2006/relationships/slide" Target="slide168.xml"/><Relationship Id="rId4" Type="http://schemas.openxmlformats.org/officeDocument/2006/relationships/slide" Target="slide52.xml"/><Relationship Id="rId9" Type="http://schemas.openxmlformats.org/officeDocument/2006/relationships/slide" Target="slide195.xml"/><Relationship Id="rId14" Type="http://schemas.openxmlformats.org/officeDocument/2006/relationships/slide" Target="slide180.xml"/></Relationships>
</file>

<file path=ppt/slides/_rels/slide180.xml.rels><?xml version="1.0" encoding="UTF-8" standalone="yes"?>
<Relationships xmlns="http://schemas.openxmlformats.org/package/2006/relationships"><Relationship Id="rId8" Type="http://schemas.openxmlformats.org/officeDocument/2006/relationships/slide" Target="slide165.xml"/><Relationship Id="rId13" Type="http://schemas.openxmlformats.org/officeDocument/2006/relationships/slide" Target="slide177.xml"/><Relationship Id="rId3" Type="http://schemas.openxmlformats.org/officeDocument/2006/relationships/slide" Target="slide5.xml"/><Relationship Id="rId7" Type="http://schemas.openxmlformats.org/officeDocument/2006/relationships/slide" Target="slide149.xml"/><Relationship Id="rId12" Type="http://schemas.openxmlformats.org/officeDocument/2006/relationships/slide" Target="slide176.xml"/><Relationship Id="rId2" Type="http://schemas.openxmlformats.org/officeDocument/2006/relationships/notesSlide" Target="../notesSlides/notesSlide180.xml"/><Relationship Id="rId16" Type="http://schemas.openxmlformats.org/officeDocument/2006/relationships/chart" Target="../charts/chart17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44.xml"/><Relationship Id="rId11" Type="http://schemas.openxmlformats.org/officeDocument/2006/relationships/slide" Target="slide173.xml"/><Relationship Id="rId5" Type="http://schemas.openxmlformats.org/officeDocument/2006/relationships/slide" Target="slide117.xml"/><Relationship Id="rId15" Type="http://schemas.openxmlformats.org/officeDocument/2006/relationships/slide" Target="slide179.xml"/><Relationship Id="rId10" Type="http://schemas.openxmlformats.org/officeDocument/2006/relationships/slide" Target="slide169.xml"/><Relationship Id="rId4" Type="http://schemas.openxmlformats.org/officeDocument/2006/relationships/slide" Target="slide53.xml"/><Relationship Id="rId9" Type="http://schemas.openxmlformats.org/officeDocument/2006/relationships/slide" Target="slide196.xml"/><Relationship Id="rId14" Type="http://schemas.openxmlformats.org/officeDocument/2006/relationships/slide" Target="slide178.xml"/></Relationships>
</file>

<file path=ppt/slides/_rels/slide181.xml.rels><?xml version="1.0" encoding="UTF-8" standalone="yes"?>
<Relationships xmlns="http://schemas.openxmlformats.org/package/2006/relationships"><Relationship Id="rId8" Type="http://schemas.openxmlformats.org/officeDocument/2006/relationships/slide" Target="slide150.xml"/><Relationship Id="rId13" Type="http://schemas.openxmlformats.org/officeDocument/2006/relationships/slide" Target="slide182.xml"/><Relationship Id="rId3" Type="http://schemas.openxmlformats.org/officeDocument/2006/relationships/slide" Target="slide5.xml"/><Relationship Id="rId7" Type="http://schemas.openxmlformats.org/officeDocument/2006/relationships/slide" Target="slide134.xml"/><Relationship Id="rId12" Type="http://schemas.openxmlformats.org/officeDocument/2006/relationships/slide" Target="slide193.xml"/><Relationship Id="rId2" Type="http://schemas.openxmlformats.org/officeDocument/2006/relationships/notesSlide" Target="../notesSlides/notesSlide181.xml"/><Relationship Id="rId16" Type="http://schemas.openxmlformats.org/officeDocument/2006/relationships/chart" Target="../charts/chart17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45.xml"/><Relationship Id="rId11" Type="http://schemas.openxmlformats.org/officeDocument/2006/relationships/slide" Target="slide189.xml"/><Relationship Id="rId5" Type="http://schemas.openxmlformats.org/officeDocument/2006/relationships/slide" Target="slide118.xml"/><Relationship Id="rId15" Type="http://schemas.openxmlformats.org/officeDocument/2006/relationships/slide" Target="slide184.xml"/><Relationship Id="rId10" Type="http://schemas.openxmlformats.org/officeDocument/2006/relationships/slide" Target="slide185.xml"/><Relationship Id="rId4" Type="http://schemas.openxmlformats.org/officeDocument/2006/relationships/slide" Target="slide54.xml"/><Relationship Id="rId9" Type="http://schemas.openxmlformats.org/officeDocument/2006/relationships/slide" Target="slide166.xml"/><Relationship Id="rId14" Type="http://schemas.openxmlformats.org/officeDocument/2006/relationships/slide" Target="slide183.xml"/></Relationships>
</file>

<file path=ppt/slides/_rels/slide182.xml.rels><?xml version="1.0" encoding="UTF-8" standalone="yes"?>
<Relationships xmlns="http://schemas.openxmlformats.org/package/2006/relationships"><Relationship Id="rId8" Type="http://schemas.openxmlformats.org/officeDocument/2006/relationships/slide" Target="slide151.xml"/><Relationship Id="rId13" Type="http://schemas.openxmlformats.org/officeDocument/2006/relationships/slide" Target="slide181.xml"/><Relationship Id="rId3" Type="http://schemas.openxmlformats.org/officeDocument/2006/relationships/slide" Target="slide5.xml"/><Relationship Id="rId7" Type="http://schemas.openxmlformats.org/officeDocument/2006/relationships/slide" Target="slide135.xml"/><Relationship Id="rId12" Type="http://schemas.openxmlformats.org/officeDocument/2006/relationships/slide" Target="slide194.xml"/><Relationship Id="rId2" Type="http://schemas.openxmlformats.org/officeDocument/2006/relationships/notesSlide" Target="../notesSlides/notesSlide182.xml"/><Relationship Id="rId16" Type="http://schemas.openxmlformats.org/officeDocument/2006/relationships/chart" Target="../charts/chart17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46.xml"/><Relationship Id="rId11" Type="http://schemas.openxmlformats.org/officeDocument/2006/relationships/slide" Target="slide190.xml"/><Relationship Id="rId5" Type="http://schemas.openxmlformats.org/officeDocument/2006/relationships/slide" Target="slide119.xml"/><Relationship Id="rId15" Type="http://schemas.openxmlformats.org/officeDocument/2006/relationships/slide" Target="slide184.xml"/><Relationship Id="rId10" Type="http://schemas.openxmlformats.org/officeDocument/2006/relationships/slide" Target="slide186.xml"/><Relationship Id="rId4" Type="http://schemas.openxmlformats.org/officeDocument/2006/relationships/slide" Target="slide55.xml"/><Relationship Id="rId9" Type="http://schemas.openxmlformats.org/officeDocument/2006/relationships/slide" Target="slide167.xml"/><Relationship Id="rId14" Type="http://schemas.openxmlformats.org/officeDocument/2006/relationships/slide" Target="slide183.xml"/></Relationships>
</file>

<file path=ppt/slides/_rels/slide183.xml.rels><?xml version="1.0" encoding="UTF-8" standalone="yes"?>
<Relationships xmlns="http://schemas.openxmlformats.org/package/2006/relationships"><Relationship Id="rId8" Type="http://schemas.openxmlformats.org/officeDocument/2006/relationships/slide" Target="slide152.xml"/><Relationship Id="rId13" Type="http://schemas.openxmlformats.org/officeDocument/2006/relationships/slide" Target="slide181.xml"/><Relationship Id="rId3" Type="http://schemas.openxmlformats.org/officeDocument/2006/relationships/slide" Target="slide5.xml"/><Relationship Id="rId7" Type="http://schemas.openxmlformats.org/officeDocument/2006/relationships/slide" Target="slide136.xml"/><Relationship Id="rId12" Type="http://schemas.openxmlformats.org/officeDocument/2006/relationships/slide" Target="slide195.xml"/><Relationship Id="rId2" Type="http://schemas.openxmlformats.org/officeDocument/2006/relationships/notesSlide" Target="../notesSlides/notesSlide183.xml"/><Relationship Id="rId16" Type="http://schemas.openxmlformats.org/officeDocument/2006/relationships/chart" Target="../charts/chart17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47.xml"/><Relationship Id="rId11" Type="http://schemas.openxmlformats.org/officeDocument/2006/relationships/slide" Target="slide191.xml"/><Relationship Id="rId5" Type="http://schemas.openxmlformats.org/officeDocument/2006/relationships/slide" Target="slide120.xml"/><Relationship Id="rId15" Type="http://schemas.openxmlformats.org/officeDocument/2006/relationships/slide" Target="slide184.xml"/><Relationship Id="rId10" Type="http://schemas.openxmlformats.org/officeDocument/2006/relationships/slide" Target="slide187.xml"/><Relationship Id="rId4" Type="http://schemas.openxmlformats.org/officeDocument/2006/relationships/slide" Target="slide56.xml"/><Relationship Id="rId9" Type="http://schemas.openxmlformats.org/officeDocument/2006/relationships/slide" Target="slide168.xml"/><Relationship Id="rId14" Type="http://schemas.openxmlformats.org/officeDocument/2006/relationships/slide" Target="slide182.xml"/></Relationships>
</file>

<file path=ppt/slides/_rels/slide184.xml.rels><?xml version="1.0" encoding="UTF-8" standalone="yes"?>
<Relationships xmlns="http://schemas.openxmlformats.org/package/2006/relationships"><Relationship Id="rId8" Type="http://schemas.openxmlformats.org/officeDocument/2006/relationships/slide" Target="slide153.xml"/><Relationship Id="rId13" Type="http://schemas.openxmlformats.org/officeDocument/2006/relationships/slide" Target="slide181.xml"/><Relationship Id="rId3" Type="http://schemas.openxmlformats.org/officeDocument/2006/relationships/slide" Target="slide5.xml"/><Relationship Id="rId7" Type="http://schemas.openxmlformats.org/officeDocument/2006/relationships/slide" Target="slide137.xml"/><Relationship Id="rId12" Type="http://schemas.openxmlformats.org/officeDocument/2006/relationships/slide" Target="slide196.xml"/><Relationship Id="rId2" Type="http://schemas.openxmlformats.org/officeDocument/2006/relationships/notesSlide" Target="../notesSlides/notesSlide184.xml"/><Relationship Id="rId16" Type="http://schemas.openxmlformats.org/officeDocument/2006/relationships/chart" Target="../charts/chart18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48.xml"/><Relationship Id="rId11" Type="http://schemas.openxmlformats.org/officeDocument/2006/relationships/slide" Target="slide192.xml"/><Relationship Id="rId5" Type="http://schemas.openxmlformats.org/officeDocument/2006/relationships/slide" Target="slide121.xml"/><Relationship Id="rId15" Type="http://schemas.openxmlformats.org/officeDocument/2006/relationships/slide" Target="slide183.xml"/><Relationship Id="rId10" Type="http://schemas.openxmlformats.org/officeDocument/2006/relationships/slide" Target="slide188.xml"/><Relationship Id="rId4" Type="http://schemas.openxmlformats.org/officeDocument/2006/relationships/slide" Target="slide57.xml"/><Relationship Id="rId9" Type="http://schemas.openxmlformats.org/officeDocument/2006/relationships/slide" Target="slide169.xml"/><Relationship Id="rId14" Type="http://schemas.openxmlformats.org/officeDocument/2006/relationships/slide" Target="slide182.xml"/></Relationships>
</file>

<file path=ppt/slides/_rels/slide185.xml.rels><?xml version="1.0" encoding="UTF-8" standalone="yes"?>
<Relationships xmlns="http://schemas.openxmlformats.org/package/2006/relationships"><Relationship Id="rId8" Type="http://schemas.openxmlformats.org/officeDocument/2006/relationships/slide" Target="slide154.xml"/><Relationship Id="rId13" Type="http://schemas.openxmlformats.org/officeDocument/2006/relationships/slide" Target="slide186.xml"/><Relationship Id="rId3" Type="http://schemas.openxmlformats.org/officeDocument/2006/relationships/slide" Target="slide5.xml"/><Relationship Id="rId7" Type="http://schemas.openxmlformats.org/officeDocument/2006/relationships/slide" Target="slide138.xml"/><Relationship Id="rId12" Type="http://schemas.openxmlformats.org/officeDocument/2006/relationships/slide" Target="slide193.xml"/><Relationship Id="rId2" Type="http://schemas.openxmlformats.org/officeDocument/2006/relationships/notesSlide" Target="../notesSlides/notesSlide185.xml"/><Relationship Id="rId16" Type="http://schemas.openxmlformats.org/officeDocument/2006/relationships/chart" Target="../charts/chart18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49.xml"/><Relationship Id="rId11" Type="http://schemas.openxmlformats.org/officeDocument/2006/relationships/slide" Target="slide189.xml"/><Relationship Id="rId5" Type="http://schemas.openxmlformats.org/officeDocument/2006/relationships/slide" Target="slide122.xml"/><Relationship Id="rId15" Type="http://schemas.openxmlformats.org/officeDocument/2006/relationships/slide" Target="slide188.xml"/><Relationship Id="rId10" Type="http://schemas.openxmlformats.org/officeDocument/2006/relationships/slide" Target="slide181.xml"/><Relationship Id="rId4" Type="http://schemas.openxmlformats.org/officeDocument/2006/relationships/slide" Target="slide58.xml"/><Relationship Id="rId9" Type="http://schemas.openxmlformats.org/officeDocument/2006/relationships/slide" Target="slide170.xml"/><Relationship Id="rId14" Type="http://schemas.openxmlformats.org/officeDocument/2006/relationships/slide" Target="slide187.xml"/></Relationships>
</file>

<file path=ppt/slides/_rels/slide186.xml.rels><?xml version="1.0" encoding="UTF-8" standalone="yes"?>
<Relationships xmlns="http://schemas.openxmlformats.org/package/2006/relationships"><Relationship Id="rId8" Type="http://schemas.openxmlformats.org/officeDocument/2006/relationships/slide" Target="slide155.xml"/><Relationship Id="rId13" Type="http://schemas.openxmlformats.org/officeDocument/2006/relationships/slide" Target="slide185.xml"/><Relationship Id="rId3" Type="http://schemas.openxmlformats.org/officeDocument/2006/relationships/slide" Target="slide5.xml"/><Relationship Id="rId7" Type="http://schemas.openxmlformats.org/officeDocument/2006/relationships/slide" Target="slide139.xml"/><Relationship Id="rId12" Type="http://schemas.openxmlformats.org/officeDocument/2006/relationships/slide" Target="slide194.xml"/><Relationship Id="rId2" Type="http://schemas.openxmlformats.org/officeDocument/2006/relationships/notesSlide" Target="../notesSlides/notesSlide186.xml"/><Relationship Id="rId16" Type="http://schemas.openxmlformats.org/officeDocument/2006/relationships/chart" Target="../charts/chart18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50.xml"/><Relationship Id="rId11" Type="http://schemas.openxmlformats.org/officeDocument/2006/relationships/slide" Target="slide190.xml"/><Relationship Id="rId5" Type="http://schemas.openxmlformats.org/officeDocument/2006/relationships/slide" Target="slide123.xml"/><Relationship Id="rId15" Type="http://schemas.openxmlformats.org/officeDocument/2006/relationships/slide" Target="slide188.xml"/><Relationship Id="rId10" Type="http://schemas.openxmlformats.org/officeDocument/2006/relationships/slide" Target="slide182.xml"/><Relationship Id="rId4" Type="http://schemas.openxmlformats.org/officeDocument/2006/relationships/slide" Target="slide59.xml"/><Relationship Id="rId9" Type="http://schemas.openxmlformats.org/officeDocument/2006/relationships/slide" Target="slide171.xml"/><Relationship Id="rId14" Type="http://schemas.openxmlformats.org/officeDocument/2006/relationships/slide" Target="slide187.xml"/></Relationships>
</file>

<file path=ppt/slides/_rels/slide187.xml.rels><?xml version="1.0" encoding="UTF-8" standalone="yes"?>
<Relationships xmlns="http://schemas.openxmlformats.org/package/2006/relationships"><Relationship Id="rId8" Type="http://schemas.openxmlformats.org/officeDocument/2006/relationships/slide" Target="slide156.xml"/><Relationship Id="rId13" Type="http://schemas.openxmlformats.org/officeDocument/2006/relationships/slide" Target="slide185.xml"/><Relationship Id="rId3" Type="http://schemas.openxmlformats.org/officeDocument/2006/relationships/slide" Target="slide5.xml"/><Relationship Id="rId7" Type="http://schemas.openxmlformats.org/officeDocument/2006/relationships/slide" Target="slide140.xml"/><Relationship Id="rId12" Type="http://schemas.openxmlformats.org/officeDocument/2006/relationships/slide" Target="slide195.xml"/><Relationship Id="rId2" Type="http://schemas.openxmlformats.org/officeDocument/2006/relationships/notesSlide" Target="../notesSlides/notesSlide187.xml"/><Relationship Id="rId16" Type="http://schemas.openxmlformats.org/officeDocument/2006/relationships/chart" Target="../charts/chart18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51.xml"/><Relationship Id="rId11" Type="http://schemas.openxmlformats.org/officeDocument/2006/relationships/slide" Target="slide191.xml"/><Relationship Id="rId5" Type="http://schemas.openxmlformats.org/officeDocument/2006/relationships/slide" Target="slide124.xml"/><Relationship Id="rId15" Type="http://schemas.openxmlformats.org/officeDocument/2006/relationships/slide" Target="slide188.xml"/><Relationship Id="rId10" Type="http://schemas.openxmlformats.org/officeDocument/2006/relationships/slide" Target="slide183.xml"/><Relationship Id="rId4" Type="http://schemas.openxmlformats.org/officeDocument/2006/relationships/slide" Target="slide60.xml"/><Relationship Id="rId9" Type="http://schemas.openxmlformats.org/officeDocument/2006/relationships/slide" Target="slide172.xml"/><Relationship Id="rId14" Type="http://schemas.openxmlformats.org/officeDocument/2006/relationships/slide" Target="slide186.xml"/></Relationships>
</file>

<file path=ppt/slides/_rels/slide188.xml.rels><?xml version="1.0" encoding="UTF-8" standalone="yes"?>
<Relationships xmlns="http://schemas.openxmlformats.org/package/2006/relationships"><Relationship Id="rId8" Type="http://schemas.openxmlformats.org/officeDocument/2006/relationships/slide" Target="slide157.xml"/><Relationship Id="rId13" Type="http://schemas.openxmlformats.org/officeDocument/2006/relationships/slide" Target="slide185.xml"/><Relationship Id="rId3" Type="http://schemas.openxmlformats.org/officeDocument/2006/relationships/slide" Target="slide5.xml"/><Relationship Id="rId7" Type="http://schemas.openxmlformats.org/officeDocument/2006/relationships/slide" Target="slide141.xml"/><Relationship Id="rId12" Type="http://schemas.openxmlformats.org/officeDocument/2006/relationships/slide" Target="slide196.xml"/><Relationship Id="rId2" Type="http://schemas.openxmlformats.org/officeDocument/2006/relationships/notesSlide" Target="../notesSlides/notesSlide188.xml"/><Relationship Id="rId16" Type="http://schemas.openxmlformats.org/officeDocument/2006/relationships/chart" Target="../charts/chart18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52.xml"/><Relationship Id="rId11" Type="http://schemas.openxmlformats.org/officeDocument/2006/relationships/slide" Target="slide192.xml"/><Relationship Id="rId5" Type="http://schemas.openxmlformats.org/officeDocument/2006/relationships/slide" Target="slide125.xml"/><Relationship Id="rId15" Type="http://schemas.openxmlformats.org/officeDocument/2006/relationships/slide" Target="slide187.xml"/><Relationship Id="rId10" Type="http://schemas.openxmlformats.org/officeDocument/2006/relationships/slide" Target="slide184.xml"/><Relationship Id="rId4" Type="http://schemas.openxmlformats.org/officeDocument/2006/relationships/slide" Target="slide61.xml"/><Relationship Id="rId9" Type="http://schemas.openxmlformats.org/officeDocument/2006/relationships/slide" Target="slide173.xml"/><Relationship Id="rId14" Type="http://schemas.openxmlformats.org/officeDocument/2006/relationships/slide" Target="slide186.xml"/></Relationships>
</file>

<file path=ppt/slides/_rels/slide189.xml.rels><?xml version="1.0" encoding="UTF-8" standalone="yes"?>
<Relationships xmlns="http://schemas.openxmlformats.org/package/2006/relationships"><Relationship Id="rId8" Type="http://schemas.openxmlformats.org/officeDocument/2006/relationships/slide" Target="slide158.xml"/><Relationship Id="rId13" Type="http://schemas.openxmlformats.org/officeDocument/2006/relationships/slide" Target="slide190.xml"/><Relationship Id="rId3" Type="http://schemas.openxmlformats.org/officeDocument/2006/relationships/slide" Target="slide5.xml"/><Relationship Id="rId7" Type="http://schemas.openxmlformats.org/officeDocument/2006/relationships/slide" Target="slide142.xml"/><Relationship Id="rId12" Type="http://schemas.openxmlformats.org/officeDocument/2006/relationships/slide" Target="slide193.xml"/><Relationship Id="rId2" Type="http://schemas.openxmlformats.org/officeDocument/2006/relationships/notesSlide" Target="../notesSlides/notesSlide189.xml"/><Relationship Id="rId16" Type="http://schemas.openxmlformats.org/officeDocument/2006/relationships/chart" Target="../charts/chart18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53.xml"/><Relationship Id="rId11" Type="http://schemas.openxmlformats.org/officeDocument/2006/relationships/slide" Target="slide185.xml"/><Relationship Id="rId5" Type="http://schemas.openxmlformats.org/officeDocument/2006/relationships/slide" Target="slide126.xml"/><Relationship Id="rId15" Type="http://schemas.openxmlformats.org/officeDocument/2006/relationships/slide" Target="slide192.xml"/><Relationship Id="rId10" Type="http://schemas.openxmlformats.org/officeDocument/2006/relationships/slide" Target="slide181.xml"/><Relationship Id="rId4" Type="http://schemas.openxmlformats.org/officeDocument/2006/relationships/slide" Target="slide62.xml"/><Relationship Id="rId9" Type="http://schemas.openxmlformats.org/officeDocument/2006/relationships/slide" Target="slide174.xml"/><Relationship Id="rId14" Type="http://schemas.openxmlformats.org/officeDocument/2006/relationships/slide" Target="slide191.xml"/></Relationships>
</file>

<file path=ppt/slides/_rels/slide190.xml.rels><?xml version="1.0" encoding="UTF-8" standalone="yes"?>
<Relationships xmlns="http://schemas.openxmlformats.org/package/2006/relationships"><Relationship Id="rId8" Type="http://schemas.openxmlformats.org/officeDocument/2006/relationships/slide" Target="slide159.xml"/><Relationship Id="rId13" Type="http://schemas.openxmlformats.org/officeDocument/2006/relationships/slide" Target="slide189.xml"/><Relationship Id="rId3" Type="http://schemas.openxmlformats.org/officeDocument/2006/relationships/slide" Target="slide5.xml"/><Relationship Id="rId7" Type="http://schemas.openxmlformats.org/officeDocument/2006/relationships/slide" Target="slide143.xml"/><Relationship Id="rId12" Type="http://schemas.openxmlformats.org/officeDocument/2006/relationships/slide" Target="slide194.xml"/><Relationship Id="rId2" Type="http://schemas.openxmlformats.org/officeDocument/2006/relationships/notesSlide" Target="../notesSlides/notesSlide190.xml"/><Relationship Id="rId16" Type="http://schemas.openxmlformats.org/officeDocument/2006/relationships/chart" Target="../charts/chart18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54.xml"/><Relationship Id="rId11" Type="http://schemas.openxmlformats.org/officeDocument/2006/relationships/slide" Target="slide186.xml"/><Relationship Id="rId5" Type="http://schemas.openxmlformats.org/officeDocument/2006/relationships/slide" Target="slide127.xml"/><Relationship Id="rId15" Type="http://schemas.openxmlformats.org/officeDocument/2006/relationships/slide" Target="slide192.xml"/><Relationship Id="rId10" Type="http://schemas.openxmlformats.org/officeDocument/2006/relationships/slide" Target="slide182.xml"/><Relationship Id="rId4" Type="http://schemas.openxmlformats.org/officeDocument/2006/relationships/slide" Target="slide63.xml"/><Relationship Id="rId9" Type="http://schemas.openxmlformats.org/officeDocument/2006/relationships/slide" Target="slide175.xml"/><Relationship Id="rId14" Type="http://schemas.openxmlformats.org/officeDocument/2006/relationships/slide" Target="slide191.xml"/></Relationships>
</file>

<file path=ppt/slides/_rels/slide191.xml.rels><?xml version="1.0" encoding="UTF-8" standalone="yes"?>
<Relationships xmlns="http://schemas.openxmlformats.org/package/2006/relationships"><Relationship Id="rId8" Type="http://schemas.openxmlformats.org/officeDocument/2006/relationships/slide" Target="slide160.xml"/><Relationship Id="rId13" Type="http://schemas.openxmlformats.org/officeDocument/2006/relationships/slide" Target="slide190.xml"/><Relationship Id="rId3" Type="http://schemas.openxmlformats.org/officeDocument/2006/relationships/slide" Target="slide5.xml"/><Relationship Id="rId7" Type="http://schemas.openxmlformats.org/officeDocument/2006/relationships/slide" Target="slide144.xml"/><Relationship Id="rId12" Type="http://schemas.openxmlformats.org/officeDocument/2006/relationships/slide" Target="slide189.xml"/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55.xml"/><Relationship Id="rId11" Type="http://schemas.openxmlformats.org/officeDocument/2006/relationships/slide" Target="slide195.xml"/><Relationship Id="rId5" Type="http://schemas.openxmlformats.org/officeDocument/2006/relationships/slide" Target="slide128.xml"/><Relationship Id="rId15" Type="http://schemas.openxmlformats.org/officeDocument/2006/relationships/chart" Target="../charts/chart187.xml"/><Relationship Id="rId10" Type="http://schemas.openxmlformats.org/officeDocument/2006/relationships/slide" Target="slide187.xml"/><Relationship Id="rId4" Type="http://schemas.openxmlformats.org/officeDocument/2006/relationships/slide" Target="slide64.xml"/><Relationship Id="rId9" Type="http://schemas.openxmlformats.org/officeDocument/2006/relationships/slide" Target="slide183.xml"/><Relationship Id="rId14" Type="http://schemas.openxmlformats.org/officeDocument/2006/relationships/slide" Target="slide192.xml"/></Relationships>
</file>

<file path=ppt/slides/_rels/slide192.xml.rels><?xml version="1.0" encoding="UTF-8" standalone="yes"?>
<Relationships xmlns="http://schemas.openxmlformats.org/package/2006/relationships"><Relationship Id="rId8" Type="http://schemas.openxmlformats.org/officeDocument/2006/relationships/slide" Target="slide161.xml"/><Relationship Id="rId13" Type="http://schemas.openxmlformats.org/officeDocument/2006/relationships/slide" Target="slide189.xml"/><Relationship Id="rId3" Type="http://schemas.openxmlformats.org/officeDocument/2006/relationships/slide" Target="slide5.xml"/><Relationship Id="rId7" Type="http://schemas.openxmlformats.org/officeDocument/2006/relationships/slide" Target="slide145.xml"/><Relationship Id="rId12" Type="http://schemas.openxmlformats.org/officeDocument/2006/relationships/slide" Target="slide196.xml"/><Relationship Id="rId2" Type="http://schemas.openxmlformats.org/officeDocument/2006/relationships/notesSlide" Target="../notesSlides/notesSlide192.xml"/><Relationship Id="rId16" Type="http://schemas.openxmlformats.org/officeDocument/2006/relationships/chart" Target="../charts/chart18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56.xml"/><Relationship Id="rId11" Type="http://schemas.openxmlformats.org/officeDocument/2006/relationships/slide" Target="slide188.xml"/><Relationship Id="rId5" Type="http://schemas.openxmlformats.org/officeDocument/2006/relationships/slide" Target="slide129.xml"/><Relationship Id="rId15" Type="http://schemas.openxmlformats.org/officeDocument/2006/relationships/slide" Target="slide191.xml"/><Relationship Id="rId10" Type="http://schemas.openxmlformats.org/officeDocument/2006/relationships/slide" Target="slide184.xml"/><Relationship Id="rId4" Type="http://schemas.openxmlformats.org/officeDocument/2006/relationships/slide" Target="slide65.xml"/><Relationship Id="rId9" Type="http://schemas.openxmlformats.org/officeDocument/2006/relationships/slide" Target="slide176.xml"/><Relationship Id="rId14" Type="http://schemas.openxmlformats.org/officeDocument/2006/relationships/slide" Target="slide190.xml"/></Relationships>
</file>

<file path=ppt/slides/_rels/slide193.xml.rels><?xml version="1.0" encoding="UTF-8" standalone="yes"?>
<Relationships xmlns="http://schemas.openxmlformats.org/package/2006/relationships"><Relationship Id="rId8" Type="http://schemas.openxmlformats.org/officeDocument/2006/relationships/slide" Target="slide162.xml"/><Relationship Id="rId13" Type="http://schemas.openxmlformats.org/officeDocument/2006/relationships/slide" Target="slide194.xml"/><Relationship Id="rId3" Type="http://schemas.openxmlformats.org/officeDocument/2006/relationships/slide" Target="slide5.xml"/><Relationship Id="rId7" Type="http://schemas.openxmlformats.org/officeDocument/2006/relationships/slide" Target="slide146.xml"/><Relationship Id="rId12" Type="http://schemas.openxmlformats.org/officeDocument/2006/relationships/slide" Target="slide189.xml"/><Relationship Id="rId2" Type="http://schemas.openxmlformats.org/officeDocument/2006/relationships/notesSlide" Target="../notesSlides/notesSlide193.xml"/><Relationship Id="rId16" Type="http://schemas.openxmlformats.org/officeDocument/2006/relationships/chart" Target="../charts/chart18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57.xml"/><Relationship Id="rId11" Type="http://schemas.openxmlformats.org/officeDocument/2006/relationships/slide" Target="slide185.xml"/><Relationship Id="rId5" Type="http://schemas.openxmlformats.org/officeDocument/2006/relationships/slide" Target="slide130.xml"/><Relationship Id="rId15" Type="http://schemas.openxmlformats.org/officeDocument/2006/relationships/slide" Target="slide196.xml"/><Relationship Id="rId10" Type="http://schemas.openxmlformats.org/officeDocument/2006/relationships/slide" Target="slide181.xml"/><Relationship Id="rId4" Type="http://schemas.openxmlformats.org/officeDocument/2006/relationships/slide" Target="slide66.xml"/><Relationship Id="rId9" Type="http://schemas.openxmlformats.org/officeDocument/2006/relationships/slide" Target="slide177.xml"/><Relationship Id="rId14" Type="http://schemas.openxmlformats.org/officeDocument/2006/relationships/slide" Target="slide195.xml"/></Relationships>
</file>

<file path=ppt/slides/_rels/slide194.xml.rels><?xml version="1.0" encoding="UTF-8" standalone="yes"?>
<Relationships xmlns="http://schemas.openxmlformats.org/package/2006/relationships"><Relationship Id="rId8" Type="http://schemas.openxmlformats.org/officeDocument/2006/relationships/slide" Target="slide163.xml"/><Relationship Id="rId13" Type="http://schemas.openxmlformats.org/officeDocument/2006/relationships/slide" Target="slide193.xml"/><Relationship Id="rId3" Type="http://schemas.openxmlformats.org/officeDocument/2006/relationships/slide" Target="slide5.xml"/><Relationship Id="rId7" Type="http://schemas.openxmlformats.org/officeDocument/2006/relationships/slide" Target="slide147.xml"/><Relationship Id="rId12" Type="http://schemas.openxmlformats.org/officeDocument/2006/relationships/slide" Target="slide190.xml"/><Relationship Id="rId2" Type="http://schemas.openxmlformats.org/officeDocument/2006/relationships/notesSlide" Target="../notesSlides/notesSlide194.xml"/><Relationship Id="rId16" Type="http://schemas.openxmlformats.org/officeDocument/2006/relationships/chart" Target="../charts/chart19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58.xml"/><Relationship Id="rId11" Type="http://schemas.openxmlformats.org/officeDocument/2006/relationships/slide" Target="slide186.xml"/><Relationship Id="rId5" Type="http://schemas.openxmlformats.org/officeDocument/2006/relationships/slide" Target="slide131.xml"/><Relationship Id="rId15" Type="http://schemas.openxmlformats.org/officeDocument/2006/relationships/slide" Target="slide196.xml"/><Relationship Id="rId10" Type="http://schemas.openxmlformats.org/officeDocument/2006/relationships/slide" Target="slide182.xml"/><Relationship Id="rId4" Type="http://schemas.openxmlformats.org/officeDocument/2006/relationships/slide" Target="slide67.xml"/><Relationship Id="rId9" Type="http://schemas.openxmlformats.org/officeDocument/2006/relationships/slide" Target="slide178.xml"/><Relationship Id="rId14" Type="http://schemas.openxmlformats.org/officeDocument/2006/relationships/slide" Target="slide195.xml"/></Relationships>
</file>

<file path=ppt/slides/_rels/slide195.xml.rels><?xml version="1.0" encoding="UTF-8" standalone="yes"?>
<Relationships xmlns="http://schemas.openxmlformats.org/package/2006/relationships"><Relationship Id="rId8" Type="http://schemas.openxmlformats.org/officeDocument/2006/relationships/slide" Target="slide164.xml"/><Relationship Id="rId13" Type="http://schemas.openxmlformats.org/officeDocument/2006/relationships/slide" Target="slide193.xml"/><Relationship Id="rId3" Type="http://schemas.openxmlformats.org/officeDocument/2006/relationships/slide" Target="slide5.xml"/><Relationship Id="rId7" Type="http://schemas.openxmlformats.org/officeDocument/2006/relationships/slide" Target="slide148.xml"/><Relationship Id="rId12" Type="http://schemas.openxmlformats.org/officeDocument/2006/relationships/slide" Target="slide191.xml"/><Relationship Id="rId2" Type="http://schemas.openxmlformats.org/officeDocument/2006/relationships/notesSlide" Target="../notesSlides/notesSlide195.xml"/><Relationship Id="rId16" Type="http://schemas.openxmlformats.org/officeDocument/2006/relationships/chart" Target="../charts/chart19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59.xml"/><Relationship Id="rId11" Type="http://schemas.openxmlformats.org/officeDocument/2006/relationships/slide" Target="slide187.xml"/><Relationship Id="rId5" Type="http://schemas.openxmlformats.org/officeDocument/2006/relationships/slide" Target="slide132.xml"/><Relationship Id="rId15" Type="http://schemas.openxmlformats.org/officeDocument/2006/relationships/slide" Target="slide196.xml"/><Relationship Id="rId10" Type="http://schemas.openxmlformats.org/officeDocument/2006/relationships/slide" Target="slide183.xml"/><Relationship Id="rId4" Type="http://schemas.openxmlformats.org/officeDocument/2006/relationships/slide" Target="slide68.xml"/><Relationship Id="rId9" Type="http://schemas.openxmlformats.org/officeDocument/2006/relationships/slide" Target="slide179.xml"/><Relationship Id="rId14" Type="http://schemas.openxmlformats.org/officeDocument/2006/relationships/slide" Target="slide194.xml"/></Relationships>
</file>

<file path=ppt/slides/_rels/slide196.xml.rels><?xml version="1.0" encoding="UTF-8" standalone="yes"?>
<Relationships xmlns="http://schemas.openxmlformats.org/package/2006/relationships"><Relationship Id="rId8" Type="http://schemas.openxmlformats.org/officeDocument/2006/relationships/slide" Target="slide165.xml"/><Relationship Id="rId13" Type="http://schemas.openxmlformats.org/officeDocument/2006/relationships/slide" Target="slide193.xml"/><Relationship Id="rId3" Type="http://schemas.openxmlformats.org/officeDocument/2006/relationships/slide" Target="slide5.xml"/><Relationship Id="rId7" Type="http://schemas.openxmlformats.org/officeDocument/2006/relationships/slide" Target="slide149.xml"/><Relationship Id="rId12" Type="http://schemas.openxmlformats.org/officeDocument/2006/relationships/slide" Target="slide192.xml"/><Relationship Id="rId2" Type="http://schemas.openxmlformats.org/officeDocument/2006/relationships/notesSlide" Target="../notesSlides/notesSlide196.xml"/><Relationship Id="rId16" Type="http://schemas.openxmlformats.org/officeDocument/2006/relationships/chart" Target="../charts/chart19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60.xml"/><Relationship Id="rId11" Type="http://schemas.openxmlformats.org/officeDocument/2006/relationships/slide" Target="slide188.xml"/><Relationship Id="rId5" Type="http://schemas.openxmlformats.org/officeDocument/2006/relationships/slide" Target="slide133.xml"/><Relationship Id="rId15" Type="http://schemas.openxmlformats.org/officeDocument/2006/relationships/slide" Target="slide195.xml"/><Relationship Id="rId10" Type="http://schemas.openxmlformats.org/officeDocument/2006/relationships/slide" Target="slide184.xml"/><Relationship Id="rId4" Type="http://schemas.openxmlformats.org/officeDocument/2006/relationships/slide" Target="slide69.xml"/><Relationship Id="rId9" Type="http://schemas.openxmlformats.org/officeDocument/2006/relationships/slide" Target="slide180.xml"/><Relationship Id="rId14" Type="http://schemas.openxmlformats.org/officeDocument/2006/relationships/slide" Target="slide194.xml"/></Relationships>
</file>

<file path=ppt/slides/_rels/slide197.xml.rels><?xml version="1.0" encoding="UTF-8" standalone="yes"?>
<Relationships xmlns="http://schemas.openxmlformats.org/package/2006/relationships"><Relationship Id="rId8" Type="http://schemas.openxmlformats.org/officeDocument/2006/relationships/slide" Target="slide229.xml"/><Relationship Id="rId13" Type="http://schemas.openxmlformats.org/officeDocument/2006/relationships/slide" Target="slide198.xml"/><Relationship Id="rId3" Type="http://schemas.openxmlformats.org/officeDocument/2006/relationships/slide" Target="slide5.xml"/><Relationship Id="rId7" Type="http://schemas.openxmlformats.org/officeDocument/2006/relationships/slide" Target="slide213.xml"/><Relationship Id="rId12" Type="http://schemas.openxmlformats.org/officeDocument/2006/relationships/slide" Target="slide209.xml"/><Relationship Id="rId2" Type="http://schemas.openxmlformats.org/officeDocument/2006/relationships/notesSlide" Target="../notesSlides/notesSlide197.xml"/><Relationship Id="rId16" Type="http://schemas.openxmlformats.org/officeDocument/2006/relationships/chart" Target="../charts/chart19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34.xml"/><Relationship Id="rId11" Type="http://schemas.openxmlformats.org/officeDocument/2006/relationships/slide" Target="slide205.xml"/><Relationship Id="rId5" Type="http://schemas.openxmlformats.org/officeDocument/2006/relationships/slide" Target="slide70.xml"/><Relationship Id="rId15" Type="http://schemas.openxmlformats.org/officeDocument/2006/relationships/slide" Target="slide200.xml"/><Relationship Id="rId10" Type="http://schemas.openxmlformats.org/officeDocument/2006/relationships/slide" Target="slide201.xml"/><Relationship Id="rId4" Type="http://schemas.openxmlformats.org/officeDocument/2006/relationships/slide" Target="slide6.xml"/><Relationship Id="rId9" Type="http://schemas.openxmlformats.org/officeDocument/2006/relationships/slide" Target="slide245.xml"/><Relationship Id="rId14" Type="http://schemas.openxmlformats.org/officeDocument/2006/relationships/slide" Target="slide199.xml"/></Relationships>
</file>

<file path=ppt/slides/_rels/slide198.xml.rels><?xml version="1.0" encoding="UTF-8" standalone="yes"?>
<Relationships xmlns="http://schemas.openxmlformats.org/package/2006/relationships"><Relationship Id="rId8" Type="http://schemas.openxmlformats.org/officeDocument/2006/relationships/slide" Target="slide230.xml"/><Relationship Id="rId13" Type="http://schemas.openxmlformats.org/officeDocument/2006/relationships/slide" Target="slide197.xml"/><Relationship Id="rId3" Type="http://schemas.openxmlformats.org/officeDocument/2006/relationships/slide" Target="slide5.xml"/><Relationship Id="rId7" Type="http://schemas.openxmlformats.org/officeDocument/2006/relationships/slide" Target="slide214.xml"/><Relationship Id="rId12" Type="http://schemas.openxmlformats.org/officeDocument/2006/relationships/slide" Target="slide210.xml"/><Relationship Id="rId2" Type="http://schemas.openxmlformats.org/officeDocument/2006/relationships/notesSlide" Target="../notesSlides/notesSlide198.xml"/><Relationship Id="rId16" Type="http://schemas.openxmlformats.org/officeDocument/2006/relationships/chart" Target="../charts/chart19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35.xml"/><Relationship Id="rId11" Type="http://schemas.openxmlformats.org/officeDocument/2006/relationships/slide" Target="slide206.xml"/><Relationship Id="rId5" Type="http://schemas.openxmlformats.org/officeDocument/2006/relationships/slide" Target="slide71.xml"/><Relationship Id="rId15" Type="http://schemas.openxmlformats.org/officeDocument/2006/relationships/slide" Target="slide200.xml"/><Relationship Id="rId10" Type="http://schemas.openxmlformats.org/officeDocument/2006/relationships/slide" Target="slide202.xml"/><Relationship Id="rId4" Type="http://schemas.openxmlformats.org/officeDocument/2006/relationships/slide" Target="slide7.xml"/><Relationship Id="rId9" Type="http://schemas.openxmlformats.org/officeDocument/2006/relationships/slide" Target="slide246.xml"/><Relationship Id="rId14" Type="http://schemas.openxmlformats.org/officeDocument/2006/relationships/slide" Target="slide199.xml"/></Relationships>
</file>

<file path=ppt/slides/_rels/slide199.xml.rels><?xml version="1.0" encoding="UTF-8" standalone="yes"?>
<Relationships xmlns="http://schemas.openxmlformats.org/package/2006/relationships"><Relationship Id="rId8" Type="http://schemas.openxmlformats.org/officeDocument/2006/relationships/slide" Target="slide231.xml"/><Relationship Id="rId13" Type="http://schemas.openxmlformats.org/officeDocument/2006/relationships/slide" Target="slide197.xml"/><Relationship Id="rId3" Type="http://schemas.openxmlformats.org/officeDocument/2006/relationships/slide" Target="slide5.xml"/><Relationship Id="rId7" Type="http://schemas.openxmlformats.org/officeDocument/2006/relationships/slide" Target="slide215.xml"/><Relationship Id="rId12" Type="http://schemas.openxmlformats.org/officeDocument/2006/relationships/slide" Target="slide211.xml"/><Relationship Id="rId2" Type="http://schemas.openxmlformats.org/officeDocument/2006/relationships/notesSlide" Target="../notesSlides/notesSlide199.xml"/><Relationship Id="rId16" Type="http://schemas.openxmlformats.org/officeDocument/2006/relationships/chart" Target="../charts/chart19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36.xml"/><Relationship Id="rId11" Type="http://schemas.openxmlformats.org/officeDocument/2006/relationships/slide" Target="slide207.xml"/><Relationship Id="rId5" Type="http://schemas.openxmlformats.org/officeDocument/2006/relationships/slide" Target="slide72.xml"/><Relationship Id="rId15" Type="http://schemas.openxmlformats.org/officeDocument/2006/relationships/slide" Target="slide200.xml"/><Relationship Id="rId10" Type="http://schemas.openxmlformats.org/officeDocument/2006/relationships/slide" Target="slide203.xml"/><Relationship Id="rId4" Type="http://schemas.openxmlformats.org/officeDocument/2006/relationships/slide" Target="slide8.xml"/><Relationship Id="rId9" Type="http://schemas.openxmlformats.org/officeDocument/2006/relationships/slide" Target="slide247.xml"/><Relationship Id="rId14" Type="http://schemas.openxmlformats.org/officeDocument/2006/relationships/slide" Target="slide198.xml"/></Relationships>
</file>

<file path=ppt/slides/_rels/slide200.xml.rels><?xml version="1.0" encoding="UTF-8" standalone="yes"?>
<Relationships xmlns="http://schemas.openxmlformats.org/package/2006/relationships"><Relationship Id="rId8" Type="http://schemas.openxmlformats.org/officeDocument/2006/relationships/slide" Target="slide232.xml"/><Relationship Id="rId13" Type="http://schemas.openxmlformats.org/officeDocument/2006/relationships/slide" Target="slide197.xml"/><Relationship Id="rId3" Type="http://schemas.openxmlformats.org/officeDocument/2006/relationships/slide" Target="slide5.xml"/><Relationship Id="rId7" Type="http://schemas.openxmlformats.org/officeDocument/2006/relationships/slide" Target="slide216.xml"/><Relationship Id="rId12" Type="http://schemas.openxmlformats.org/officeDocument/2006/relationships/slide" Target="slide212.xml"/><Relationship Id="rId2" Type="http://schemas.openxmlformats.org/officeDocument/2006/relationships/notesSlide" Target="../notesSlides/notesSlide200.xml"/><Relationship Id="rId16" Type="http://schemas.openxmlformats.org/officeDocument/2006/relationships/chart" Target="../charts/chart19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37.xml"/><Relationship Id="rId11" Type="http://schemas.openxmlformats.org/officeDocument/2006/relationships/slide" Target="slide208.xml"/><Relationship Id="rId5" Type="http://schemas.openxmlformats.org/officeDocument/2006/relationships/slide" Target="slide73.xml"/><Relationship Id="rId15" Type="http://schemas.openxmlformats.org/officeDocument/2006/relationships/slide" Target="slide199.xml"/><Relationship Id="rId10" Type="http://schemas.openxmlformats.org/officeDocument/2006/relationships/slide" Target="slide204.xml"/><Relationship Id="rId4" Type="http://schemas.openxmlformats.org/officeDocument/2006/relationships/slide" Target="slide9.xml"/><Relationship Id="rId9" Type="http://schemas.openxmlformats.org/officeDocument/2006/relationships/slide" Target="slide248.xml"/><Relationship Id="rId14" Type="http://schemas.openxmlformats.org/officeDocument/2006/relationships/slide" Target="slide198.xml"/></Relationships>
</file>

<file path=ppt/slides/_rels/slide201.xml.rels><?xml version="1.0" encoding="UTF-8" standalone="yes"?>
<Relationships xmlns="http://schemas.openxmlformats.org/package/2006/relationships"><Relationship Id="rId8" Type="http://schemas.openxmlformats.org/officeDocument/2006/relationships/slide" Target="slide233.xml"/><Relationship Id="rId13" Type="http://schemas.openxmlformats.org/officeDocument/2006/relationships/slide" Target="slide202.xml"/><Relationship Id="rId3" Type="http://schemas.openxmlformats.org/officeDocument/2006/relationships/slide" Target="slide5.xml"/><Relationship Id="rId7" Type="http://schemas.openxmlformats.org/officeDocument/2006/relationships/slide" Target="slide217.xml"/><Relationship Id="rId12" Type="http://schemas.openxmlformats.org/officeDocument/2006/relationships/slide" Target="slide209.xml"/><Relationship Id="rId2" Type="http://schemas.openxmlformats.org/officeDocument/2006/relationships/notesSlide" Target="../notesSlides/notesSlide201.xml"/><Relationship Id="rId16" Type="http://schemas.openxmlformats.org/officeDocument/2006/relationships/chart" Target="../charts/chart19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38.xml"/><Relationship Id="rId11" Type="http://schemas.openxmlformats.org/officeDocument/2006/relationships/slide" Target="slide205.xml"/><Relationship Id="rId5" Type="http://schemas.openxmlformats.org/officeDocument/2006/relationships/slide" Target="slide74.xml"/><Relationship Id="rId15" Type="http://schemas.openxmlformats.org/officeDocument/2006/relationships/slide" Target="slide204.xml"/><Relationship Id="rId10" Type="http://schemas.openxmlformats.org/officeDocument/2006/relationships/slide" Target="slide197.xml"/><Relationship Id="rId4" Type="http://schemas.openxmlformats.org/officeDocument/2006/relationships/slide" Target="slide10.xml"/><Relationship Id="rId9" Type="http://schemas.openxmlformats.org/officeDocument/2006/relationships/slide" Target="slide249.xml"/><Relationship Id="rId14" Type="http://schemas.openxmlformats.org/officeDocument/2006/relationships/slide" Target="slide203.xml"/></Relationships>
</file>

<file path=ppt/slides/_rels/slide202.xml.rels><?xml version="1.0" encoding="UTF-8" standalone="yes"?>
<Relationships xmlns="http://schemas.openxmlformats.org/package/2006/relationships"><Relationship Id="rId8" Type="http://schemas.openxmlformats.org/officeDocument/2006/relationships/slide" Target="slide234.xml"/><Relationship Id="rId13" Type="http://schemas.openxmlformats.org/officeDocument/2006/relationships/slide" Target="slide201.xml"/><Relationship Id="rId3" Type="http://schemas.openxmlformats.org/officeDocument/2006/relationships/slide" Target="slide5.xml"/><Relationship Id="rId7" Type="http://schemas.openxmlformats.org/officeDocument/2006/relationships/slide" Target="slide218.xml"/><Relationship Id="rId12" Type="http://schemas.openxmlformats.org/officeDocument/2006/relationships/slide" Target="slide210.xml"/><Relationship Id="rId2" Type="http://schemas.openxmlformats.org/officeDocument/2006/relationships/notesSlide" Target="../notesSlides/notesSlide202.xml"/><Relationship Id="rId16" Type="http://schemas.openxmlformats.org/officeDocument/2006/relationships/chart" Target="../charts/chart19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39.xml"/><Relationship Id="rId11" Type="http://schemas.openxmlformats.org/officeDocument/2006/relationships/slide" Target="slide206.xml"/><Relationship Id="rId5" Type="http://schemas.openxmlformats.org/officeDocument/2006/relationships/slide" Target="slide75.xml"/><Relationship Id="rId15" Type="http://schemas.openxmlformats.org/officeDocument/2006/relationships/slide" Target="slide204.xml"/><Relationship Id="rId10" Type="http://schemas.openxmlformats.org/officeDocument/2006/relationships/slide" Target="slide198.xml"/><Relationship Id="rId4" Type="http://schemas.openxmlformats.org/officeDocument/2006/relationships/slide" Target="slide11.xml"/><Relationship Id="rId9" Type="http://schemas.openxmlformats.org/officeDocument/2006/relationships/slide" Target="slide250.xml"/><Relationship Id="rId14" Type="http://schemas.openxmlformats.org/officeDocument/2006/relationships/slide" Target="slide203.xml"/></Relationships>
</file>

<file path=ppt/slides/_rels/slide203.xml.rels><?xml version="1.0" encoding="UTF-8" standalone="yes"?>
<Relationships xmlns="http://schemas.openxmlformats.org/package/2006/relationships"><Relationship Id="rId8" Type="http://schemas.openxmlformats.org/officeDocument/2006/relationships/slide" Target="slide235.xml"/><Relationship Id="rId13" Type="http://schemas.openxmlformats.org/officeDocument/2006/relationships/slide" Target="slide201.xml"/><Relationship Id="rId3" Type="http://schemas.openxmlformats.org/officeDocument/2006/relationships/slide" Target="slide5.xml"/><Relationship Id="rId7" Type="http://schemas.openxmlformats.org/officeDocument/2006/relationships/slide" Target="slide219.xml"/><Relationship Id="rId12" Type="http://schemas.openxmlformats.org/officeDocument/2006/relationships/slide" Target="slide211.xml"/><Relationship Id="rId2" Type="http://schemas.openxmlformats.org/officeDocument/2006/relationships/notesSlide" Target="../notesSlides/notesSlide203.xml"/><Relationship Id="rId16" Type="http://schemas.openxmlformats.org/officeDocument/2006/relationships/chart" Target="../charts/chart19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40.xml"/><Relationship Id="rId11" Type="http://schemas.openxmlformats.org/officeDocument/2006/relationships/slide" Target="slide207.xml"/><Relationship Id="rId5" Type="http://schemas.openxmlformats.org/officeDocument/2006/relationships/slide" Target="slide76.xml"/><Relationship Id="rId15" Type="http://schemas.openxmlformats.org/officeDocument/2006/relationships/slide" Target="slide204.xml"/><Relationship Id="rId10" Type="http://schemas.openxmlformats.org/officeDocument/2006/relationships/slide" Target="slide199.xml"/><Relationship Id="rId4" Type="http://schemas.openxmlformats.org/officeDocument/2006/relationships/slide" Target="slide12.xml"/><Relationship Id="rId9" Type="http://schemas.openxmlformats.org/officeDocument/2006/relationships/slide" Target="slide251.xml"/><Relationship Id="rId14" Type="http://schemas.openxmlformats.org/officeDocument/2006/relationships/slide" Target="slide202.xml"/></Relationships>
</file>

<file path=ppt/slides/_rels/slide204.xml.rels><?xml version="1.0" encoding="UTF-8" standalone="yes"?>
<Relationships xmlns="http://schemas.openxmlformats.org/package/2006/relationships"><Relationship Id="rId8" Type="http://schemas.openxmlformats.org/officeDocument/2006/relationships/slide" Target="slide236.xml"/><Relationship Id="rId13" Type="http://schemas.openxmlformats.org/officeDocument/2006/relationships/slide" Target="slide201.xml"/><Relationship Id="rId3" Type="http://schemas.openxmlformats.org/officeDocument/2006/relationships/slide" Target="slide5.xml"/><Relationship Id="rId7" Type="http://schemas.openxmlformats.org/officeDocument/2006/relationships/slide" Target="slide220.xml"/><Relationship Id="rId12" Type="http://schemas.openxmlformats.org/officeDocument/2006/relationships/slide" Target="slide212.xml"/><Relationship Id="rId2" Type="http://schemas.openxmlformats.org/officeDocument/2006/relationships/notesSlide" Target="../notesSlides/notesSlide204.xml"/><Relationship Id="rId16" Type="http://schemas.openxmlformats.org/officeDocument/2006/relationships/chart" Target="../charts/chart20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41.xml"/><Relationship Id="rId11" Type="http://schemas.openxmlformats.org/officeDocument/2006/relationships/slide" Target="slide208.xml"/><Relationship Id="rId5" Type="http://schemas.openxmlformats.org/officeDocument/2006/relationships/slide" Target="slide77.xml"/><Relationship Id="rId15" Type="http://schemas.openxmlformats.org/officeDocument/2006/relationships/slide" Target="slide203.xml"/><Relationship Id="rId10" Type="http://schemas.openxmlformats.org/officeDocument/2006/relationships/slide" Target="slide200.xml"/><Relationship Id="rId4" Type="http://schemas.openxmlformats.org/officeDocument/2006/relationships/slide" Target="slide13.xml"/><Relationship Id="rId9" Type="http://schemas.openxmlformats.org/officeDocument/2006/relationships/slide" Target="slide252.xml"/><Relationship Id="rId14" Type="http://schemas.openxmlformats.org/officeDocument/2006/relationships/slide" Target="slide202.xml"/></Relationships>
</file>

<file path=ppt/slides/_rels/slide205.xml.rels><?xml version="1.0" encoding="UTF-8" standalone="yes"?>
<Relationships xmlns="http://schemas.openxmlformats.org/package/2006/relationships"><Relationship Id="rId8" Type="http://schemas.openxmlformats.org/officeDocument/2006/relationships/slide" Target="slide237.xml"/><Relationship Id="rId13" Type="http://schemas.openxmlformats.org/officeDocument/2006/relationships/slide" Target="slide206.xml"/><Relationship Id="rId3" Type="http://schemas.openxmlformats.org/officeDocument/2006/relationships/slide" Target="slide5.xml"/><Relationship Id="rId7" Type="http://schemas.openxmlformats.org/officeDocument/2006/relationships/slide" Target="slide221.xml"/><Relationship Id="rId12" Type="http://schemas.openxmlformats.org/officeDocument/2006/relationships/slide" Target="slide209.xml"/><Relationship Id="rId2" Type="http://schemas.openxmlformats.org/officeDocument/2006/relationships/notesSlide" Target="../notesSlides/notesSlide205.xml"/><Relationship Id="rId16" Type="http://schemas.openxmlformats.org/officeDocument/2006/relationships/chart" Target="../charts/chart20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42.xml"/><Relationship Id="rId11" Type="http://schemas.openxmlformats.org/officeDocument/2006/relationships/slide" Target="slide201.xml"/><Relationship Id="rId5" Type="http://schemas.openxmlformats.org/officeDocument/2006/relationships/slide" Target="slide78.xml"/><Relationship Id="rId15" Type="http://schemas.openxmlformats.org/officeDocument/2006/relationships/slide" Target="slide208.xml"/><Relationship Id="rId10" Type="http://schemas.openxmlformats.org/officeDocument/2006/relationships/slide" Target="slide197.xml"/><Relationship Id="rId4" Type="http://schemas.openxmlformats.org/officeDocument/2006/relationships/slide" Target="slide14.xml"/><Relationship Id="rId9" Type="http://schemas.openxmlformats.org/officeDocument/2006/relationships/slide" Target="slide253.xml"/><Relationship Id="rId14" Type="http://schemas.openxmlformats.org/officeDocument/2006/relationships/slide" Target="slide207.xml"/></Relationships>
</file>

<file path=ppt/slides/_rels/slide206.xml.rels><?xml version="1.0" encoding="UTF-8" standalone="yes"?>
<Relationships xmlns="http://schemas.openxmlformats.org/package/2006/relationships"><Relationship Id="rId8" Type="http://schemas.openxmlformats.org/officeDocument/2006/relationships/slide" Target="slide238.xml"/><Relationship Id="rId13" Type="http://schemas.openxmlformats.org/officeDocument/2006/relationships/slide" Target="slide205.xml"/><Relationship Id="rId3" Type="http://schemas.openxmlformats.org/officeDocument/2006/relationships/slide" Target="slide5.xml"/><Relationship Id="rId7" Type="http://schemas.openxmlformats.org/officeDocument/2006/relationships/slide" Target="slide222.xml"/><Relationship Id="rId12" Type="http://schemas.openxmlformats.org/officeDocument/2006/relationships/slide" Target="slide210.xml"/><Relationship Id="rId2" Type="http://schemas.openxmlformats.org/officeDocument/2006/relationships/notesSlide" Target="../notesSlides/notesSlide206.xml"/><Relationship Id="rId16" Type="http://schemas.openxmlformats.org/officeDocument/2006/relationships/chart" Target="../charts/chart20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43.xml"/><Relationship Id="rId11" Type="http://schemas.openxmlformats.org/officeDocument/2006/relationships/slide" Target="slide202.xml"/><Relationship Id="rId5" Type="http://schemas.openxmlformats.org/officeDocument/2006/relationships/slide" Target="slide79.xml"/><Relationship Id="rId15" Type="http://schemas.openxmlformats.org/officeDocument/2006/relationships/slide" Target="slide208.xml"/><Relationship Id="rId10" Type="http://schemas.openxmlformats.org/officeDocument/2006/relationships/slide" Target="slide198.xml"/><Relationship Id="rId4" Type="http://schemas.openxmlformats.org/officeDocument/2006/relationships/slide" Target="slide15.xml"/><Relationship Id="rId9" Type="http://schemas.openxmlformats.org/officeDocument/2006/relationships/slide" Target="slide254.xml"/><Relationship Id="rId14" Type="http://schemas.openxmlformats.org/officeDocument/2006/relationships/slide" Target="slide207.xml"/></Relationships>
</file>

<file path=ppt/slides/_rels/slide207.xml.rels><?xml version="1.0" encoding="UTF-8" standalone="yes"?>
<Relationships xmlns="http://schemas.openxmlformats.org/package/2006/relationships"><Relationship Id="rId8" Type="http://schemas.openxmlformats.org/officeDocument/2006/relationships/slide" Target="slide239.xml"/><Relationship Id="rId13" Type="http://schemas.openxmlformats.org/officeDocument/2006/relationships/slide" Target="slide205.xml"/><Relationship Id="rId3" Type="http://schemas.openxmlformats.org/officeDocument/2006/relationships/slide" Target="slide5.xml"/><Relationship Id="rId7" Type="http://schemas.openxmlformats.org/officeDocument/2006/relationships/slide" Target="slide223.xml"/><Relationship Id="rId12" Type="http://schemas.openxmlformats.org/officeDocument/2006/relationships/slide" Target="slide211.xml"/><Relationship Id="rId2" Type="http://schemas.openxmlformats.org/officeDocument/2006/relationships/notesSlide" Target="../notesSlides/notesSlide207.xml"/><Relationship Id="rId16" Type="http://schemas.openxmlformats.org/officeDocument/2006/relationships/chart" Target="../charts/chart20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44.xml"/><Relationship Id="rId11" Type="http://schemas.openxmlformats.org/officeDocument/2006/relationships/slide" Target="slide203.xml"/><Relationship Id="rId5" Type="http://schemas.openxmlformats.org/officeDocument/2006/relationships/slide" Target="slide80.xml"/><Relationship Id="rId15" Type="http://schemas.openxmlformats.org/officeDocument/2006/relationships/slide" Target="slide208.xml"/><Relationship Id="rId10" Type="http://schemas.openxmlformats.org/officeDocument/2006/relationships/slide" Target="slide199.xml"/><Relationship Id="rId4" Type="http://schemas.openxmlformats.org/officeDocument/2006/relationships/slide" Target="slide16.xml"/><Relationship Id="rId9" Type="http://schemas.openxmlformats.org/officeDocument/2006/relationships/slide" Target="slide255.xml"/><Relationship Id="rId14" Type="http://schemas.openxmlformats.org/officeDocument/2006/relationships/slide" Target="slide206.xml"/></Relationships>
</file>

<file path=ppt/slides/_rels/slide208.xml.rels><?xml version="1.0" encoding="UTF-8" standalone="yes"?>
<Relationships xmlns="http://schemas.openxmlformats.org/package/2006/relationships"><Relationship Id="rId8" Type="http://schemas.openxmlformats.org/officeDocument/2006/relationships/slide" Target="slide240.xml"/><Relationship Id="rId13" Type="http://schemas.openxmlformats.org/officeDocument/2006/relationships/slide" Target="slide205.xml"/><Relationship Id="rId3" Type="http://schemas.openxmlformats.org/officeDocument/2006/relationships/slide" Target="slide5.xml"/><Relationship Id="rId7" Type="http://schemas.openxmlformats.org/officeDocument/2006/relationships/slide" Target="slide224.xml"/><Relationship Id="rId12" Type="http://schemas.openxmlformats.org/officeDocument/2006/relationships/slide" Target="slide212.xml"/><Relationship Id="rId2" Type="http://schemas.openxmlformats.org/officeDocument/2006/relationships/notesSlide" Target="../notesSlides/notesSlide208.xml"/><Relationship Id="rId16" Type="http://schemas.openxmlformats.org/officeDocument/2006/relationships/chart" Target="../charts/chart20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45.xml"/><Relationship Id="rId11" Type="http://schemas.openxmlformats.org/officeDocument/2006/relationships/slide" Target="slide204.xml"/><Relationship Id="rId5" Type="http://schemas.openxmlformats.org/officeDocument/2006/relationships/slide" Target="slide81.xml"/><Relationship Id="rId15" Type="http://schemas.openxmlformats.org/officeDocument/2006/relationships/slide" Target="slide207.xml"/><Relationship Id="rId10" Type="http://schemas.openxmlformats.org/officeDocument/2006/relationships/slide" Target="slide200.xml"/><Relationship Id="rId4" Type="http://schemas.openxmlformats.org/officeDocument/2006/relationships/slide" Target="slide17.xml"/><Relationship Id="rId9" Type="http://schemas.openxmlformats.org/officeDocument/2006/relationships/slide" Target="slide256.xml"/><Relationship Id="rId14" Type="http://schemas.openxmlformats.org/officeDocument/2006/relationships/slide" Target="slide206.xml"/></Relationships>
</file>

<file path=ppt/slides/_rels/slide209.xml.rels><?xml version="1.0" encoding="UTF-8" standalone="yes"?>
<Relationships xmlns="http://schemas.openxmlformats.org/package/2006/relationships"><Relationship Id="rId8" Type="http://schemas.openxmlformats.org/officeDocument/2006/relationships/slide" Target="slide241.xml"/><Relationship Id="rId13" Type="http://schemas.openxmlformats.org/officeDocument/2006/relationships/slide" Target="slide210.xml"/><Relationship Id="rId3" Type="http://schemas.openxmlformats.org/officeDocument/2006/relationships/slide" Target="slide5.xml"/><Relationship Id="rId7" Type="http://schemas.openxmlformats.org/officeDocument/2006/relationships/slide" Target="slide225.xml"/><Relationship Id="rId12" Type="http://schemas.openxmlformats.org/officeDocument/2006/relationships/slide" Target="slide205.xml"/><Relationship Id="rId2" Type="http://schemas.openxmlformats.org/officeDocument/2006/relationships/notesSlide" Target="../notesSlides/notesSlide209.xml"/><Relationship Id="rId16" Type="http://schemas.openxmlformats.org/officeDocument/2006/relationships/chart" Target="../charts/chart20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46.xml"/><Relationship Id="rId11" Type="http://schemas.openxmlformats.org/officeDocument/2006/relationships/slide" Target="slide201.xml"/><Relationship Id="rId5" Type="http://schemas.openxmlformats.org/officeDocument/2006/relationships/slide" Target="slide82.xml"/><Relationship Id="rId15" Type="http://schemas.openxmlformats.org/officeDocument/2006/relationships/slide" Target="slide212.xml"/><Relationship Id="rId10" Type="http://schemas.openxmlformats.org/officeDocument/2006/relationships/slide" Target="slide197.xml"/><Relationship Id="rId4" Type="http://schemas.openxmlformats.org/officeDocument/2006/relationships/slide" Target="slide18.xml"/><Relationship Id="rId9" Type="http://schemas.openxmlformats.org/officeDocument/2006/relationships/slide" Target="slide257.xml"/><Relationship Id="rId14" Type="http://schemas.openxmlformats.org/officeDocument/2006/relationships/slide" Target="slide211.xml"/></Relationships>
</file>

<file path=ppt/slides/_rels/slide210.xml.rels><?xml version="1.0" encoding="UTF-8" standalone="yes"?>
<Relationships xmlns="http://schemas.openxmlformats.org/package/2006/relationships"><Relationship Id="rId8" Type="http://schemas.openxmlformats.org/officeDocument/2006/relationships/slide" Target="slide242.xml"/><Relationship Id="rId13" Type="http://schemas.openxmlformats.org/officeDocument/2006/relationships/slide" Target="slide209.xml"/><Relationship Id="rId3" Type="http://schemas.openxmlformats.org/officeDocument/2006/relationships/slide" Target="slide5.xml"/><Relationship Id="rId7" Type="http://schemas.openxmlformats.org/officeDocument/2006/relationships/slide" Target="slide226.xml"/><Relationship Id="rId12" Type="http://schemas.openxmlformats.org/officeDocument/2006/relationships/slide" Target="slide206.xml"/><Relationship Id="rId2" Type="http://schemas.openxmlformats.org/officeDocument/2006/relationships/notesSlide" Target="../notesSlides/notesSlide210.xml"/><Relationship Id="rId16" Type="http://schemas.openxmlformats.org/officeDocument/2006/relationships/chart" Target="../charts/chart20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47.xml"/><Relationship Id="rId11" Type="http://schemas.openxmlformats.org/officeDocument/2006/relationships/slide" Target="slide202.xml"/><Relationship Id="rId5" Type="http://schemas.openxmlformats.org/officeDocument/2006/relationships/slide" Target="slide83.xml"/><Relationship Id="rId15" Type="http://schemas.openxmlformats.org/officeDocument/2006/relationships/slide" Target="slide212.xml"/><Relationship Id="rId10" Type="http://schemas.openxmlformats.org/officeDocument/2006/relationships/slide" Target="slide198.xml"/><Relationship Id="rId4" Type="http://schemas.openxmlformats.org/officeDocument/2006/relationships/slide" Target="slide19.xml"/><Relationship Id="rId9" Type="http://schemas.openxmlformats.org/officeDocument/2006/relationships/slide" Target="slide258.xml"/><Relationship Id="rId14" Type="http://schemas.openxmlformats.org/officeDocument/2006/relationships/slide" Target="slide211.xml"/></Relationships>
</file>

<file path=ppt/slides/_rels/slide211.xml.rels><?xml version="1.0" encoding="UTF-8" standalone="yes"?>
<Relationships xmlns="http://schemas.openxmlformats.org/package/2006/relationships"><Relationship Id="rId8" Type="http://schemas.openxmlformats.org/officeDocument/2006/relationships/slide" Target="slide243.xml"/><Relationship Id="rId13" Type="http://schemas.openxmlformats.org/officeDocument/2006/relationships/slide" Target="slide209.xml"/><Relationship Id="rId3" Type="http://schemas.openxmlformats.org/officeDocument/2006/relationships/slide" Target="slide5.xml"/><Relationship Id="rId7" Type="http://schemas.openxmlformats.org/officeDocument/2006/relationships/slide" Target="slide227.xml"/><Relationship Id="rId12" Type="http://schemas.openxmlformats.org/officeDocument/2006/relationships/slide" Target="slide207.xml"/><Relationship Id="rId2" Type="http://schemas.openxmlformats.org/officeDocument/2006/relationships/notesSlide" Target="../notesSlides/notesSlide211.xml"/><Relationship Id="rId16" Type="http://schemas.openxmlformats.org/officeDocument/2006/relationships/chart" Target="../charts/chart20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48.xml"/><Relationship Id="rId11" Type="http://schemas.openxmlformats.org/officeDocument/2006/relationships/slide" Target="slide203.xml"/><Relationship Id="rId5" Type="http://schemas.openxmlformats.org/officeDocument/2006/relationships/slide" Target="slide84.xml"/><Relationship Id="rId15" Type="http://schemas.openxmlformats.org/officeDocument/2006/relationships/slide" Target="slide212.xml"/><Relationship Id="rId10" Type="http://schemas.openxmlformats.org/officeDocument/2006/relationships/slide" Target="slide199.xml"/><Relationship Id="rId4" Type="http://schemas.openxmlformats.org/officeDocument/2006/relationships/slide" Target="slide20.xml"/><Relationship Id="rId9" Type="http://schemas.openxmlformats.org/officeDocument/2006/relationships/slide" Target="slide259.xml"/><Relationship Id="rId14" Type="http://schemas.openxmlformats.org/officeDocument/2006/relationships/slide" Target="slide210.xml"/></Relationships>
</file>

<file path=ppt/slides/_rels/slide212.xml.rels><?xml version="1.0" encoding="UTF-8" standalone="yes"?>
<Relationships xmlns="http://schemas.openxmlformats.org/package/2006/relationships"><Relationship Id="rId8" Type="http://schemas.openxmlformats.org/officeDocument/2006/relationships/slide" Target="slide244.xml"/><Relationship Id="rId13" Type="http://schemas.openxmlformats.org/officeDocument/2006/relationships/slide" Target="slide209.xml"/><Relationship Id="rId3" Type="http://schemas.openxmlformats.org/officeDocument/2006/relationships/slide" Target="slide5.xml"/><Relationship Id="rId7" Type="http://schemas.openxmlformats.org/officeDocument/2006/relationships/slide" Target="slide228.xml"/><Relationship Id="rId12" Type="http://schemas.openxmlformats.org/officeDocument/2006/relationships/slide" Target="slide208.xml"/><Relationship Id="rId2" Type="http://schemas.openxmlformats.org/officeDocument/2006/relationships/notesSlide" Target="../notesSlides/notesSlide212.xml"/><Relationship Id="rId16" Type="http://schemas.openxmlformats.org/officeDocument/2006/relationships/chart" Target="../charts/chart20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49.xml"/><Relationship Id="rId11" Type="http://schemas.openxmlformats.org/officeDocument/2006/relationships/slide" Target="slide204.xml"/><Relationship Id="rId5" Type="http://schemas.openxmlformats.org/officeDocument/2006/relationships/slide" Target="slide85.xml"/><Relationship Id="rId15" Type="http://schemas.openxmlformats.org/officeDocument/2006/relationships/slide" Target="slide211.xml"/><Relationship Id="rId10" Type="http://schemas.openxmlformats.org/officeDocument/2006/relationships/slide" Target="slide200.xml"/><Relationship Id="rId4" Type="http://schemas.openxmlformats.org/officeDocument/2006/relationships/slide" Target="slide21.xml"/><Relationship Id="rId9" Type="http://schemas.openxmlformats.org/officeDocument/2006/relationships/slide" Target="slide260.xml"/><Relationship Id="rId14" Type="http://schemas.openxmlformats.org/officeDocument/2006/relationships/slide" Target="slide210.xml"/></Relationships>
</file>

<file path=ppt/slides/_rels/slide213.xml.rels><?xml version="1.0" encoding="UTF-8" standalone="yes"?>
<Relationships xmlns="http://schemas.openxmlformats.org/package/2006/relationships"><Relationship Id="rId8" Type="http://schemas.openxmlformats.org/officeDocument/2006/relationships/slide" Target="slide229.xml"/><Relationship Id="rId13" Type="http://schemas.openxmlformats.org/officeDocument/2006/relationships/slide" Target="slide214.xml"/><Relationship Id="rId3" Type="http://schemas.openxmlformats.org/officeDocument/2006/relationships/slide" Target="slide5.xml"/><Relationship Id="rId7" Type="http://schemas.openxmlformats.org/officeDocument/2006/relationships/slide" Target="slide197.xml"/><Relationship Id="rId12" Type="http://schemas.openxmlformats.org/officeDocument/2006/relationships/slide" Target="slide225.xml"/><Relationship Id="rId2" Type="http://schemas.openxmlformats.org/officeDocument/2006/relationships/notesSlide" Target="../notesSlides/notesSlide213.xml"/><Relationship Id="rId16" Type="http://schemas.openxmlformats.org/officeDocument/2006/relationships/chart" Target="../charts/chart20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50.xml"/><Relationship Id="rId11" Type="http://schemas.openxmlformats.org/officeDocument/2006/relationships/slide" Target="slide221.xml"/><Relationship Id="rId5" Type="http://schemas.openxmlformats.org/officeDocument/2006/relationships/slide" Target="slide86.xml"/><Relationship Id="rId15" Type="http://schemas.openxmlformats.org/officeDocument/2006/relationships/slide" Target="slide216.xml"/><Relationship Id="rId10" Type="http://schemas.openxmlformats.org/officeDocument/2006/relationships/slide" Target="slide217.xml"/><Relationship Id="rId4" Type="http://schemas.openxmlformats.org/officeDocument/2006/relationships/slide" Target="slide22.xml"/><Relationship Id="rId9" Type="http://schemas.openxmlformats.org/officeDocument/2006/relationships/slide" Target="slide245.xml"/><Relationship Id="rId14" Type="http://schemas.openxmlformats.org/officeDocument/2006/relationships/slide" Target="slide215.xml"/></Relationships>
</file>

<file path=ppt/slides/_rels/slide214.xml.rels><?xml version="1.0" encoding="UTF-8" standalone="yes"?>
<Relationships xmlns="http://schemas.openxmlformats.org/package/2006/relationships"><Relationship Id="rId8" Type="http://schemas.openxmlformats.org/officeDocument/2006/relationships/slide" Target="slide230.xml"/><Relationship Id="rId13" Type="http://schemas.openxmlformats.org/officeDocument/2006/relationships/slide" Target="slide213.xml"/><Relationship Id="rId3" Type="http://schemas.openxmlformats.org/officeDocument/2006/relationships/slide" Target="slide5.xml"/><Relationship Id="rId7" Type="http://schemas.openxmlformats.org/officeDocument/2006/relationships/slide" Target="slide198.xml"/><Relationship Id="rId12" Type="http://schemas.openxmlformats.org/officeDocument/2006/relationships/slide" Target="slide226.xml"/><Relationship Id="rId2" Type="http://schemas.openxmlformats.org/officeDocument/2006/relationships/notesSlide" Target="../notesSlides/notesSlide214.xml"/><Relationship Id="rId16" Type="http://schemas.openxmlformats.org/officeDocument/2006/relationships/chart" Target="../charts/chart21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51.xml"/><Relationship Id="rId11" Type="http://schemas.openxmlformats.org/officeDocument/2006/relationships/slide" Target="slide222.xml"/><Relationship Id="rId5" Type="http://schemas.openxmlformats.org/officeDocument/2006/relationships/slide" Target="slide87.xml"/><Relationship Id="rId15" Type="http://schemas.openxmlformats.org/officeDocument/2006/relationships/slide" Target="slide216.xml"/><Relationship Id="rId10" Type="http://schemas.openxmlformats.org/officeDocument/2006/relationships/slide" Target="slide218.xml"/><Relationship Id="rId4" Type="http://schemas.openxmlformats.org/officeDocument/2006/relationships/slide" Target="slide23.xml"/><Relationship Id="rId9" Type="http://schemas.openxmlformats.org/officeDocument/2006/relationships/slide" Target="slide246.xml"/><Relationship Id="rId14" Type="http://schemas.openxmlformats.org/officeDocument/2006/relationships/slide" Target="slide215.xml"/></Relationships>
</file>

<file path=ppt/slides/_rels/slide215.xml.rels><?xml version="1.0" encoding="UTF-8" standalone="yes"?>
<Relationships xmlns="http://schemas.openxmlformats.org/package/2006/relationships"><Relationship Id="rId8" Type="http://schemas.openxmlformats.org/officeDocument/2006/relationships/slide" Target="slide231.xml"/><Relationship Id="rId13" Type="http://schemas.openxmlformats.org/officeDocument/2006/relationships/slide" Target="slide213.xml"/><Relationship Id="rId3" Type="http://schemas.openxmlformats.org/officeDocument/2006/relationships/slide" Target="slide5.xml"/><Relationship Id="rId7" Type="http://schemas.openxmlformats.org/officeDocument/2006/relationships/slide" Target="slide199.xml"/><Relationship Id="rId12" Type="http://schemas.openxmlformats.org/officeDocument/2006/relationships/slide" Target="slide227.xml"/><Relationship Id="rId2" Type="http://schemas.openxmlformats.org/officeDocument/2006/relationships/notesSlide" Target="../notesSlides/notesSlide215.xml"/><Relationship Id="rId16" Type="http://schemas.openxmlformats.org/officeDocument/2006/relationships/chart" Target="../charts/chart21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52.xml"/><Relationship Id="rId11" Type="http://schemas.openxmlformats.org/officeDocument/2006/relationships/slide" Target="slide223.xml"/><Relationship Id="rId5" Type="http://schemas.openxmlformats.org/officeDocument/2006/relationships/slide" Target="slide88.xml"/><Relationship Id="rId15" Type="http://schemas.openxmlformats.org/officeDocument/2006/relationships/slide" Target="slide216.xml"/><Relationship Id="rId10" Type="http://schemas.openxmlformats.org/officeDocument/2006/relationships/slide" Target="slide219.xml"/><Relationship Id="rId4" Type="http://schemas.openxmlformats.org/officeDocument/2006/relationships/slide" Target="slide24.xml"/><Relationship Id="rId9" Type="http://schemas.openxmlformats.org/officeDocument/2006/relationships/slide" Target="slide247.xml"/><Relationship Id="rId14" Type="http://schemas.openxmlformats.org/officeDocument/2006/relationships/slide" Target="slide214.xml"/></Relationships>
</file>

<file path=ppt/slides/_rels/slide216.xml.rels><?xml version="1.0" encoding="UTF-8" standalone="yes"?>
<Relationships xmlns="http://schemas.openxmlformats.org/package/2006/relationships"><Relationship Id="rId8" Type="http://schemas.openxmlformats.org/officeDocument/2006/relationships/slide" Target="slide232.xml"/><Relationship Id="rId13" Type="http://schemas.openxmlformats.org/officeDocument/2006/relationships/slide" Target="slide213.xml"/><Relationship Id="rId3" Type="http://schemas.openxmlformats.org/officeDocument/2006/relationships/slide" Target="slide5.xml"/><Relationship Id="rId7" Type="http://schemas.openxmlformats.org/officeDocument/2006/relationships/slide" Target="slide200.xml"/><Relationship Id="rId12" Type="http://schemas.openxmlformats.org/officeDocument/2006/relationships/slide" Target="slide228.xml"/><Relationship Id="rId2" Type="http://schemas.openxmlformats.org/officeDocument/2006/relationships/notesSlide" Target="../notesSlides/notesSlide216.xml"/><Relationship Id="rId16" Type="http://schemas.openxmlformats.org/officeDocument/2006/relationships/chart" Target="../charts/chart21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53.xml"/><Relationship Id="rId11" Type="http://schemas.openxmlformats.org/officeDocument/2006/relationships/slide" Target="slide224.xml"/><Relationship Id="rId5" Type="http://schemas.openxmlformats.org/officeDocument/2006/relationships/slide" Target="slide89.xml"/><Relationship Id="rId15" Type="http://schemas.openxmlformats.org/officeDocument/2006/relationships/slide" Target="slide215.xml"/><Relationship Id="rId10" Type="http://schemas.openxmlformats.org/officeDocument/2006/relationships/slide" Target="slide220.xml"/><Relationship Id="rId4" Type="http://schemas.openxmlformats.org/officeDocument/2006/relationships/slide" Target="slide25.xml"/><Relationship Id="rId9" Type="http://schemas.openxmlformats.org/officeDocument/2006/relationships/slide" Target="slide248.xml"/><Relationship Id="rId14" Type="http://schemas.openxmlformats.org/officeDocument/2006/relationships/slide" Target="slide214.xml"/></Relationships>
</file>

<file path=ppt/slides/_rels/slide217.xml.rels><?xml version="1.0" encoding="UTF-8" standalone="yes"?>
<Relationships xmlns="http://schemas.openxmlformats.org/package/2006/relationships"><Relationship Id="rId8" Type="http://schemas.openxmlformats.org/officeDocument/2006/relationships/slide" Target="slide233.xml"/><Relationship Id="rId13" Type="http://schemas.openxmlformats.org/officeDocument/2006/relationships/slide" Target="slide218.xml"/><Relationship Id="rId3" Type="http://schemas.openxmlformats.org/officeDocument/2006/relationships/slide" Target="slide5.xml"/><Relationship Id="rId7" Type="http://schemas.openxmlformats.org/officeDocument/2006/relationships/slide" Target="slide201.xml"/><Relationship Id="rId12" Type="http://schemas.openxmlformats.org/officeDocument/2006/relationships/slide" Target="slide225.xml"/><Relationship Id="rId2" Type="http://schemas.openxmlformats.org/officeDocument/2006/relationships/notesSlide" Target="../notesSlides/notesSlide217.xml"/><Relationship Id="rId16" Type="http://schemas.openxmlformats.org/officeDocument/2006/relationships/chart" Target="../charts/chart21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54.xml"/><Relationship Id="rId11" Type="http://schemas.openxmlformats.org/officeDocument/2006/relationships/slide" Target="slide221.xml"/><Relationship Id="rId5" Type="http://schemas.openxmlformats.org/officeDocument/2006/relationships/slide" Target="slide90.xml"/><Relationship Id="rId15" Type="http://schemas.openxmlformats.org/officeDocument/2006/relationships/slide" Target="slide220.xml"/><Relationship Id="rId10" Type="http://schemas.openxmlformats.org/officeDocument/2006/relationships/slide" Target="slide213.xml"/><Relationship Id="rId4" Type="http://schemas.openxmlformats.org/officeDocument/2006/relationships/slide" Target="slide26.xml"/><Relationship Id="rId9" Type="http://schemas.openxmlformats.org/officeDocument/2006/relationships/slide" Target="slide249.xml"/><Relationship Id="rId14" Type="http://schemas.openxmlformats.org/officeDocument/2006/relationships/slide" Target="slide219.xml"/></Relationships>
</file>

<file path=ppt/slides/_rels/slide218.xml.rels><?xml version="1.0" encoding="UTF-8" standalone="yes"?>
<Relationships xmlns="http://schemas.openxmlformats.org/package/2006/relationships"><Relationship Id="rId8" Type="http://schemas.openxmlformats.org/officeDocument/2006/relationships/slide" Target="slide234.xml"/><Relationship Id="rId13" Type="http://schemas.openxmlformats.org/officeDocument/2006/relationships/slide" Target="slide217.xml"/><Relationship Id="rId3" Type="http://schemas.openxmlformats.org/officeDocument/2006/relationships/slide" Target="slide5.xml"/><Relationship Id="rId7" Type="http://schemas.openxmlformats.org/officeDocument/2006/relationships/slide" Target="slide202.xml"/><Relationship Id="rId12" Type="http://schemas.openxmlformats.org/officeDocument/2006/relationships/slide" Target="slide226.xml"/><Relationship Id="rId2" Type="http://schemas.openxmlformats.org/officeDocument/2006/relationships/notesSlide" Target="../notesSlides/notesSlide218.xml"/><Relationship Id="rId16" Type="http://schemas.openxmlformats.org/officeDocument/2006/relationships/chart" Target="../charts/chart21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55.xml"/><Relationship Id="rId11" Type="http://schemas.openxmlformats.org/officeDocument/2006/relationships/slide" Target="slide222.xml"/><Relationship Id="rId5" Type="http://schemas.openxmlformats.org/officeDocument/2006/relationships/slide" Target="slide91.xml"/><Relationship Id="rId15" Type="http://schemas.openxmlformats.org/officeDocument/2006/relationships/slide" Target="slide220.xml"/><Relationship Id="rId10" Type="http://schemas.openxmlformats.org/officeDocument/2006/relationships/slide" Target="slide214.xml"/><Relationship Id="rId4" Type="http://schemas.openxmlformats.org/officeDocument/2006/relationships/slide" Target="slide27.xml"/><Relationship Id="rId9" Type="http://schemas.openxmlformats.org/officeDocument/2006/relationships/slide" Target="slide250.xml"/><Relationship Id="rId14" Type="http://schemas.openxmlformats.org/officeDocument/2006/relationships/slide" Target="slide219.xml"/></Relationships>
</file>

<file path=ppt/slides/_rels/slide219.xml.rels><?xml version="1.0" encoding="UTF-8" standalone="yes"?>
<Relationships xmlns="http://schemas.openxmlformats.org/package/2006/relationships"><Relationship Id="rId8" Type="http://schemas.openxmlformats.org/officeDocument/2006/relationships/slide" Target="slide235.xml"/><Relationship Id="rId13" Type="http://schemas.openxmlformats.org/officeDocument/2006/relationships/slide" Target="slide217.xml"/><Relationship Id="rId3" Type="http://schemas.openxmlformats.org/officeDocument/2006/relationships/slide" Target="slide5.xml"/><Relationship Id="rId7" Type="http://schemas.openxmlformats.org/officeDocument/2006/relationships/slide" Target="slide203.xml"/><Relationship Id="rId12" Type="http://schemas.openxmlformats.org/officeDocument/2006/relationships/slide" Target="slide227.xml"/><Relationship Id="rId2" Type="http://schemas.openxmlformats.org/officeDocument/2006/relationships/notesSlide" Target="../notesSlides/notesSlide219.xml"/><Relationship Id="rId16" Type="http://schemas.openxmlformats.org/officeDocument/2006/relationships/chart" Target="../charts/chart21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56.xml"/><Relationship Id="rId11" Type="http://schemas.openxmlformats.org/officeDocument/2006/relationships/slide" Target="slide223.xml"/><Relationship Id="rId5" Type="http://schemas.openxmlformats.org/officeDocument/2006/relationships/slide" Target="slide92.xml"/><Relationship Id="rId15" Type="http://schemas.openxmlformats.org/officeDocument/2006/relationships/slide" Target="slide220.xml"/><Relationship Id="rId10" Type="http://schemas.openxmlformats.org/officeDocument/2006/relationships/slide" Target="slide215.xml"/><Relationship Id="rId4" Type="http://schemas.openxmlformats.org/officeDocument/2006/relationships/slide" Target="slide28.xml"/><Relationship Id="rId9" Type="http://schemas.openxmlformats.org/officeDocument/2006/relationships/slide" Target="slide251.xml"/><Relationship Id="rId14" Type="http://schemas.openxmlformats.org/officeDocument/2006/relationships/slide" Target="slide218.xml"/></Relationships>
</file>

<file path=ppt/slides/_rels/slide220.xml.rels><?xml version="1.0" encoding="UTF-8" standalone="yes"?>
<Relationships xmlns="http://schemas.openxmlformats.org/package/2006/relationships"><Relationship Id="rId8" Type="http://schemas.openxmlformats.org/officeDocument/2006/relationships/slide" Target="slide236.xml"/><Relationship Id="rId13" Type="http://schemas.openxmlformats.org/officeDocument/2006/relationships/slide" Target="slide217.xml"/><Relationship Id="rId3" Type="http://schemas.openxmlformats.org/officeDocument/2006/relationships/slide" Target="slide5.xml"/><Relationship Id="rId7" Type="http://schemas.openxmlformats.org/officeDocument/2006/relationships/slide" Target="slide204.xml"/><Relationship Id="rId12" Type="http://schemas.openxmlformats.org/officeDocument/2006/relationships/slide" Target="slide228.xml"/><Relationship Id="rId2" Type="http://schemas.openxmlformats.org/officeDocument/2006/relationships/notesSlide" Target="../notesSlides/notesSlide220.xml"/><Relationship Id="rId16" Type="http://schemas.openxmlformats.org/officeDocument/2006/relationships/chart" Target="../charts/chart21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57.xml"/><Relationship Id="rId11" Type="http://schemas.openxmlformats.org/officeDocument/2006/relationships/slide" Target="slide224.xml"/><Relationship Id="rId5" Type="http://schemas.openxmlformats.org/officeDocument/2006/relationships/slide" Target="slide93.xml"/><Relationship Id="rId15" Type="http://schemas.openxmlformats.org/officeDocument/2006/relationships/slide" Target="slide219.xml"/><Relationship Id="rId10" Type="http://schemas.openxmlformats.org/officeDocument/2006/relationships/slide" Target="slide216.xml"/><Relationship Id="rId4" Type="http://schemas.openxmlformats.org/officeDocument/2006/relationships/slide" Target="slide29.xml"/><Relationship Id="rId9" Type="http://schemas.openxmlformats.org/officeDocument/2006/relationships/slide" Target="slide252.xml"/><Relationship Id="rId14" Type="http://schemas.openxmlformats.org/officeDocument/2006/relationships/slide" Target="slide218.xml"/></Relationships>
</file>

<file path=ppt/slides/_rels/slide221.xml.rels><?xml version="1.0" encoding="UTF-8" standalone="yes"?>
<Relationships xmlns="http://schemas.openxmlformats.org/package/2006/relationships"><Relationship Id="rId8" Type="http://schemas.openxmlformats.org/officeDocument/2006/relationships/slide" Target="slide237.xml"/><Relationship Id="rId13" Type="http://schemas.openxmlformats.org/officeDocument/2006/relationships/slide" Target="slide222.xml"/><Relationship Id="rId3" Type="http://schemas.openxmlformats.org/officeDocument/2006/relationships/slide" Target="slide5.xml"/><Relationship Id="rId7" Type="http://schemas.openxmlformats.org/officeDocument/2006/relationships/slide" Target="slide205.xml"/><Relationship Id="rId12" Type="http://schemas.openxmlformats.org/officeDocument/2006/relationships/slide" Target="slide225.xml"/><Relationship Id="rId2" Type="http://schemas.openxmlformats.org/officeDocument/2006/relationships/notesSlide" Target="../notesSlides/notesSlide221.xml"/><Relationship Id="rId16" Type="http://schemas.openxmlformats.org/officeDocument/2006/relationships/chart" Target="../charts/chart21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58.xml"/><Relationship Id="rId11" Type="http://schemas.openxmlformats.org/officeDocument/2006/relationships/slide" Target="slide217.xml"/><Relationship Id="rId5" Type="http://schemas.openxmlformats.org/officeDocument/2006/relationships/slide" Target="slide94.xml"/><Relationship Id="rId15" Type="http://schemas.openxmlformats.org/officeDocument/2006/relationships/slide" Target="slide224.xml"/><Relationship Id="rId10" Type="http://schemas.openxmlformats.org/officeDocument/2006/relationships/slide" Target="slide213.xml"/><Relationship Id="rId4" Type="http://schemas.openxmlformats.org/officeDocument/2006/relationships/slide" Target="slide30.xml"/><Relationship Id="rId9" Type="http://schemas.openxmlformats.org/officeDocument/2006/relationships/slide" Target="slide253.xml"/><Relationship Id="rId14" Type="http://schemas.openxmlformats.org/officeDocument/2006/relationships/slide" Target="slide223.xml"/></Relationships>
</file>

<file path=ppt/slides/_rels/slide222.xml.rels><?xml version="1.0" encoding="UTF-8" standalone="yes"?>
<Relationships xmlns="http://schemas.openxmlformats.org/package/2006/relationships"><Relationship Id="rId8" Type="http://schemas.openxmlformats.org/officeDocument/2006/relationships/slide" Target="slide238.xml"/><Relationship Id="rId13" Type="http://schemas.openxmlformats.org/officeDocument/2006/relationships/slide" Target="slide221.xml"/><Relationship Id="rId3" Type="http://schemas.openxmlformats.org/officeDocument/2006/relationships/slide" Target="slide5.xml"/><Relationship Id="rId7" Type="http://schemas.openxmlformats.org/officeDocument/2006/relationships/slide" Target="slide206.xml"/><Relationship Id="rId12" Type="http://schemas.openxmlformats.org/officeDocument/2006/relationships/slide" Target="slide226.xml"/><Relationship Id="rId2" Type="http://schemas.openxmlformats.org/officeDocument/2006/relationships/notesSlide" Target="../notesSlides/notesSlide222.xml"/><Relationship Id="rId16" Type="http://schemas.openxmlformats.org/officeDocument/2006/relationships/chart" Target="../charts/chart21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59.xml"/><Relationship Id="rId11" Type="http://schemas.openxmlformats.org/officeDocument/2006/relationships/slide" Target="slide218.xml"/><Relationship Id="rId5" Type="http://schemas.openxmlformats.org/officeDocument/2006/relationships/slide" Target="slide95.xml"/><Relationship Id="rId15" Type="http://schemas.openxmlformats.org/officeDocument/2006/relationships/slide" Target="slide224.xml"/><Relationship Id="rId10" Type="http://schemas.openxmlformats.org/officeDocument/2006/relationships/slide" Target="slide214.xml"/><Relationship Id="rId4" Type="http://schemas.openxmlformats.org/officeDocument/2006/relationships/slide" Target="slide31.xml"/><Relationship Id="rId9" Type="http://schemas.openxmlformats.org/officeDocument/2006/relationships/slide" Target="slide254.xml"/><Relationship Id="rId14" Type="http://schemas.openxmlformats.org/officeDocument/2006/relationships/slide" Target="slide223.xml"/></Relationships>
</file>

<file path=ppt/slides/_rels/slide223.xml.rels><?xml version="1.0" encoding="UTF-8" standalone="yes"?>
<Relationships xmlns="http://schemas.openxmlformats.org/package/2006/relationships"><Relationship Id="rId8" Type="http://schemas.openxmlformats.org/officeDocument/2006/relationships/slide" Target="slide239.xml"/><Relationship Id="rId13" Type="http://schemas.openxmlformats.org/officeDocument/2006/relationships/slide" Target="slide221.xml"/><Relationship Id="rId3" Type="http://schemas.openxmlformats.org/officeDocument/2006/relationships/slide" Target="slide5.xml"/><Relationship Id="rId7" Type="http://schemas.openxmlformats.org/officeDocument/2006/relationships/slide" Target="slide207.xml"/><Relationship Id="rId12" Type="http://schemas.openxmlformats.org/officeDocument/2006/relationships/slide" Target="slide227.xml"/><Relationship Id="rId2" Type="http://schemas.openxmlformats.org/officeDocument/2006/relationships/notesSlide" Target="../notesSlides/notesSlide223.xml"/><Relationship Id="rId16" Type="http://schemas.openxmlformats.org/officeDocument/2006/relationships/chart" Target="../charts/chart21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60.xml"/><Relationship Id="rId11" Type="http://schemas.openxmlformats.org/officeDocument/2006/relationships/slide" Target="slide219.xml"/><Relationship Id="rId5" Type="http://schemas.openxmlformats.org/officeDocument/2006/relationships/slide" Target="slide96.xml"/><Relationship Id="rId15" Type="http://schemas.openxmlformats.org/officeDocument/2006/relationships/slide" Target="slide224.xml"/><Relationship Id="rId10" Type="http://schemas.openxmlformats.org/officeDocument/2006/relationships/slide" Target="slide215.xml"/><Relationship Id="rId4" Type="http://schemas.openxmlformats.org/officeDocument/2006/relationships/slide" Target="slide32.xml"/><Relationship Id="rId9" Type="http://schemas.openxmlformats.org/officeDocument/2006/relationships/slide" Target="slide255.xml"/><Relationship Id="rId14" Type="http://schemas.openxmlformats.org/officeDocument/2006/relationships/slide" Target="slide222.xml"/></Relationships>
</file>

<file path=ppt/slides/_rels/slide224.xml.rels><?xml version="1.0" encoding="UTF-8" standalone="yes"?>
<Relationships xmlns="http://schemas.openxmlformats.org/package/2006/relationships"><Relationship Id="rId8" Type="http://schemas.openxmlformats.org/officeDocument/2006/relationships/slide" Target="slide240.xml"/><Relationship Id="rId13" Type="http://schemas.openxmlformats.org/officeDocument/2006/relationships/slide" Target="slide221.xml"/><Relationship Id="rId3" Type="http://schemas.openxmlformats.org/officeDocument/2006/relationships/slide" Target="slide5.xml"/><Relationship Id="rId7" Type="http://schemas.openxmlformats.org/officeDocument/2006/relationships/slide" Target="slide208.xml"/><Relationship Id="rId12" Type="http://schemas.openxmlformats.org/officeDocument/2006/relationships/slide" Target="slide228.xml"/><Relationship Id="rId2" Type="http://schemas.openxmlformats.org/officeDocument/2006/relationships/notesSlide" Target="../notesSlides/notesSlide224.xml"/><Relationship Id="rId16" Type="http://schemas.openxmlformats.org/officeDocument/2006/relationships/chart" Target="../charts/chart22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61.xml"/><Relationship Id="rId11" Type="http://schemas.openxmlformats.org/officeDocument/2006/relationships/slide" Target="slide220.xml"/><Relationship Id="rId5" Type="http://schemas.openxmlformats.org/officeDocument/2006/relationships/slide" Target="slide97.xml"/><Relationship Id="rId15" Type="http://schemas.openxmlformats.org/officeDocument/2006/relationships/slide" Target="slide223.xml"/><Relationship Id="rId10" Type="http://schemas.openxmlformats.org/officeDocument/2006/relationships/slide" Target="slide216.xml"/><Relationship Id="rId4" Type="http://schemas.openxmlformats.org/officeDocument/2006/relationships/slide" Target="slide33.xml"/><Relationship Id="rId9" Type="http://schemas.openxmlformats.org/officeDocument/2006/relationships/slide" Target="slide256.xml"/><Relationship Id="rId14" Type="http://schemas.openxmlformats.org/officeDocument/2006/relationships/slide" Target="slide222.xml"/></Relationships>
</file>

<file path=ppt/slides/_rels/slide225.xml.rels><?xml version="1.0" encoding="UTF-8" standalone="yes"?>
<Relationships xmlns="http://schemas.openxmlformats.org/package/2006/relationships"><Relationship Id="rId8" Type="http://schemas.openxmlformats.org/officeDocument/2006/relationships/slide" Target="slide241.xml"/><Relationship Id="rId13" Type="http://schemas.openxmlformats.org/officeDocument/2006/relationships/slide" Target="slide226.xml"/><Relationship Id="rId3" Type="http://schemas.openxmlformats.org/officeDocument/2006/relationships/slide" Target="slide5.xml"/><Relationship Id="rId7" Type="http://schemas.openxmlformats.org/officeDocument/2006/relationships/slide" Target="slide209.xml"/><Relationship Id="rId12" Type="http://schemas.openxmlformats.org/officeDocument/2006/relationships/slide" Target="slide221.xml"/><Relationship Id="rId2" Type="http://schemas.openxmlformats.org/officeDocument/2006/relationships/notesSlide" Target="../notesSlides/notesSlide225.xml"/><Relationship Id="rId16" Type="http://schemas.openxmlformats.org/officeDocument/2006/relationships/chart" Target="../charts/chart22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62.xml"/><Relationship Id="rId11" Type="http://schemas.openxmlformats.org/officeDocument/2006/relationships/slide" Target="slide217.xml"/><Relationship Id="rId5" Type="http://schemas.openxmlformats.org/officeDocument/2006/relationships/slide" Target="slide98.xml"/><Relationship Id="rId15" Type="http://schemas.openxmlformats.org/officeDocument/2006/relationships/slide" Target="slide228.xml"/><Relationship Id="rId10" Type="http://schemas.openxmlformats.org/officeDocument/2006/relationships/slide" Target="slide213.xml"/><Relationship Id="rId4" Type="http://schemas.openxmlformats.org/officeDocument/2006/relationships/slide" Target="slide34.xml"/><Relationship Id="rId9" Type="http://schemas.openxmlformats.org/officeDocument/2006/relationships/slide" Target="slide257.xml"/><Relationship Id="rId14" Type="http://schemas.openxmlformats.org/officeDocument/2006/relationships/slide" Target="slide227.xml"/></Relationships>
</file>

<file path=ppt/slides/_rels/slide226.xml.rels><?xml version="1.0" encoding="UTF-8" standalone="yes"?>
<Relationships xmlns="http://schemas.openxmlformats.org/package/2006/relationships"><Relationship Id="rId8" Type="http://schemas.openxmlformats.org/officeDocument/2006/relationships/slide" Target="slide242.xml"/><Relationship Id="rId13" Type="http://schemas.openxmlformats.org/officeDocument/2006/relationships/slide" Target="slide225.xml"/><Relationship Id="rId3" Type="http://schemas.openxmlformats.org/officeDocument/2006/relationships/slide" Target="slide5.xml"/><Relationship Id="rId7" Type="http://schemas.openxmlformats.org/officeDocument/2006/relationships/slide" Target="slide210.xml"/><Relationship Id="rId12" Type="http://schemas.openxmlformats.org/officeDocument/2006/relationships/slide" Target="slide222.xml"/><Relationship Id="rId2" Type="http://schemas.openxmlformats.org/officeDocument/2006/relationships/notesSlide" Target="../notesSlides/notesSlide226.xml"/><Relationship Id="rId16" Type="http://schemas.openxmlformats.org/officeDocument/2006/relationships/chart" Target="../charts/chart22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63.xml"/><Relationship Id="rId11" Type="http://schemas.openxmlformats.org/officeDocument/2006/relationships/slide" Target="slide218.xml"/><Relationship Id="rId5" Type="http://schemas.openxmlformats.org/officeDocument/2006/relationships/slide" Target="slide99.xml"/><Relationship Id="rId15" Type="http://schemas.openxmlformats.org/officeDocument/2006/relationships/slide" Target="slide228.xml"/><Relationship Id="rId10" Type="http://schemas.openxmlformats.org/officeDocument/2006/relationships/slide" Target="slide214.xml"/><Relationship Id="rId4" Type="http://schemas.openxmlformats.org/officeDocument/2006/relationships/slide" Target="slide35.xml"/><Relationship Id="rId9" Type="http://schemas.openxmlformats.org/officeDocument/2006/relationships/slide" Target="slide258.xml"/><Relationship Id="rId14" Type="http://schemas.openxmlformats.org/officeDocument/2006/relationships/slide" Target="slide227.xml"/></Relationships>
</file>

<file path=ppt/slides/_rels/slide227.xml.rels><?xml version="1.0" encoding="UTF-8" standalone="yes"?>
<Relationships xmlns="http://schemas.openxmlformats.org/package/2006/relationships"><Relationship Id="rId8" Type="http://schemas.openxmlformats.org/officeDocument/2006/relationships/slide" Target="slide243.xml"/><Relationship Id="rId13" Type="http://schemas.openxmlformats.org/officeDocument/2006/relationships/slide" Target="slide225.xml"/><Relationship Id="rId3" Type="http://schemas.openxmlformats.org/officeDocument/2006/relationships/slide" Target="slide5.xml"/><Relationship Id="rId7" Type="http://schemas.openxmlformats.org/officeDocument/2006/relationships/slide" Target="slide211.xml"/><Relationship Id="rId12" Type="http://schemas.openxmlformats.org/officeDocument/2006/relationships/slide" Target="slide223.xml"/><Relationship Id="rId2" Type="http://schemas.openxmlformats.org/officeDocument/2006/relationships/notesSlide" Target="../notesSlides/notesSlide227.xml"/><Relationship Id="rId16" Type="http://schemas.openxmlformats.org/officeDocument/2006/relationships/chart" Target="../charts/chart22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64.xml"/><Relationship Id="rId11" Type="http://schemas.openxmlformats.org/officeDocument/2006/relationships/slide" Target="slide219.xml"/><Relationship Id="rId5" Type="http://schemas.openxmlformats.org/officeDocument/2006/relationships/slide" Target="slide100.xml"/><Relationship Id="rId15" Type="http://schemas.openxmlformats.org/officeDocument/2006/relationships/slide" Target="slide228.xml"/><Relationship Id="rId10" Type="http://schemas.openxmlformats.org/officeDocument/2006/relationships/slide" Target="slide215.xml"/><Relationship Id="rId4" Type="http://schemas.openxmlformats.org/officeDocument/2006/relationships/slide" Target="slide36.xml"/><Relationship Id="rId9" Type="http://schemas.openxmlformats.org/officeDocument/2006/relationships/slide" Target="slide259.xml"/><Relationship Id="rId14" Type="http://schemas.openxmlformats.org/officeDocument/2006/relationships/slide" Target="slide226.xml"/></Relationships>
</file>

<file path=ppt/slides/_rels/slide228.xml.rels><?xml version="1.0" encoding="UTF-8" standalone="yes"?>
<Relationships xmlns="http://schemas.openxmlformats.org/package/2006/relationships"><Relationship Id="rId8" Type="http://schemas.openxmlformats.org/officeDocument/2006/relationships/slide" Target="slide244.xml"/><Relationship Id="rId13" Type="http://schemas.openxmlformats.org/officeDocument/2006/relationships/slide" Target="slide225.xml"/><Relationship Id="rId3" Type="http://schemas.openxmlformats.org/officeDocument/2006/relationships/slide" Target="slide5.xml"/><Relationship Id="rId7" Type="http://schemas.openxmlformats.org/officeDocument/2006/relationships/slide" Target="slide212.xml"/><Relationship Id="rId12" Type="http://schemas.openxmlformats.org/officeDocument/2006/relationships/slide" Target="slide224.xml"/><Relationship Id="rId2" Type="http://schemas.openxmlformats.org/officeDocument/2006/relationships/notesSlide" Target="../notesSlides/notesSlide228.xml"/><Relationship Id="rId16" Type="http://schemas.openxmlformats.org/officeDocument/2006/relationships/chart" Target="../charts/chart22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65.xml"/><Relationship Id="rId11" Type="http://schemas.openxmlformats.org/officeDocument/2006/relationships/slide" Target="slide220.xml"/><Relationship Id="rId5" Type="http://schemas.openxmlformats.org/officeDocument/2006/relationships/slide" Target="slide101.xml"/><Relationship Id="rId15" Type="http://schemas.openxmlformats.org/officeDocument/2006/relationships/slide" Target="slide227.xml"/><Relationship Id="rId10" Type="http://schemas.openxmlformats.org/officeDocument/2006/relationships/slide" Target="slide216.xml"/><Relationship Id="rId4" Type="http://schemas.openxmlformats.org/officeDocument/2006/relationships/slide" Target="slide37.xml"/><Relationship Id="rId9" Type="http://schemas.openxmlformats.org/officeDocument/2006/relationships/slide" Target="slide260.xml"/><Relationship Id="rId14" Type="http://schemas.openxmlformats.org/officeDocument/2006/relationships/slide" Target="slide226.xml"/></Relationships>
</file>

<file path=ppt/slides/_rels/slide229.xml.rels><?xml version="1.0" encoding="UTF-8" standalone="yes"?>
<Relationships xmlns="http://schemas.openxmlformats.org/package/2006/relationships"><Relationship Id="rId8" Type="http://schemas.openxmlformats.org/officeDocument/2006/relationships/slide" Target="slide213.xml"/><Relationship Id="rId13" Type="http://schemas.openxmlformats.org/officeDocument/2006/relationships/slide" Target="slide230.xml"/><Relationship Id="rId3" Type="http://schemas.openxmlformats.org/officeDocument/2006/relationships/slide" Target="slide5.xml"/><Relationship Id="rId7" Type="http://schemas.openxmlformats.org/officeDocument/2006/relationships/slide" Target="slide197.xml"/><Relationship Id="rId12" Type="http://schemas.openxmlformats.org/officeDocument/2006/relationships/slide" Target="slide241.xml"/><Relationship Id="rId2" Type="http://schemas.openxmlformats.org/officeDocument/2006/relationships/notesSlide" Target="../notesSlides/notesSlide229.xml"/><Relationship Id="rId16" Type="http://schemas.openxmlformats.org/officeDocument/2006/relationships/chart" Target="../charts/chart22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66.xml"/><Relationship Id="rId11" Type="http://schemas.openxmlformats.org/officeDocument/2006/relationships/slide" Target="slide237.xml"/><Relationship Id="rId5" Type="http://schemas.openxmlformats.org/officeDocument/2006/relationships/slide" Target="slide102.xml"/><Relationship Id="rId15" Type="http://schemas.openxmlformats.org/officeDocument/2006/relationships/slide" Target="slide232.xml"/><Relationship Id="rId10" Type="http://schemas.openxmlformats.org/officeDocument/2006/relationships/slide" Target="slide233.xml"/><Relationship Id="rId4" Type="http://schemas.openxmlformats.org/officeDocument/2006/relationships/slide" Target="slide38.xml"/><Relationship Id="rId9" Type="http://schemas.openxmlformats.org/officeDocument/2006/relationships/slide" Target="slide245.xml"/><Relationship Id="rId14" Type="http://schemas.openxmlformats.org/officeDocument/2006/relationships/slide" Target="slide231.xml"/></Relationships>
</file>

<file path=ppt/slides/_rels/slide230.xml.rels><?xml version="1.0" encoding="UTF-8" standalone="yes"?>
<Relationships xmlns="http://schemas.openxmlformats.org/package/2006/relationships"><Relationship Id="rId8" Type="http://schemas.openxmlformats.org/officeDocument/2006/relationships/slide" Target="slide214.xml"/><Relationship Id="rId13" Type="http://schemas.openxmlformats.org/officeDocument/2006/relationships/slide" Target="slide229.xml"/><Relationship Id="rId3" Type="http://schemas.openxmlformats.org/officeDocument/2006/relationships/slide" Target="slide5.xml"/><Relationship Id="rId7" Type="http://schemas.openxmlformats.org/officeDocument/2006/relationships/slide" Target="slide198.xml"/><Relationship Id="rId12" Type="http://schemas.openxmlformats.org/officeDocument/2006/relationships/slide" Target="slide242.xml"/><Relationship Id="rId2" Type="http://schemas.openxmlformats.org/officeDocument/2006/relationships/notesSlide" Target="../notesSlides/notesSlide230.xml"/><Relationship Id="rId16" Type="http://schemas.openxmlformats.org/officeDocument/2006/relationships/chart" Target="../charts/chart22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67.xml"/><Relationship Id="rId11" Type="http://schemas.openxmlformats.org/officeDocument/2006/relationships/slide" Target="slide238.xml"/><Relationship Id="rId5" Type="http://schemas.openxmlformats.org/officeDocument/2006/relationships/slide" Target="slide103.xml"/><Relationship Id="rId15" Type="http://schemas.openxmlformats.org/officeDocument/2006/relationships/slide" Target="slide232.xml"/><Relationship Id="rId10" Type="http://schemas.openxmlformats.org/officeDocument/2006/relationships/slide" Target="slide234.xml"/><Relationship Id="rId4" Type="http://schemas.openxmlformats.org/officeDocument/2006/relationships/slide" Target="slide39.xml"/><Relationship Id="rId9" Type="http://schemas.openxmlformats.org/officeDocument/2006/relationships/slide" Target="slide246.xml"/><Relationship Id="rId14" Type="http://schemas.openxmlformats.org/officeDocument/2006/relationships/slide" Target="slide231.xml"/></Relationships>
</file>

<file path=ppt/slides/_rels/slide231.xml.rels><?xml version="1.0" encoding="UTF-8" standalone="yes"?>
<Relationships xmlns="http://schemas.openxmlformats.org/package/2006/relationships"><Relationship Id="rId8" Type="http://schemas.openxmlformats.org/officeDocument/2006/relationships/slide" Target="slide215.xml"/><Relationship Id="rId13" Type="http://schemas.openxmlformats.org/officeDocument/2006/relationships/slide" Target="slide229.xml"/><Relationship Id="rId3" Type="http://schemas.openxmlformats.org/officeDocument/2006/relationships/slide" Target="slide5.xml"/><Relationship Id="rId7" Type="http://schemas.openxmlformats.org/officeDocument/2006/relationships/slide" Target="slide199.xml"/><Relationship Id="rId12" Type="http://schemas.openxmlformats.org/officeDocument/2006/relationships/slide" Target="slide243.xml"/><Relationship Id="rId2" Type="http://schemas.openxmlformats.org/officeDocument/2006/relationships/notesSlide" Target="../notesSlides/notesSlide231.xml"/><Relationship Id="rId16" Type="http://schemas.openxmlformats.org/officeDocument/2006/relationships/chart" Target="../charts/chart22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68.xml"/><Relationship Id="rId11" Type="http://schemas.openxmlformats.org/officeDocument/2006/relationships/slide" Target="slide239.xml"/><Relationship Id="rId5" Type="http://schemas.openxmlformats.org/officeDocument/2006/relationships/slide" Target="slide104.xml"/><Relationship Id="rId15" Type="http://schemas.openxmlformats.org/officeDocument/2006/relationships/slide" Target="slide232.xml"/><Relationship Id="rId10" Type="http://schemas.openxmlformats.org/officeDocument/2006/relationships/slide" Target="slide235.xml"/><Relationship Id="rId4" Type="http://schemas.openxmlformats.org/officeDocument/2006/relationships/slide" Target="slide40.xml"/><Relationship Id="rId9" Type="http://schemas.openxmlformats.org/officeDocument/2006/relationships/slide" Target="slide247.xml"/><Relationship Id="rId14" Type="http://schemas.openxmlformats.org/officeDocument/2006/relationships/slide" Target="slide230.xml"/></Relationships>
</file>

<file path=ppt/slides/_rels/slide232.xml.rels><?xml version="1.0" encoding="UTF-8" standalone="yes"?>
<Relationships xmlns="http://schemas.openxmlformats.org/package/2006/relationships"><Relationship Id="rId8" Type="http://schemas.openxmlformats.org/officeDocument/2006/relationships/slide" Target="slide216.xml"/><Relationship Id="rId13" Type="http://schemas.openxmlformats.org/officeDocument/2006/relationships/slide" Target="slide229.xml"/><Relationship Id="rId3" Type="http://schemas.openxmlformats.org/officeDocument/2006/relationships/slide" Target="slide5.xml"/><Relationship Id="rId7" Type="http://schemas.openxmlformats.org/officeDocument/2006/relationships/slide" Target="slide200.xml"/><Relationship Id="rId12" Type="http://schemas.openxmlformats.org/officeDocument/2006/relationships/slide" Target="slide244.xml"/><Relationship Id="rId2" Type="http://schemas.openxmlformats.org/officeDocument/2006/relationships/notesSlide" Target="../notesSlides/notesSlide232.xml"/><Relationship Id="rId16" Type="http://schemas.openxmlformats.org/officeDocument/2006/relationships/chart" Target="../charts/chart22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69.xml"/><Relationship Id="rId11" Type="http://schemas.openxmlformats.org/officeDocument/2006/relationships/slide" Target="slide240.xml"/><Relationship Id="rId5" Type="http://schemas.openxmlformats.org/officeDocument/2006/relationships/slide" Target="slide105.xml"/><Relationship Id="rId15" Type="http://schemas.openxmlformats.org/officeDocument/2006/relationships/slide" Target="slide231.xml"/><Relationship Id="rId10" Type="http://schemas.openxmlformats.org/officeDocument/2006/relationships/slide" Target="slide236.xml"/><Relationship Id="rId4" Type="http://schemas.openxmlformats.org/officeDocument/2006/relationships/slide" Target="slide41.xml"/><Relationship Id="rId9" Type="http://schemas.openxmlformats.org/officeDocument/2006/relationships/slide" Target="slide248.xml"/><Relationship Id="rId14" Type="http://schemas.openxmlformats.org/officeDocument/2006/relationships/slide" Target="slide230.xml"/></Relationships>
</file>

<file path=ppt/slides/_rels/slide233.xml.rels><?xml version="1.0" encoding="UTF-8" standalone="yes"?>
<Relationships xmlns="http://schemas.openxmlformats.org/package/2006/relationships"><Relationship Id="rId8" Type="http://schemas.openxmlformats.org/officeDocument/2006/relationships/slide" Target="slide217.xml"/><Relationship Id="rId13" Type="http://schemas.openxmlformats.org/officeDocument/2006/relationships/slide" Target="slide234.xml"/><Relationship Id="rId3" Type="http://schemas.openxmlformats.org/officeDocument/2006/relationships/slide" Target="slide5.xml"/><Relationship Id="rId7" Type="http://schemas.openxmlformats.org/officeDocument/2006/relationships/slide" Target="slide201.xml"/><Relationship Id="rId12" Type="http://schemas.openxmlformats.org/officeDocument/2006/relationships/slide" Target="slide241.xml"/><Relationship Id="rId2" Type="http://schemas.openxmlformats.org/officeDocument/2006/relationships/notesSlide" Target="../notesSlides/notesSlide233.xml"/><Relationship Id="rId16" Type="http://schemas.openxmlformats.org/officeDocument/2006/relationships/chart" Target="../charts/chart22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70.xml"/><Relationship Id="rId11" Type="http://schemas.openxmlformats.org/officeDocument/2006/relationships/slide" Target="slide237.xml"/><Relationship Id="rId5" Type="http://schemas.openxmlformats.org/officeDocument/2006/relationships/slide" Target="slide106.xml"/><Relationship Id="rId15" Type="http://schemas.openxmlformats.org/officeDocument/2006/relationships/slide" Target="slide236.xml"/><Relationship Id="rId10" Type="http://schemas.openxmlformats.org/officeDocument/2006/relationships/slide" Target="slide229.xml"/><Relationship Id="rId4" Type="http://schemas.openxmlformats.org/officeDocument/2006/relationships/slide" Target="slide42.xml"/><Relationship Id="rId9" Type="http://schemas.openxmlformats.org/officeDocument/2006/relationships/slide" Target="slide249.xml"/><Relationship Id="rId14" Type="http://schemas.openxmlformats.org/officeDocument/2006/relationships/slide" Target="slide235.xml"/></Relationships>
</file>

<file path=ppt/slides/_rels/slide234.xml.rels><?xml version="1.0" encoding="UTF-8" standalone="yes"?>
<Relationships xmlns="http://schemas.openxmlformats.org/package/2006/relationships"><Relationship Id="rId8" Type="http://schemas.openxmlformats.org/officeDocument/2006/relationships/slide" Target="slide218.xml"/><Relationship Id="rId13" Type="http://schemas.openxmlformats.org/officeDocument/2006/relationships/slide" Target="slide233.xml"/><Relationship Id="rId3" Type="http://schemas.openxmlformats.org/officeDocument/2006/relationships/slide" Target="slide5.xml"/><Relationship Id="rId7" Type="http://schemas.openxmlformats.org/officeDocument/2006/relationships/slide" Target="slide202.xml"/><Relationship Id="rId12" Type="http://schemas.openxmlformats.org/officeDocument/2006/relationships/slide" Target="slide242.xml"/><Relationship Id="rId2" Type="http://schemas.openxmlformats.org/officeDocument/2006/relationships/notesSlide" Target="../notesSlides/notesSlide234.xml"/><Relationship Id="rId16" Type="http://schemas.openxmlformats.org/officeDocument/2006/relationships/chart" Target="../charts/chart23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71.xml"/><Relationship Id="rId11" Type="http://schemas.openxmlformats.org/officeDocument/2006/relationships/slide" Target="slide238.xml"/><Relationship Id="rId5" Type="http://schemas.openxmlformats.org/officeDocument/2006/relationships/slide" Target="slide107.xml"/><Relationship Id="rId15" Type="http://schemas.openxmlformats.org/officeDocument/2006/relationships/slide" Target="slide236.xml"/><Relationship Id="rId10" Type="http://schemas.openxmlformats.org/officeDocument/2006/relationships/slide" Target="slide230.xml"/><Relationship Id="rId4" Type="http://schemas.openxmlformats.org/officeDocument/2006/relationships/slide" Target="slide43.xml"/><Relationship Id="rId9" Type="http://schemas.openxmlformats.org/officeDocument/2006/relationships/slide" Target="slide250.xml"/><Relationship Id="rId14" Type="http://schemas.openxmlformats.org/officeDocument/2006/relationships/slide" Target="slide235.xml"/></Relationships>
</file>

<file path=ppt/slides/_rels/slide235.xml.rels><?xml version="1.0" encoding="UTF-8" standalone="yes"?>
<Relationships xmlns="http://schemas.openxmlformats.org/package/2006/relationships"><Relationship Id="rId8" Type="http://schemas.openxmlformats.org/officeDocument/2006/relationships/slide" Target="slide219.xml"/><Relationship Id="rId13" Type="http://schemas.openxmlformats.org/officeDocument/2006/relationships/slide" Target="slide233.xml"/><Relationship Id="rId3" Type="http://schemas.openxmlformats.org/officeDocument/2006/relationships/slide" Target="slide5.xml"/><Relationship Id="rId7" Type="http://schemas.openxmlformats.org/officeDocument/2006/relationships/slide" Target="slide203.xml"/><Relationship Id="rId12" Type="http://schemas.openxmlformats.org/officeDocument/2006/relationships/slide" Target="slide243.xml"/><Relationship Id="rId2" Type="http://schemas.openxmlformats.org/officeDocument/2006/relationships/notesSlide" Target="../notesSlides/notesSlide235.xml"/><Relationship Id="rId16" Type="http://schemas.openxmlformats.org/officeDocument/2006/relationships/chart" Target="../charts/chart23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72.xml"/><Relationship Id="rId11" Type="http://schemas.openxmlformats.org/officeDocument/2006/relationships/slide" Target="slide239.xml"/><Relationship Id="rId5" Type="http://schemas.openxmlformats.org/officeDocument/2006/relationships/slide" Target="slide108.xml"/><Relationship Id="rId15" Type="http://schemas.openxmlformats.org/officeDocument/2006/relationships/slide" Target="slide236.xml"/><Relationship Id="rId10" Type="http://schemas.openxmlformats.org/officeDocument/2006/relationships/slide" Target="slide231.xml"/><Relationship Id="rId4" Type="http://schemas.openxmlformats.org/officeDocument/2006/relationships/slide" Target="slide44.xml"/><Relationship Id="rId9" Type="http://schemas.openxmlformats.org/officeDocument/2006/relationships/slide" Target="slide251.xml"/><Relationship Id="rId14" Type="http://schemas.openxmlformats.org/officeDocument/2006/relationships/slide" Target="slide234.xml"/></Relationships>
</file>

<file path=ppt/slides/_rels/slide236.xml.rels><?xml version="1.0" encoding="UTF-8" standalone="yes"?>
<Relationships xmlns="http://schemas.openxmlformats.org/package/2006/relationships"><Relationship Id="rId8" Type="http://schemas.openxmlformats.org/officeDocument/2006/relationships/slide" Target="slide220.xml"/><Relationship Id="rId13" Type="http://schemas.openxmlformats.org/officeDocument/2006/relationships/slide" Target="slide233.xml"/><Relationship Id="rId3" Type="http://schemas.openxmlformats.org/officeDocument/2006/relationships/slide" Target="slide5.xml"/><Relationship Id="rId7" Type="http://schemas.openxmlformats.org/officeDocument/2006/relationships/slide" Target="slide204.xml"/><Relationship Id="rId12" Type="http://schemas.openxmlformats.org/officeDocument/2006/relationships/slide" Target="slide244.xml"/><Relationship Id="rId2" Type="http://schemas.openxmlformats.org/officeDocument/2006/relationships/notesSlide" Target="../notesSlides/notesSlide236.xml"/><Relationship Id="rId16" Type="http://schemas.openxmlformats.org/officeDocument/2006/relationships/chart" Target="../charts/chart23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73.xml"/><Relationship Id="rId11" Type="http://schemas.openxmlformats.org/officeDocument/2006/relationships/slide" Target="slide240.xml"/><Relationship Id="rId5" Type="http://schemas.openxmlformats.org/officeDocument/2006/relationships/slide" Target="slide109.xml"/><Relationship Id="rId15" Type="http://schemas.openxmlformats.org/officeDocument/2006/relationships/slide" Target="slide235.xml"/><Relationship Id="rId10" Type="http://schemas.openxmlformats.org/officeDocument/2006/relationships/slide" Target="slide232.xml"/><Relationship Id="rId4" Type="http://schemas.openxmlformats.org/officeDocument/2006/relationships/slide" Target="slide45.xml"/><Relationship Id="rId9" Type="http://schemas.openxmlformats.org/officeDocument/2006/relationships/slide" Target="slide252.xml"/><Relationship Id="rId14" Type="http://schemas.openxmlformats.org/officeDocument/2006/relationships/slide" Target="slide234.xml"/></Relationships>
</file>

<file path=ppt/slides/_rels/slide237.xml.rels><?xml version="1.0" encoding="UTF-8" standalone="yes"?>
<Relationships xmlns="http://schemas.openxmlformats.org/package/2006/relationships"><Relationship Id="rId8" Type="http://schemas.openxmlformats.org/officeDocument/2006/relationships/slide" Target="slide221.xml"/><Relationship Id="rId13" Type="http://schemas.openxmlformats.org/officeDocument/2006/relationships/slide" Target="slide238.xml"/><Relationship Id="rId3" Type="http://schemas.openxmlformats.org/officeDocument/2006/relationships/slide" Target="slide5.xml"/><Relationship Id="rId7" Type="http://schemas.openxmlformats.org/officeDocument/2006/relationships/slide" Target="slide205.xml"/><Relationship Id="rId12" Type="http://schemas.openxmlformats.org/officeDocument/2006/relationships/slide" Target="slide241.xml"/><Relationship Id="rId2" Type="http://schemas.openxmlformats.org/officeDocument/2006/relationships/notesSlide" Target="../notesSlides/notesSlide237.xml"/><Relationship Id="rId16" Type="http://schemas.openxmlformats.org/officeDocument/2006/relationships/chart" Target="../charts/chart23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74.xml"/><Relationship Id="rId11" Type="http://schemas.openxmlformats.org/officeDocument/2006/relationships/slide" Target="slide233.xml"/><Relationship Id="rId5" Type="http://schemas.openxmlformats.org/officeDocument/2006/relationships/slide" Target="slide110.xml"/><Relationship Id="rId15" Type="http://schemas.openxmlformats.org/officeDocument/2006/relationships/slide" Target="slide240.xml"/><Relationship Id="rId10" Type="http://schemas.openxmlformats.org/officeDocument/2006/relationships/slide" Target="slide229.xml"/><Relationship Id="rId4" Type="http://schemas.openxmlformats.org/officeDocument/2006/relationships/slide" Target="slide46.xml"/><Relationship Id="rId9" Type="http://schemas.openxmlformats.org/officeDocument/2006/relationships/slide" Target="slide253.xml"/><Relationship Id="rId14" Type="http://schemas.openxmlformats.org/officeDocument/2006/relationships/slide" Target="slide239.xml"/></Relationships>
</file>

<file path=ppt/slides/_rels/slide238.xml.rels><?xml version="1.0" encoding="UTF-8" standalone="yes"?>
<Relationships xmlns="http://schemas.openxmlformats.org/package/2006/relationships"><Relationship Id="rId8" Type="http://schemas.openxmlformats.org/officeDocument/2006/relationships/slide" Target="slide222.xml"/><Relationship Id="rId13" Type="http://schemas.openxmlformats.org/officeDocument/2006/relationships/slide" Target="slide237.xml"/><Relationship Id="rId3" Type="http://schemas.openxmlformats.org/officeDocument/2006/relationships/slide" Target="slide5.xml"/><Relationship Id="rId7" Type="http://schemas.openxmlformats.org/officeDocument/2006/relationships/slide" Target="slide206.xml"/><Relationship Id="rId12" Type="http://schemas.openxmlformats.org/officeDocument/2006/relationships/slide" Target="slide242.xml"/><Relationship Id="rId2" Type="http://schemas.openxmlformats.org/officeDocument/2006/relationships/notesSlide" Target="../notesSlides/notesSlide238.xml"/><Relationship Id="rId16" Type="http://schemas.openxmlformats.org/officeDocument/2006/relationships/chart" Target="../charts/chart23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75.xml"/><Relationship Id="rId11" Type="http://schemas.openxmlformats.org/officeDocument/2006/relationships/slide" Target="slide234.xml"/><Relationship Id="rId5" Type="http://schemas.openxmlformats.org/officeDocument/2006/relationships/slide" Target="slide111.xml"/><Relationship Id="rId15" Type="http://schemas.openxmlformats.org/officeDocument/2006/relationships/slide" Target="slide240.xml"/><Relationship Id="rId10" Type="http://schemas.openxmlformats.org/officeDocument/2006/relationships/slide" Target="slide230.xml"/><Relationship Id="rId4" Type="http://schemas.openxmlformats.org/officeDocument/2006/relationships/slide" Target="slide47.xml"/><Relationship Id="rId9" Type="http://schemas.openxmlformats.org/officeDocument/2006/relationships/slide" Target="slide254.xml"/><Relationship Id="rId14" Type="http://schemas.openxmlformats.org/officeDocument/2006/relationships/slide" Target="slide239.xml"/></Relationships>
</file>

<file path=ppt/slides/_rels/slide239.xml.rels><?xml version="1.0" encoding="UTF-8" standalone="yes"?>
<Relationships xmlns="http://schemas.openxmlformats.org/package/2006/relationships"><Relationship Id="rId8" Type="http://schemas.openxmlformats.org/officeDocument/2006/relationships/slide" Target="slide255.xml"/><Relationship Id="rId13" Type="http://schemas.openxmlformats.org/officeDocument/2006/relationships/slide" Target="slide238.xml"/><Relationship Id="rId3" Type="http://schemas.openxmlformats.org/officeDocument/2006/relationships/slide" Target="slide5.xml"/><Relationship Id="rId7" Type="http://schemas.openxmlformats.org/officeDocument/2006/relationships/slide" Target="slide223.xml"/><Relationship Id="rId12" Type="http://schemas.openxmlformats.org/officeDocument/2006/relationships/slide" Target="slide237.xml"/><Relationship Id="rId2" Type="http://schemas.openxmlformats.org/officeDocument/2006/relationships/notesSlide" Target="../notesSlides/notesSlide23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07.xml"/><Relationship Id="rId11" Type="http://schemas.openxmlformats.org/officeDocument/2006/relationships/slide" Target="slide243.xml"/><Relationship Id="rId5" Type="http://schemas.openxmlformats.org/officeDocument/2006/relationships/slide" Target="slide112.xml"/><Relationship Id="rId15" Type="http://schemas.openxmlformats.org/officeDocument/2006/relationships/chart" Target="../charts/chart235.xml"/><Relationship Id="rId10" Type="http://schemas.openxmlformats.org/officeDocument/2006/relationships/slide" Target="slide235.xml"/><Relationship Id="rId4" Type="http://schemas.openxmlformats.org/officeDocument/2006/relationships/slide" Target="slide48.xml"/><Relationship Id="rId9" Type="http://schemas.openxmlformats.org/officeDocument/2006/relationships/slide" Target="slide231.xml"/><Relationship Id="rId14" Type="http://schemas.openxmlformats.org/officeDocument/2006/relationships/slide" Target="slide240.xml"/></Relationships>
</file>

<file path=ppt/slides/_rels/slide240.xml.rels><?xml version="1.0" encoding="UTF-8" standalone="yes"?>
<Relationships xmlns="http://schemas.openxmlformats.org/package/2006/relationships"><Relationship Id="rId8" Type="http://schemas.openxmlformats.org/officeDocument/2006/relationships/slide" Target="slide224.xml"/><Relationship Id="rId13" Type="http://schemas.openxmlformats.org/officeDocument/2006/relationships/slide" Target="slide237.xml"/><Relationship Id="rId3" Type="http://schemas.openxmlformats.org/officeDocument/2006/relationships/slide" Target="slide5.xml"/><Relationship Id="rId7" Type="http://schemas.openxmlformats.org/officeDocument/2006/relationships/slide" Target="slide208.xml"/><Relationship Id="rId12" Type="http://schemas.openxmlformats.org/officeDocument/2006/relationships/slide" Target="slide244.xml"/><Relationship Id="rId2" Type="http://schemas.openxmlformats.org/officeDocument/2006/relationships/notesSlide" Target="../notesSlides/notesSlide240.xml"/><Relationship Id="rId16" Type="http://schemas.openxmlformats.org/officeDocument/2006/relationships/chart" Target="../charts/chart23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76.xml"/><Relationship Id="rId11" Type="http://schemas.openxmlformats.org/officeDocument/2006/relationships/slide" Target="slide236.xml"/><Relationship Id="rId5" Type="http://schemas.openxmlformats.org/officeDocument/2006/relationships/slide" Target="slide113.xml"/><Relationship Id="rId15" Type="http://schemas.openxmlformats.org/officeDocument/2006/relationships/slide" Target="slide239.xml"/><Relationship Id="rId10" Type="http://schemas.openxmlformats.org/officeDocument/2006/relationships/slide" Target="slide232.xml"/><Relationship Id="rId4" Type="http://schemas.openxmlformats.org/officeDocument/2006/relationships/slide" Target="slide49.xml"/><Relationship Id="rId9" Type="http://schemas.openxmlformats.org/officeDocument/2006/relationships/slide" Target="slide256.xml"/><Relationship Id="rId14" Type="http://schemas.openxmlformats.org/officeDocument/2006/relationships/slide" Target="slide238.xml"/></Relationships>
</file>

<file path=ppt/slides/_rels/slide241.xml.rels><?xml version="1.0" encoding="UTF-8" standalone="yes"?>
<Relationships xmlns="http://schemas.openxmlformats.org/package/2006/relationships"><Relationship Id="rId8" Type="http://schemas.openxmlformats.org/officeDocument/2006/relationships/slide" Target="slide225.xml"/><Relationship Id="rId13" Type="http://schemas.openxmlformats.org/officeDocument/2006/relationships/slide" Target="slide242.xml"/><Relationship Id="rId3" Type="http://schemas.openxmlformats.org/officeDocument/2006/relationships/slide" Target="slide5.xml"/><Relationship Id="rId7" Type="http://schemas.openxmlformats.org/officeDocument/2006/relationships/slide" Target="slide209.xml"/><Relationship Id="rId12" Type="http://schemas.openxmlformats.org/officeDocument/2006/relationships/slide" Target="slide237.xml"/><Relationship Id="rId2" Type="http://schemas.openxmlformats.org/officeDocument/2006/relationships/notesSlide" Target="../notesSlides/notesSlide241.xml"/><Relationship Id="rId16" Type="http://schemas.openxmlformats.org/officeDocument/2006/relationships/chart" Target="../charts/chart23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77.xml"/><Relationship Id="rId11" Type="http://schemas.openxmlformats.org/officeDocument/2006/relationships/slide" Target="slide233.xml"/><Relationship Id="rId5" Type="http://schemas.openxmlformats.org/officeDocument/2006/relationships/slide" Target="slide114.xml"/><Relationship Id="rId15" Type="http://schemas.openxmlformats.org/officeDocument/2006/relationships/slide" Target="slide244.xml"/><Relationship Id="rId10" Type="http://schemas.openxmlformats.org/officeDocument/2006/relationships/slide" Target="slide229.xml"/><Relationship Id="rId4" Type="http://schemas.openxmlformats.org/officeDocument/2006/relationships/slide" Target="slide50.xml"/><Relationship Id="rId9" Type="http://schemas.openxmlformats.org/officeDocument/2006/relationships/slide" Target="slide257.xml"/><Relationship Id="rId14" Type="http://schemas.openxmlformats.org/officeDocument/2006/relationships/slide" Target="slide243.xml"/></Relationships>
</file>

<file path=ppt/slides/_rels/slide242.xml.rels><?xml version="1.0" encoding="UTF-8" standalone="yes"?>
<Relationships xmlns="http://schemas.openxmlformats.org/package/2006/relationships"><Relationship Id="rId8" Type="http://schemas.openxmlformats.org/officeDocument/2006/relationships/slide" Target="slide226.xml"/><Relationship Id="rId13" Type="http://schemas.openxmlformats.org/officeDocument/2006/relationships/slide" Target="slide241.xml"/><Relationship Id="rId3" Type="http://schemas.openxmlformats.org/officeDocument/2006/relationships/slide" Target="slide5.xml"/><Relationship Id="rId7" Type="http://schemas.openxmlformats.org/officeDocument/2006/relationships/slide" Target="slide210.xml"/><Relationship Id="rId12" Type="http://schemas.openxmlformats.org/officeDocument/2006/relationships/slide" Target="slide238.xml"/><Relationship Id="rId2" Type="http://schemas.openxmlformats.org/officeDocument/2006/relationships/notesSlide" Target="../notesSlides/notesSlide242.xml"/><Relationship Id="rId16" Type="http://schemas.openxmlformats.org/officeDocument/2006/relationships/chart" Target="../charts/chart23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78.xml"/><Relationship Id="rId11" Type="http://schemas.openxmlformats.org/officeDocument/2006/relationships/slide" Target="slide234.xml"/><Relationship Id="rId5" Type="http://schemas.openxmlformats.org/officeDocument/2006/relationships/slide" Target="slide115.xml"/><Relationship Id="rId15" Type="http://schemas.openxmlformats.org/officeDocument/2006/relationships/slide" Target="slide244.xml"/><Relationship Id="rId10" Type="http://schemas.openxmlformats.org/officeDocument/2006/relationships/slide" Target="slide230.xml"/><Relationship Id="rId4" Type="http://schemas.openxmlformats.org/officeDocument/2006/relationships/slide" Target="slide51.xml"/><Relationship Id="rId9" Type="http://schemas.openxmlformats.org/officeDocument/2006/relationships/slide" Target="slide258.xml"/><Relationship Id="rId14" Type="http://schemas.openxmlformats.org/officeDocument/2006/relationships/slide" Target="slide243.xml"/></Relationships>
</file>

<file path=ppt/slides/_rels/slide243.xml.rels><?xml version="1.0" encoding="UTF-8" standalone="yes"?>
<Relationships xmlns="http://schemas.openxmlformats.org/package/2006/relationships"><Relationship Id="rId8" Type="http://schemas.openxmlformats.org/officeDocument/2006/relationships/slide" Target="slide227.xml"/><Relationship Id="rId13" Type="http://schemas.openxmlformats.org/officeDocument/2006/relationships/slide" Target="slide241.xml"/><Relationship Id="rId3" Type="http://schemas.openxmlformats.org/officeDocument/2006/relationships/slide" Target="slide5.xml"/><Relationship Id="rId7" Type="http://schemas.openxmlformats.org/officeDocument/2006/relationships/slide" Target="slide211.xml"/><Relationship Id="rId12" Type="http://schemas.openxmlformats.org/officeDocument/2006/relationships/slide" Target="slide239.xml"/><Relationship Id="rId2" Type="http://schemas.openxmlformats.org/officeDocument/2006/relationships/notesSlide" Target="../notesSlides/notesSlide243.xml"/><Relationship Id="rId16" Type="http://schemas.openxmlformats.org/officeDocument/2006/relationships/chart" Target="../charts/chart23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79.xml"/><Relationship Id="rId11" Type="http://schemas.openxmlformats.org/officeDocument/2006/relationships/slide" Target="slide235.xml"/><Relationship Id="rId5" Type="http://schemas.openxmlformats.org/officeDocument/2006/relationships/slide" Target="slide116.xml"/><Relationship Id="rId15" Type="http://schemas.openxmlformats.org/officeDocument/2006/relationships/slide" Target="slide244.xml"/><Relationship Id="rId10" Type="http://schemas.openxmlformats.org/officeDocument/2006/relationships/slide" Target="slide231.xml"/><Relationship Id="rId4" Type="http://schemas.openxmlformats.org/officeDocument/2006/relationships/slide" Target="slide52.xml"/><Relationship Id="rId9" Type="http://schemas.openxmlformats.org/officeDocument/2006/relationships/slide" Target="slide259.xml"/><Relationship Id="rId14" Type="http://schemas.openxmlformats.org/officeDocument/2006/relationships/slide" Target="slide242.xml"/></Relationships>
</file>

<file path=ppt/slides/_rels/slide244.xml.rels><?xml version="1.0" encoding="UTF-8" standalone="yes"?>
<Relationships xmlns="http://schemas.openxmlformats.org/package/2006/relationships"><Relationship Id="rId8" Type="http://schemas.openxmlformats.org/officeDocument/2006/relationships/slide" Target="slide228.xml"/><Relationship Id="rId13" Type="http://schemas.openxmlformats.org/officeDocument/2006/relationships/slide" Target="slide241.xml"/><Relationship Id="rId3" Type="http://schemas.openxmlformats.org/officeDocument/2006/relationships/slide" Target="slide5.xml"/><Relationship Id="rId7" Type="http://schemas.openxmlformats.org/officeDocument/2006/relationships/slide" Target="slide212.xml"/><Relationship Id="rId12" Type="http://schemas.openxmlformats.org/officeDocument/2006/relationships/slide" Target="slide240.xml"/><Relationship Id="rId2" Type="http://schemas.openxmlformats.org/officeDocument/2006/relationships/notesSlide" Target="../notesSlides/notesSlide244.xml"/><Relationship Id="rId16" Type="http://schemas.openxmlformats.org/officeDocument/2006/relationships/chart" Target="../charts/chart24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80.xml"/><Relationship Id="rId11" Type="http://schemas.openxmlformats.org/officeDocument/2006/relationships/slide" Target="slide236.xml"/><Relationship Id="rId5" Type="http://schemas.openxmlformats.org/officeDocument/2006/relationships/slide" Target="slide117.xml"/><Relationship Id="rId15" Type="http://schemas.openxmlformats.org/officeDocument/2006/relationships/slide" Target="slide243.xml"/><Relationship Id="rId10" Type="http://schemas.openxmlformats.org/officeDocument/2006/relationships/slide" Target="slide232.xml"/><Relationship Id="rId4" Type="http://schemas.openxmlformats.org/officeDocument/2006/relationships/slide" Target="slide53.xml"/><Relationship Id="rId9" Type="http://schemas.openxmlformats.org/officeDocument/2006/relationships/slide" Target="slide260.xml"/><Relationship Id="rId14" Type="http://schemas.openxmlformats.org/officeDocument/2006/relationships/slide" Target="slide242.xml"/></Relationships>
</file>

<file path=ppt/slides/_rels/slide245.xml.rels><?xml version="1.0" encoding="UTF-8" standalone="yes"?>
<Relationships xmlns="http://schemas.openxmlformats.org/package/2006/relationships"><Relationship Id="rId8" Type="http://schemas.openxmlformats.org/officeDocument/2006/relationships/slide" Target="slide213.xml"/><Relationship Id="rId13" Type="http://schemas.openxmlformats.org/officeDocument/2006/relationships/slide" Target="slide246.xml"/><Relationship Id="rId3" Type="http://schemas.openxmlformats.org/officeDocument/2006/relationships/slide" Target="slide5.xml"/><Relationship Id="rId7" Type="http://schemas.openxmlformats.org/officeDocument/2006/relationships/slide" Target="slide197.xml"/><Relationship Id="rId12" Type="http://schemas.openxmlformats.org/officeDocument/2006/relationships/slide" Target="slide257.xml"/><Relationship Id="rId2" Type="http://schemas.openxmlformats.org/officeDocument/2006/relationships/notesSlide" Target="../notesSlides/notesSlide245.xml"/><Relationship Id="rId16" Type="http://schemas.openxmlformats.org/officeDocument/2006/relationships/chart" Target="../charts/chart24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81.xml"/><Relationship Id="rId11" Type="http://schemas.openxmlformats.org/officeDocument/2006/relationships/slide" Target="slide253.xml"/><Relationship Id="rId5" Type="http://schemas.openxmlformats.org/officeDocument/2006/relationships/slide" Target="slide118.xml"/><Relationship Id="rId15" Type="http://schemas.openxmlformats.org/officeDocument/2006/relationships/slide" Target="slide248.xml"/><Relationship Id="rId10" Type="http://schemas.openxmlformats.org/officeDocument/2006/relationships/slide" Target="slide249.xml"/><Relationship Id="rId4" Type="http://schemas.openxmlformats.org/officeDocument/2006/relationships/slide" Target="slide54.xml"/><Relationship Id="rId9" Type="http://schemas.openxmlformats.org/officeDocument/2006/relationships/slide" Target="slide229.xml"/><Relationship Id="rId14" Type="http://schemas.openxmlformats.org/officeDocument/2006/relationships/slide" Target="slide247.xml"/></Relationships>
</file>

<file path=ppt/slides/_rels/slide246.xml.rels><?xml version="1.0" encoding="UTF-8" standalone="yes"?>
<Relationships xmlns="http://schemas.openxmlformats.org/package/2006/relationships"><Relationship Id="rId8" Type="http://schemas.openxmlformats.org/officeDocument/2006/relationships/slide" Target="slide214.xml"/><Relationship Id="rId13" Type="http://schemas.openxmlformats.org/officeDocument/2006/relationships/slide" Target="slide245.xml"/><Relationship Id="rId3" Type="http://schemas.openxmlformats.org/officeDocument/2006/relationships/slide" Target="slide5.xml"/><Relationship Id="rId7" Type="http://schemas.openxmlformats.org/officeDocument/2006/relationships/slide" Target="slide198.xml"/><Relationship Id="rId12" Type="http://schemas.openxmlformats.org/officeDocument/2006/relationships/slide" Target="slide258.xml"/><Relationship Id="rId2" Type="http://schemas.openxmlformats.org/officeDocument/2006/relationships/notesSlide" Target="../notesSlides/notesSlide246.xml"/><Relationship Id="rId16" Type="http://schemas.openxmlformats.org/officeDocument/2006/relationships/chart" Target="../charts/chart24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82.xml"/><Relationship Id="rId11" Type="http://schemas.openxmlformats.org/officeDocument/2006/relationships/slide" Target="slide254.xml"/><Relationship Id="rId5" Type="http://schemas.openxmlformats.org/officeDocument/2006/relationships/slide" Target="slide119.xml"/><Relationship Id="rId15" Type="http://schemas.openxmlformats.org/officeDocument/2006/relationships/slide" Target="slide248.xml"/><Relationship Id="rId10" Type="http://schemas.openxmlformats.org/officeDocument/2006/relationships/slide" Target="slide250.xml"/><Relationship Id="rId4" Type="http://schemas.openxmlformats.org/officeDocument/2006/relationships/slide" Target="slide55.xml"/><Relationship Id="rId9" Type="http://schemas.openxmlformats.org/officeDocument/2006/relationships/slide" Target="slide230.xml"/><Relationship Id="rId14" Type="http://schemas.openxmlformats.org/officeDocument/2006/relationships/slide" Target="slide247.xml"/></Relationships>
</file>

<file path=ppt/slides/_rels/slide247.xml.rels><?xml version="1.0" encoding="UTF-8" standalone="yes"?>
<Relationships xmlns="http://schemas.openxmlformats.org/package/2006/relationships"><Relationship Id="rId8" Type="http://schemas.openxmlformats.org/officeDocument/2006/relationships/slide" Target="slide215.xml"/><Relationship Id="rId13" Type="http://schemas.openxmlformats.org/officeDocument/2006/relationships/slide" Target="slide245.xml"/><Relationship Id="rId3" Type="http://schemas.openxmlformats.org/officeDocument/2006/relationships/slide" Target="slide5.xml"/><Relationship Id="rId7" Type="http://schemas.openxmlformats.org/officeDocument/2006/relationships/slide" Target="slide199.xml"/><Relationship Id="rId12" Type="http://schemas.openxmlformats.org/officeDocument/2006/relationships/slide" Target="slide259.xml"/><Relationship Id="rId2" Type="http://schemas.openxmlformats.org/officeDocument/2006/relationships/notesSlide" Target="../notesSlides/notesSlide247.xml"/><Relationship Id="rId16" Type="http://schemas.openxmlformats.org/officeDocument/2006/relationships/chart" Target="../charts/chart24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83.xml"/><Relationship Id="rId11" Type="http://schemas.openxmlformats.org/officeDocument/2006/relationships/slide" Target="slide255.xml"/><Relationship Id="rId5" Type="http://schemas.openxmlformats.org/officeDocument/2006/relationships/slide" Target="slide120.xml"/><Relationship Id="rId15" Type="http://schemas.openxmlformats.org/officeDocument/2006/relationships/slide" Target="slide248.xml"/><Relationship Id="rId10" Type="http://schemas.openxmlformats.org/officeDocument/2006/relationships/slide" Target="slide251.xml"/><Relationship Id="rId4" Type="http://schemas.openxmlformats.org/officeDocument/2006/relationships/slide" Target="slide56.xml"/><Relationship Id="rId9" Type="http://schemas.openxmlformats.org/officeDocument/2006/relationships/slide" Target="slide231.xml"/><Relationship Id="rId14" Type="http://schemas.openxmlformats.org/officeDocument/2006/relationships/slide" Target="slide246.xml"/></Relationships>
</file>

<file path=ppt/slides/_rels/slide248.xml.rels><?xml version="1.0" encoding="UTF-8" standalone="yes"?>
<Relationships xmlns="http://schemas.openxmlformats.org/package/2006/relationships"><Relationship Id="rId8" Type="http://schemas.openxmlformats.org/officeDocument/2006/relationships/slide" Target="slide216.xml"/><Relationship Id="rId13" Type="http://schemas.openxmlformats.org/officeDocument/2006/relationships/slide" Target="slide245.xml"/><Relationship Id="rId3" Type="http://schemas.openxmlformats.org/officeDocument/2006/relationships/slide" Target="slide5.xml"/><Relationship Id="rId7" Type="http://schemas.openxmlformats.org/officeDocument/2006/relationships/slide" Target="slide200.xml"/><Relationship Id="rId12" Type="http://schemas.openxmlformats.org/officeDocument/2006/relationships/slide" Target="slide260.xml"/><Relationship Id="rId2" Type="http://schemas.openxmlformats.org/officeDocument/2006/relationships/notesSlide" Target="../notesSlides/notesSlide248.xml"/><Relationship Id="rId16" Type="http://schemas.openxmlformats.org/officeDocument/2006/relationships/chart" Target="../charts/chart24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84.xml"/><Relationship Id="rId11" Type="http://schemas.openxmlformats.org/officeDocument/2006/relationships/slide" Target="slide256.xml"/><Relationship Id="rId5" Type="http://schemas.openxmlformats.org/officeDocument/2006/relationships/slide" Target="slide121.xml"/><Relationship Id="rId15" Type="http://schemas.openxmlformats.org/officeDocument/2006/relationships/slide" Target="slide247.xml"/><Relationship Id="rId10" Type="http://schemas.openxmlformats.org/officeDocument/2006/relationships/slide" Target="slide252.xml"/><Relationship Id="rId4" Type="http://schemas.openxmlformats.org/officeDocument/2006/relationships/slide" Target="slide57.xml"/><Relationship Id="rId9" Type="http://schemas.openxmlformats.org/officeDocument/2006/relationships/slide" Target="slide232.xml"/><Relationship Id="rId14" Type="http://schemas.openxmlformats.org/officeDocument/2006/relationships/slide" Target="slide246.xml"/></Relationships>
</file>

<file path=ppt/slides/_rels/slide249.xml.rels><?xml version="1.0" encoding="UTF-8" standalone="yes"?>
<Relationships xmlns="http://schemas.openxmlformats.org/package/2006/relationships"><Relationship Id="rId8" Type="http://schemas.openxmlformats.org/officeDocument/2006/relationships/slide" Target="slide217.xml"/><Relationship Id="rId13" Type="http://schemas.openxmlformats.org/officeDocument/2006/relationships/slide" Target="slide250.xml"/><Relationship Id="rId3" Type="http://schemas.openxmlformats.org/officeDocument/2006/relationships/slide" Target="slide5.xml"/><Relationship Id="rId7" Type="http://schemas.openxmlformats.org/officeDocument/2006/relationships/slide" Target="slide201.xml"/><Relationship Id="rId12" Type="http://schemas.openxmlformats.org/officeDocument/2006/relationships/slide" Target="slide257.xml"/><Relationship Id="rId2" Type="http://schemas.openxmlformats.org/officeDocument/2006/relationships/notesSlide" Target="../notesSlides/notesSlide249.xml"/><Relationship Id="rId16" Type="http://schemas.openxmlformats.org/officeDocument/2006/relationships/chart" Target="../charts/chart24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85.xml"/><Relationship Id="rId11" Type="http://schemas.openxmlformats.org/officeDocument/2006/relationships/slide" Target="slide253.xml"/><Relationship Id="rId5" Type="http://schemas.openxmlformats.org/officeDocument/2006/relationships/slide" Target="slide122.xml"/><Relationship Id="rId15" Type="http://schemas.openxmlformats.org/officeDocument/2006/relationships/slide" Target="slide252.xml"/><Relationship Id="rId10" Type="http://schemas.openxmlformats.org/officeDocument/2006/relationships/slide" Target="slide245.xml"/><Relationship Id="rId4" Type="http://schemas.openxmlformats.org/officeDocument/2006/relationships/slide" Target="slide58.xml"/><Relationship Id="rId9" Type="http://schemas.openxmlformats.org/officeDocument/2006/relationships/slide" Target="slide233.xml"/><Relationship Id="rId14" Type="http://schemas.openxmlformats.org/officeDocument/2006/relationships/slide" Target="slide251.xml"/></Relationships>
</file>

<file path=ppt/slides/_rels/slide250.xml.rels><?xml version="1.0" encoding="UTF-8" standalone="yes"?>
<Relationships xmlns="http://schemas.openxmlformats.org/package/2006/relationships"><Relationship Id="rId8" Type="http://schemas.openxmlformats.org/officeDocument/2006/relationships/slide" Target="slide218.xml"/><Relationship Id="rId13" Type="http://schemas.openxmlformats.org/officeDocument/2006/relationships/slide" Target="slide249.xml"/><Relationship Id="rId3" Type="http://schemas.openxmlformats.org/officeDocument/2006/relationships/slide" Target="slide5.xml"/><Relationship Id="rId7" Type="http://schemas.openxmlformats.org/officeDocument/2006/relationships/slide" Target="slide202.xml"/><Relationship Id="rId12" Type="http://schemas.openxmlformats.org/officeDocument/2006/relationships/slide" Target="slide258.xml"/><Relationship Id="rId2" Type="http://schemas.openxmlformats.org/officeDocument/2006/relationships/notesSlide" Target="../notesSlides/notesSlide250.xml"/><Relationship Id="rId16" Type="http://schemas.openxmlformats.org/officeDocument/2006/relationships/chart" Target="../charts/chart24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86.xml"/><Relationship Id="rId11" Type="http://schemas.openxmlformats.org/officeDocument/2006/relationships/slide" Target="slide254.xml"/><Relationship Id="rId5" Type="http://schemas.openxmlformats.org/officeDocument/2006/relationships/slide" Target="slide123.xml"/><Relationship Id="rId15" Type="http://schemas.openxmlformats.org/officeDocument/2006/relationships/slide" Target="slide252.xml"/><Relationship Id="rId10" Type="http://schemas.openxmlformats.org/officeDocument/2006/relationships/slide" Target="slide246.xml"/><Relationship Id="rId4" Type="http://schemas.openxmlformats.org/officeDocument/2006/relationships/slide" Target="slide59.xml"/><Relationship Id="rId9" Type="http://schemas.openxmlformats.org/officeDocument/2006/relationships/slide" Target="slide234.xml"/><Relationship Id="rId14" Type="http://schemas.openxmlformats.org/officeDocument/2006/relationships/slide" Target="slide251.xml"/></Relationships>
</file>

<file path=ppt/slides/_rels/slide251.xml.rels><?xml version="1.0" encoding="UTF-8" standalone="yes"?>
<Relationships xmlns="http://schemas.openxmlformats.org/package/2006/relationships"><Relationship Id="rId8" Type="http://schemas.openxmlformats.org/officeDocument/2006/relationships/slide" Target="slide219.xml"/><Relationship Id="rId13" Type="http://schemas.openxmlformats.org/officeDocument/2006/relationships/slide" Target="slide249.xml"/><Relationship Id="rId3" Type="http://schemas.openxmlformats.org/officeDocument/2006/relationships/slide" Target="slide5.xml"/><Relationship Id="rId7" Type="http://schemas.openxmlformats.org/officeDocument/2006/relationships/slide" Target="slide203.xml"/><Relationship Id="rId12" Type="http://schemas.openxmlformats.org/officeDocument/2006/relationships/slide" Target="slide259.xml"/><Relationship Id="rId2" Type="http://schemas.openxmlformats.org/officeDocument/2006/relationships/notesSlide" Target="../notesSlides/notesSlide251.xml"/><Relationship Id="rId16" Type="http://schemas.openxmlformats.org/officeDocument/2006/relationships/chart" Target="../charts/chart24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87.xml"/><Relationship Id="rId11" Type="http://schemas.openxmlformats.org/officeDocument/2006/relationships/slide" Target="slide255.xml"/><Relationship Id="rId5" Type="http://schemas.openxmlformats.org/officeDocument/2006/relationships/slide" Target="slide124.xml"/><Relationship Id="rId15" Type="http://schemas.openxmlformats.org/officeDocument/2006/relationships/slide" Target="slide252.xml"/><Relationship Id="rId10" Type="http://schemas.openxmlformats.org/officeDocument/2006/relationships/slide" Target="slide247.xml"/><Relationship Id="rId4" Type="http://schemas.openxmlformats.org/officeDocument/2006/relationships/slide" Target="slide60.xml"/><Relationship Id="rId9" Type="http://schemas.openxmlformats.org/officeDocument/2006/relationships/slide" Target="slide235.xml"/><Relationship Id="rId14" Type="http://schemas.openxmlformats.org/officeDocument/2006/relationships/slide" Target="slide250.xml"/></Relationships>
</file>

<file path=ppt/slides/_rels/slide252.xml.rels><?xml version="1.0" encoding="UTF-8" standalone="yes"?>
<Relationships xmlns="http://schemas.openxmlformats.org/package/2006/relationships"><Relationship Id="rId8" Type="http://schemas.openxmlformats.org/officeDocument/2006/relationships/slide" Target="slide220.xml"/><Relationship Id="rId13" Type="http://schemas.openxmlformats.org/officeDocument/2006/relationships/slide" Target="slide249.xml"/><Relationship Id="rId3" Type="http://schemas.openxmlformats.org/officeDocument/2006/relationships/slide" Target="slide5.xml"/><Relationship Id="rId7" Type="http://schemas.openxmlformats.org/officeDocument/2006/relationships/slide" Target="slide204.xml"/><Relationship Id="rId12" Type="http://schemas.openxmlformats.org/officeDocument/2006/relationships/slide" Target="slide260.xml"/><Relationship Id="rId2" Type="http://schemas.openxmlformats.org/officeDocument/2006/relationships/notesSlide" Target="../notesSlides/notesSlide252.xml"/><Relationship Id="rId16" Type="http://schemas.openxmlformats.org/officeDocument/2006/relationships/chart" Target="../charts/chart24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88.xml"/><Relationship Id="rId11" Type="http://schemas.openxmlformats.org/officeDocument/2006/relationships/slide" Target="slide256.xml"/><Relationship Id="rId5" Type="http://schemas.openxmlformats.org/officeDocument/2006/relationships/slide" Target="slide125.xml"/><Relationship Id="rId15" Type="http://schemas.openxmlformats.org/officeDocument/2006/relationships/slide" Target="slide251.xml"/><Relationship Id="rId10" Type="http://schemas.openxmlformats.org/officeDocument/2006/relationships/slide" Target="slide248.xml"/><Relationship Id="rId4" Type="http://schemas.openxmlformats.org/officeDocument/2006/relationships/slide" Target="slide61.xml"/><Relationship Id="rId9" Type="http://schemas.openxmlformats.org/officeDocument/2006/relationships/slide" Target="slide236.xml"/><Relationship Id="rId14" Type="http://schemas.openxmlformats.org/officeDocument/2006/relationships/slide" Target="slide250.xml"/></Relationships>
</file>

<file path=ppt/slides/_rels/slide253.xml.rels><?xml version="1.0" encoding="UTF-8" standalone="yes"?>
<Relationships xmlns="http://schemas.openxmlformats.org/package/2006/relationships"><Relationship Id="rId8" Type="http://schemas.openxmlformats.org/officeDocument/2006/relationships/slide" Target="slide221.xml"/><Relationship Id="rId13" Type="http://schemas.openxmlformats.org/officeDocument/2006/relationships/slide" Target="slide254.xml"/><Relationship Id="rId3" Type="http://schemas.openxmlformats.org/officeDocument/2006/relationships/slide" Target="slide5.xml"/><Relationship Id="rId7" Type="http://schemas.openxmlformats.org/officeDocument/2006/relationships/slide" Target="slide205.xml"/><Relationship Id="rId12" Type="http://schemas.openxmlformats.org/officeDocument/2006/relationships/slide" Target="slide257.xml"/><Relationship Id="rId2" Type="http://schemas.openxmlformats.org/officeDocument/2006/relationships/notesSlide" Target="../notesSlides/notesSlide253.xml"/><Relationship Id="rId16" Type="http://schemas.openxmlformats.org/officeDocument/2006/relationships/chart" Target="../charts/chart24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89.xml"/><Relationship Id="rId11" Type="http://schemas.openxmlformats.org/officeDocument/2006/relationships/slide" Target="slide249.xml"/><Relationship Id="rId5" Type="http://schemas.openxmlformats.org/officeDocument/2006/relationships/slide" Target="slide126.xml"/><Relationship Id="rId15" Type="http://schemas.openxmlformats.org/officeDocument/2006/relationships/slide" Target="slide256.xml"/><Relationship Id="rId10" Type="http://schemas.openxmlformats.org/officeDocument/2006/relationships/slide" Target="slide245.xml"/><Relationship Id="rId4" Type="http://schemas.openxmlformats.org/officeDocument/2006/relationships/slide" Target="slide62.xml"/><Relationship Id="rId9" Type="http://schemas.openxmlformats.org/officeDocument/2006/relationships/slide" Target="slide237.xml"/><Relationship Id="rId14" Type="http://schemas.openxmlformats.org/officeDocument/2006/relationships/slide" Target="slide255.xml"/></Relationships>
</file>

<file path=ppt/slides/_rels/slide254.xml.rels><?xml version="1.0" encoding="UTF-8" standalone="yes"?>
<Relationships xmlns="http://schemas.openxmlformats.org/package/2006/relationships"><Relationship Id="rId8" Type="http://schemas.openxmlformats.org/officeDocument/2006/relationships/slide" Target="slide222.xml"/><Relationship Id="rId13" Type="http://schemas.openxmlformats.org/officeDocument/2006/relationships/slide" Target="slide253.xml"/><Relationship Id="rId3" Type="http://schemas.openxmlformats.org/officeDocument/2006/relationships/slide" Target="slide5.xml"/><Relationship Id="rId7" Type="http://schemas.openxmlformats.org/officeDocument/2006/relationships/slide" Target="slide206.xml"/><Relationship Id="rId12" Type="http://schemas.openxmlformats.org/officeDocument/2006/relationships/slide" Target="slide258.xml"/><Relationship Id="rId2" Type="http://schemas.openxmlformats.org/officeDocument/2006/relationships/notesSlide" Target="../notesSlides/notesSlide254.xml"/><Relationship Id="rId16" Type="http://schemas.openxmlformats.org/officeDocument/2006/relationships/chart" Target="../charts/chart25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90.xml"/><Relationship Id="rId11" Type="http://schemas.openxmlformats.org/officeDocument/2006/relationships/slide" Target="slide250.xml"/><Relationship Id="rId5" Type="http://schemas.openxmlformats.org/officeDocument/2006/relationships/slide" Target="slide127.xml"/><Relationship Id="rId15" Type="http://schemas.openxmlformats.org/officeDocument/2006/relationships/slide" Target="slide256.xml"/><Relationship Id="rId10" Type="http://schemas.openxmlformats.org/officeDocument/2006/relationships/slide" Target="slide246.xml"/><Relationship Id="rId4" Type="http://schemas.openxmlformats.org/officeDocument/2006/relationships/slide" Target="slide63.xml"/><Relationship Id="rId9" Type="http://schemas.openxmlformats.org/officeDocument/2006/relationships/slide" Target="slide238.xml"/><Relationship Id="rId14" Type="http://schemas.openxmlformats.org/officeDocument/2006/relationships/slide" Target="slide255.xml"/></Relationships>
</file>

<file path=ppt/slides/_rels/slide255.xml.rels><?xml version="1.0" encoding="UTF-8" standalone="yes"?>
<Relationships xmlns="http://schemas.openxmlformats.org/package/2006/relationships"><Relationship Id="rId8" Type="http://schemas.openxmlformats.org/officeDocument/2006/relationships/slide" Target="slide223.xml"/><Relationship Id="rId13" Type="http://schemas.openxmlformats.org/officeDocument/2006/relationships/slide" Target="slide253.xml"/><Relationship Id="rId3" Type="http://schemas.openxmlformats.org/officeDocument/2006/relationships/slide" Target="slide5.xml"/><Relationship Id="rId7" Type="http://schemas.openxmlformats.org/officeDocument/2006/relationships/slide" Target="slide207.xml"/><Relationship Id="rId12" Type="http://schemas.openxmlformats.org/officeDocument/2006/relationships/slide" Target="slide259.xml"/><Relationship Id="rId2" Type="http://schemas.openxmlformats.org/officeDocument/2006/relationships/notesSlide" Target="../notesSlides/notesSlide255.xml"/><Relationship Id="rId16" Type="http://schemas.openxmlformats.org/officeDocument/2006/relationships/chart" Target="../charts/chart25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91.xml"/><Relationship Id="rId11" Type="http://schemas.openxmlformats.org/officeDocument/2006/relationships/slide" Target="slide251.xml"/><Relationship Id="rId5" Type="http://schemas.openxmlformats.org/officeDocument/2006/relationships/slide" Target="slide128.xml"/><Relationship Id="rId15" Type="http://schemas.openxmlformats.org/officeDocument/2006/relationships/slide" Target="slide256.xml"/><Relationship Id="rId10" Type="http://schemas.openxmlformats.org/officeDocument/2006/relationships/slide" Target="slide247.xml"/><Relationship Id="rId4" Type="http://schemas.openxmlformats.org/officeDocument/2006/relationships/slide" Target="slide64.xml"/><Relationship Id="rId9" Type="http://schemas.openxmlformats.org/officeDocument/2006/relationships/slide" Target="slide239.xml"/><Relationship Id="rId14" Type="http://schemas.openxmlformats.org/officeDocument/2006/relationships/slide" Target="slide254.xml"/></Relationships>
</file>

<file path=ppt/slides/_rels/slide256.xml.rels><?xml version="1.0" encoding="UTF-8" standalone="yes"?>
<Relationships xmlns="http://schemas.openxmlformats.org/package/2006/relationships"><Relationship Id="rId8" Type="http://schemas.openxmlformats.org/officeDocument/2006/relationships/slide" Target="slide224.xml"/><Relationship Id="rId13" Type="http://schemas.openxmlformats.org/officeDocument/2006/relationships/slide" Target="slide253.xml"/><Relationship Id="rId3" Type="http://schemas.openxmlformats.org/officeDocument/2006/relationships/slide" Target="slide5.xml"/><Relationship Id="rId7" Type="http://schemas.openxmlformats.org/officeDocument/2006/relationships/slide" Target="slide208.xml"/><Relationship Id="rId12" Type="http://schemas.openxmlformats.org/officeDocument/2006/relationships/slide" Target="slide260.xml"/><Relationship Id="rId2" Type="http://schemas.openxmlformats.org/officeDocument/2006/relationships/notesSlide" Target="../notesSlides/notesSlide256.xml"/><Relationship Id="rId16" Type="http://schemas.openxmlformats.org/officeDocument/2006/relationships/chart" Target="../charts/chart25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92.xml"/><Relationship Id="rId11" Type="http://schemas.openxmlformats.org/officeDocument/2006/relationships/slide" Target="slide252.xml"/><Relationship Id="rId5" Type="http://schemas.openxmlformats.org/officeDocument/2006/relationships/slide" Target="slide129.xml"/><Relationship Id="rId15" Type="http://schemas.openxmlformats.org/officeDocument/2006/relationships/slide" Target="slide255.xml"/><Relationship Id="rId10" Type="http://schemas.openxmlformats.org/officeDocument/2006/relationships/slide" Target="slide248.xml"/><Relationship Id="rId4" Type="http://schemas.openxmlformats.org/officeDocument/2006/relationships/slide" Target="slide65.xml"/><Relationship Id="rId9" Type="http://schemas.openxmlformats.org/officeDocument/2006/relationships/slide" Target="slide240.xml"/><Relationship Id="rId14" Type="http://schemas.openxmlformats.org/officeDocument/2006/relationships/slide" Target="slide254.xml"/></Relationships>
</file>

<file path=ppt/slides/_rels/slide257.xml.rels><?xml version="1.0" encoding="UTF-8" standalone="yes"?>
<Relationships xmlns="http://schemas.openxmlformats.org/package/2006/relationships"><Relationship Id="rId8" Type="http://schemas.openxmlformats.org/officeDocument/2006/relationships/slide" Target="slide225.xml"/><Relationship Id="rId13" Type="http://schemas.openxmlformats.org/officeDocument/2006/relationships/slide" Target="slide258.xml"/><Relationship Id="rId3" Type="http://schemas.openxmlformats.org/officeDocument/2006/relationships/slide" Target="slide5.xml"/><Relationship Id="rId7" Type="http://schemas.openxmlformats.org/officeDocument/2006/relationships/slide" Target="slide209.xml"/><Relationship Id="rId12" Type="http://schemas.openxmlformats.org/officeDocument/2006/relationships/slide" Target="slide253.xml"/><Relationship Id="rId2" Type="http://schemas.openxmlformats.org/officeDocument/2006/relationships/notesSlide" Target="../notesSlides/notesSlide257.xml"/><Relationship Id="rId16" Type="http://schemas.openxmlformats.org/officeDocument/2006/relationships/chart" Target="../charts/chart25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93.xml"/><Relationship Id="rId11" Type="http://schemas.openxmlformats.org/officeDocument/2006/relationships/slide" Target="slide249.xml"/><Relationship Id="rId5" Type="http://schemas.openxmlformats.org/officeDocument/2006/relationships/slide" Target="slide130.xml"/><Relationship Id="rId15" Type="http://schemas.openxmlformats.org/officeDocument/2006/relationships/slide" Target="slide260.xml"/><Relationship Id="rId10" Type="http://schemas.openxmlformats.org/officeDocument/2006/relationships/slide" Target="slide245.xml"/><Relationship Id="rId4" Type="http://schemas.openxmlformats.org/officeDocument/2006/relationships/slide" Target="slide66.xml"/><Relationship Id="rId9" Type="http://schemas.openxmlformats.org/officeDocument/2006/relationships/slide" Target="slide241.xml"/><Relationship Id="rId14" Type="http://schemas.openxmlformats.org/officeDocument/2006/relationships/slide" Target="slide259.xml"/></Relationships>
</file>

<file path=ppt/slides/_rels/slide258.xml.rels><?xml version="1.0" encoding="UTF-8" standalone="yes"?>
<Relationships xmlns="http://schemas.openxmlformats.org/package/2006/relationships"><Relationship Id="rId8" Type="http://schemas.openxmlformats.org/officeDocument/2006/relationships/slide" Target="slide226.xml"/><Relationship Id="rId13" Type="http://schemas.openxmlformats.org/officeDocument/2006/relationships/slide" Target="slide257.xml"/><Relationship Id="rId3" Type="http://schemas.openxmlformats.org/officeDocument/2006/relationships/slide" Target="slide5.xml"/><Relationship Id="rId7" Type="http://schemas.openxmlformats.org/officeDocument/2006/relationships/slide" Target="slide210.xml"/><Relationship Id="rId12" Type="http://schemas.openxmlformats.org/officeDocument/2006/relationships/slide" Target="slide254.xml"/><Relationship Id="rId2" Type="http://schemas.openxmlformats.org/officeDocument/2006/relationships/notesSlide" Target="../notesSlides/notesSlide258.xml"/><Relationship Id="rId16" Type="http://schemas.openxmlformats.org/officeDocument/2006/relationships/chart" Target="../charts/chart25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94.xml"/><Relationship Id="rId11" Type="http://schemas.openxmlformats.org/officeDocument/2006/relationships/slide" Target="slide250.xml"/><Relationship Id="rId5" Type="http://schemas.openxmlformats.org/officeDocument/2006/relationships/slide" Target="slide131.xml"/><Relationship Id="rId15" Type="http://schemas.openxmlformats.org/officeDocument/2006/relationships/slide" Target="slide260.xml"/><Relationship Id="rId10" Type="http://schemas.openxmlformats.org/officeDocument/2006/relationships/slide" Target="slide246.xml"/><Relationship Id="rId4" Type="http://schemas.openxmlformats.org/officeDocument/2006/relationships/slide" Target="slide67.xml"/><Relationship Id="rId9" Type="http://schemas.openxmlformats.org/officeDocument/2006/relationships/slide" Target="slide242.xml"/><Relationship Id="rId14" Type="http://schemas.openxmlformats.org/officeDocument/2006/relationships/slide" Target="slide259.xml"/></Relationships>
</file>

<file path=ppt/slides/_rels/slide259.xml.rels><?xml version="1.0" encoding="UTF-8" standalone="yes"?>
<Relationships xmlns="http://schemas.openxmlformats.org/package/2006/relationships"><Relationship Id="rId8" Type="http://schemas.openxmlformats.org/officeDocument/2006/relationships/slide" Target="slide227.xml"/><Relationship Id="rId13" Type="http://schemas.openxmlformats.org/officeDocument/2006/relationships/slide" Target="slide257.xml"/><Relationship Id="rId3" Type="http://schemas.openxmlformats.org/officeDocument/2006/relationships/slide" Target="slide5.xml"/><Relationship Id="rId7" Type="http://schemas.openxmlformats.org/officeDocument/2006/relationships/slide" Target="slide211.xml"/><Relationship Id="rId12" Type="http://schemas.openxmlformats.org/officeDocument/2006/relationships/slide" Target="slide255.xml"/><Relationship Id="rId2" Type="http://schemas.openxmlformats.org/officeDocument/2006/relationships/notesSlide" Target="../notesSlides/notesSlide259.xml"/><Relationship Id="rId16" Type="http://schemas.openxmlformats.org/officeDocument/2006/relationships/chart" Target="../charts/chart25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95.xml"/><Relationship Id="rId11" Type="http://schemas.openxmlformats.org/officeDocument/2006/relationships/slide" Target="slide251.xml"/><Relationship Id="rId5" Type="http://schemas.openxmlformats.org/officeDocument/2006/relationships/slide" Target="slide132.xml"/><Relationship Id="rId15" Type="http://schemas.openxmlformats.org/officeDocument/2006/relationships/slide" Target="slide260.xml"/><Relationship Id="rId10" Type="http://schemas.openxmlformats.org/officeDocument/2006/relationships/slide" Target="slide247.xml"/><Relationship Id="rId4" Type="http://schemas.openxmlformats.org/officeDocument/2006/relationships/slide" Target="slide68.xml"/><Relationship Id="rId9" Type="http://schemas.openxmlformats.org/officeDocument/2006/relationships/slide" Target="slide243.xml"/><Relationship Id="rId14" Type="http://schemas.openxmlformats.org/officeDocument/2006/relationships/slide" Target="slide258.xml"/></Relationships>
</file>

<file path=ppt/slides/_rels/slide260.xml.rels><?xml version="1.0" encoding="UTF-8" standalone="yes"?>
<Relationships xmlns="http://schemas.openxmlformats.org/package/2006/relationships"><Relationship Id="rId8" Type="http://schemas.openxmlformats.org/officeDocument/2006/relationships/slide" Target="slide228.xml"/><Relationship Id="rId13" Type="http://schemas.openxmlformats.org/officeDocument/2006/relationships/slide" Target="slide257.xml"/><Relationship Id="rId3" Type="http://schemas.openxmlformats.org/officeDocument/2006/relationships/slide" Target="slide5.xml"/><Relationship Id="rId7" Type="http://schemas.openxmlformats.org/officeDocument/2006/relationships/slide" Target="slide212.xml"/><Relationship Id="rId12" Type="http://schemas.openxmlformats.org/officeDocument/2006/relationships/slide" Target="slide256.xml"/><Relationship Id="rId2" Type="http://schemas.openxmlformats.org/officeDocument/2006/relationships/notesSlide" Target="../notesSlides/notesSlide260.xml"/><Relationship Id="rId16" Type="http://schemas.openxmlformats.org/officeDocument/2006/relationships/chart" Target="../charts/chart25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96.xml"/><Relationship Id="rId11" Type="http://schemas.openxmlformats.org/officeDocument/2006/relationships/slide" Target="slide252.xml"/><Relationship Id="rId5" Type="http://schemas.openxmlformats.org/officeDocument/2006/relationships/slide" Target="slide133.xml"/><Relationship Id="rId15" Type="http://schemas.openxmlformats.org/officeDocument/2006/relationships/slide" Target="slide259.xml"/><Relationship Id="rId10" Type="http://schemas.openxmlformats.org/officeDocument/2006/relationships/slide" Target="slide248.xml"/><Relationship Id="rId4" Type="http://schemas.openxmlformats.org/officeDocument/2006/relationships/slide" Target="slide69.xml"/><Relationship Id="rId9" Type="http://schemas.openxmlformats.org/officeDocument/2006/relationships/slide" Target="slide244.xml"/><Relationship Id="rId14" Type="http://schemas.openxmlformats.org/officeDocument/2006/relationships/slide" Target="slide258.xml"/></Relationships>
</file>

<file path=ppt/slides/_rels/slide2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1.xml"/><Relationship Id="rId1" Type="http://schemas.openxmlformats.org/officeDocument/2006/relationships/slideLayout" Target="../slideLayouts/slideLayout2.xml"/></Relationships>
</file>

<file path=ppt/slides/_rels/slide2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2.xml"/><Relationship Id="rId1" Type="http://schemas.openxmlformats.org/officeDocument/2006/relationships/slideLayout" Target="../slideLayouts/slideLayout2.xml"/></Relationships>
</file>

<file path=ppt/slides/_rels/slide2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63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/Claude/laborforce-deck/brand/hospital_cover_fa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9607" y="1097280"/>
            <a:ext cx="7562088" cy="57607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645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Deliver Care, We Optimize Revenue.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965960"/>
            <a:ext cx="66751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3600" kern="0" spc="-1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Uncovering revenue.</a:t>
            </a:r>
            <a:endParaRPr lang="en-US" sz="3600" dirty="0"/>
          </a:p>
          <a:p>
            <a:pPr marL="0" indent="0">
              <a:lnSpc>
                <a:spcPct val="98000"/>
              </a:lnSpc>
              <a:buNone/>
            </a:pPr>
            <a:r>
              <a:rPr lang="en-US" sz="3600" kern="0" spc="-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Strengthening hospital performance.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840480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revenue identification and recovery partnership for Cook County Health's emergency and trauma care.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6177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PARTNERS</a:t>
            </a:r>
            <a:endParaRPr lang="en-US" sz="800" dirty="0"/>
          </a:p>
        </p:txBody>
      </p:sp>
      <p:pic>
        <p:nvPicPr>
          <p:cNvPr id="7" name="Image 1" descr="E:/Claude/laborforce-deck/brand/nm_logo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8640" y="4951476"/>
            <a:ext cx="1510429" cy="28346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2315101" y="4855464"/>
            <a:ext cx="0" cy="475488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pic>
        <p:nvPicPr>
          <p:cNvPr id="9" name="Image 2" descr="E:/Claude/laborforce-deck/brand/hph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1133" y="4892040"/>
            <a:ext cx="1386021" cy="402336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548640" y="6382512"/>
            <a:ext cx="66751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548640" y="6455664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FOR DISCUSSION PURPOSES</a:t>
            </a:r>
            <a:endParaRPr lang="en-US" sz="800" dirty="0"/>
          </a:p>
        </p:txBody>
      </p:sp>
      <p:sp>
        <p:nvSpPr>
          <p:cNvPr id="12" name="Text 7"/>
          <p:cNvSpPr txBox="1"/>
          <p:nvPr/>
        </p:nvSpPr>
        <p:spPr>
          <a:xfrm>
            <a:off x="5394960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/ 08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SUMMARY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30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work inside the revenue cycle</a:t>
            </a:r>
            <a:r>
              <a:rPr lang="en-US" sz="3000" kern="0" spc="-100" dirty="0">
                <a:solidFill>
                  <a:srgbClr val="6A7F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you already run.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567864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920240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/ CONTEXT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9456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pressure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633472"/>
            <a:ext cx="256786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Hospitals face reimbursement challenges, rising operational costs, complex payer requirements, and growing uncompensated care obligations.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90824" y="1737360"/>
            <a:ext cx="2567864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90824" y="1920240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/ OPPORTUNITY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3390824" y="219456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gap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390824" y="2633472"/>
            <a:ext cx="256786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ED, trauma and other encounters, Workers' Compensation, Third-Party Liability, auto and other responsible-party coverage can go unidentified or unpursued by traditional workflows.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33008" y="1737360"/>
            <a:ext cx="2567864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33008" y="1920240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/ SUPPORT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6233008" y="219456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LaborForce adds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233008" y="2633472"/>
            <a:ext cx="256786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Specialized payer identification, patient engagement, revenue auditing, payer verification, and lien administration support.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075191" y="1737360"/>
            <a:ext cx="2567864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75191" y="1920240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OUTCOME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9075191" y="219456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goal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9075191" y="2633472"/>
            <a:ext cx="256786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Identify additional reimbursement, improve revenue realization, and reduce avoidable administrative work — without replacing current systems or teams.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754880"/>
            <a:ext cx="11094415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9103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IT WORKS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21208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68680" y="5184648"/>
            <a:ext cx="224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Technology screening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68680" y="5458968"/>
            <a:ext cx="2247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Injury-related encounters are flagged from existing registration and billing data.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3390824" y="521208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3710864" y="5184648"/>
            <a:ext cx="224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Specialist review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3710864" y="5458968"/>
            <a:ext cx="2247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Analysts determine the likely responsible payer and what information is missing.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6233008" y="521208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6553048" y="5184648"/>
            <a:ext cx="224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Direct patient contact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553048" y="5458968"/>
            <a:ext cx="2247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Dedicated staff confirm the facts and close gaps, respecting each patient's choices.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075191" y="521208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9395231" y="5184648"/>
            <a:ext cx="224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Follow-through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395231" y="5458968"/>
            <a:ext cx="2247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Billing corrections, lien support, and payer follow-up until the account resolves.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/ 08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REVENUE SLIPS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30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that traditional workflows may overlook.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Patients often arrive after workplace incidents, motor vehicle accidents, or injuries involving another liable party. Registration and billing workflows may not consistently capture or resolve: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3526384" cy="841248"/>
          </a:xfrm>
          <a:prstGeom prst="roundRect">
            <a:avLst>
              <a:gd name="adj" fmla="val 4348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2350008"/>
            <a:ext cx="256032" cy="256032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2350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2057400"/>
            <a:ext cx="274914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the injury occurred while the patient was working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184752" y="2057400"/>
            <a:ext cx="3526384" cy="841248"/>
          </a:xfrm>
          <a:prstGeom prst="roundRect">
            <a:avLst>
              <a:gd name="adj" fmla="val 4348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85920" y="2350008"/>
            <a:ext cx="256032" cy="256032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5920" y="2350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4779112" y="2057400"/>
            <a:ext cx="274914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a motor vehicle or other third party may be responsible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008376"/>
            <a:ext cx="3526384" cy="841248"/>
          </a:xfrm>
          <a:prstGeom prst="roundRect">
            <a:avLst>
              <a:gd name="adj" fmla="val 4348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49808" y="3300984"/>
            <a:ext cx="256032" cy="256032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9808" y="3300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3008376"/>
            <a:ext cx="274914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another insurer or payer should be investigated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184752" y="3008376"/>
            <a:ext cx="3526384" cy="841248"/>
          </a:xfrm>
          <a:prstGeom prst="roundRect">
            <a:avLst>
              <a:gd name="adj" fmla="val 4348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85920" y="3300984"/>
            <a:ext cx="256032" cy="256032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85920" y="3300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750" dirty="0"/>
          </a:p>
        </p:txBody>
      </p:sp>
      <p:sp>
        <p:nvSpPr>
          <p:cNvPr id="20" name="Text 18"/>
          <p:cNvSpPr txBox="1"/>
          <p:nvPr/>
        </p:nvSpPr>
        <p:spPr>
          <a:xfrm>
            <a:off x="4779112" y="3008376"/>
            <a:ext cx="274914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the hospital has the right claim, attorney, or payer information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3959352"/>
            <a:ext cx="3526384" cy="841248"/>
          </a:xfrm>
          <a:prstGeom prst="roundRect">
            <a:avLst>
              <a:gd name="adj" fmla="val 4348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9808" y="4251960"/>
            <a:ext cx="256032" cy="256032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49808" y="42519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750" dirty="0"/>
          </a:p>
        </p:txBody>
      </p:sp>
      <p:sp>
        <p:nvSpPr>
          <p:cNvPr id="24" name="Text 22"/>
          <p:cNvSpPr txBox="1"/>
          <p:nvPr/>
        </p:nvSpPr>
        <p:spPr>
          <a:xfrm>
            <a:off x="1143000" y="3959352"/>
            <a:ext cx="274914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a hospital lien is available, documented, and followed up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184752" y="3959352"/>
            <a:ext cx="3526384" cy="841248"/>
          </a:xfrm>
          <a:prstGeom prst="roundRect">
            <a:avLst>
              <a:gd name="adj" fmla="val 4348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85920" y="4251960"/>
            <a:ext cx="256032" cy="256032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85920" y="42519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4779112" y="3959352"/>
            <a:ext cx="274914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unresolved cases need investigation after discharge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8076895" y="2057400"/>
            <a:ext cx="3566160" cy="274320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78063" y="225856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THE REVENUE GOES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8278063" y="2514600"/>
            <a:ext cx="3163824" cy="579120"/>
          </a:xfrm>
          <a:prstGeom prst="roundRect">
            <a:avLst>
              <a:gd name="adj" fmla="val 4737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415223" y="2578608"/>
            <a:ext cx="2889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kern="0" spc="-2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Injury-related encounter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8415223" y="2788920"/>
            <a:ext cx="2889504" cy="286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8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Workplace injury, motor vehicle accident, or incident involving a third party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9859975" y="3139440"/>
            <a:ext cx="0" cy="109728"/>
          </a:xfrm>
          <a:prstGeom prst="line">
            <a:avLst/>
          </a:prstGeom>
          <a:noFill/>
          <a:ln w="15875">
            <a:solidFill>
              <a:srgbClr val="0A8FA6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8278063" y="3294888"/>
            <a:ext cx="3163824" cy="579120"/>
          </a:xfrm>
          <a:prstGeom prst="roundRect">
            <a:avLst>
              <a:gd name="adj" fmla="val 4737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415223" y="3358896"/>
            <a:ext cx="2889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kern="0" spc="-2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Responsible payer missed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8415223" y="3569208"/>
            <a:ext cx="2889504" cy="286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8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identified at registration, or identified but not followed through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9859975" y="3919728"/>
            <a:ext cx="0" cy="109728"/>
          </a:xfrm>
          <a:prstGeom prst="line">
            <a:avLst/>
          </a:prstGeom>
          <a:noFill/>
          <a:ln w="15875">
            <a:solidFill>
              <a:srgbClr val="0A8FA6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8278063" y="4075176"/>
            <a:ext cx="3163824" cy="579120"/>
          </a:xfrm>
          <a:prstGeom prst="roundRect">
            <a:avLst>
              <a:gd name="adj" fmla="val 4737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415223" y="4139184"/>
            <a:ext cx="2889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kern="0" spc="-2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Absorbed by the hospital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8415223" y="4349496"/>
            <a:ext cx="2889504" cy="286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8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Written off as bad debt or uncompensated care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48640" y="5020056"/>
            <a:ext cx="11094415" cy="603504"/>
          </a:xfrm>
          <a:prstGeom prst="rect">
            <a:avLst/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5020056"/>
            <a:ext cx="45720" cy="603504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22960" y="5257800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CONSEQUENCE</a:t>
            </a:r>
            <a:endParaRPr lang="en-US" sz="800" dirty="0"/>
          </a:p>
        </p:txBody>
      </p:sp>
      <p:sp>
        <p:nvSpPr>
          <p:cNvPr id="45" name="Text 43"/>
          <p:cNvSpPr txBox="1"/>
          <p:nvPr/>
        </p:nvSpPr>
        <p:spPr>
          <a:xfrm>
            <a:off x="2560320" y="5020056"/>
            <a:ext cx="8808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 reimbursement opportunities may remain unidentified, incorrectly routed, delayed, or insufficiently pursued.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/ 08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375F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CRITICAL FUNCTIONS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LaborForce solution.</a:t>
            </a:r>
            <a:endParaRPr lang="en-US" sz="2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9FC0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specialized operational layer.</a:t>
            </a:r>
            <a:endParaRPr lang="en-US" sz="2800" dirty="0"/>
          </a:p>
        </p:txBody>
      </p:sp>
      <p:sp>
        <p:nvSpPr>
          <p:cNvPr id="4" name="slab-1-left"/>
          <p:cNvSpPr/>
          <p:nvPr/>
        </p:nvSpPr>
        <p:spPr>
          <a:xfrm>
            <a:off x="982156" y="2186225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0" y="0"/>
                </a:moveTo>
                <a:lnTo>
                  <a:pt x="1445052" y="274560"/>
                </a:lnTo>
                <a:lnTo>
                  <a:pt x="1445052" y="404615"/>
                </a:lnTo>
                <a:lnTo>
                  <a:pt x="0" y="130055"/>
                </a:lnTo>
                <a:close/>
              </a:path>
            </a:pathLst>
          </a:custGeom>
          <a:solidFill>
            <a:srgbClr val="7ADBC0"/>
          </a:solidFill>
          <a:ln w="6350">
            <a:solidFill>
              <a:srgbClr val="7ADBC0"/>
            </a:solidFill>
            <a:prstDash val="solid"/>
          </a:ln>
        </p:spPr>
      </p:sp>
      <p:sp>
        <p:nvSpPr>
          <p:cNvPr id="5" name="slab-1-right"/>
          <p:cNvSpPr/>
          <p:nvPr/>
        </p:nvSpPr>
        <p:spPr>
          <a:xfrm>
            <a:off x="2427207" y="2186225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1445052" y="0"/>
                </a:moveTo>
                <a:lnTo>
                  <a:pt x="0" y="274560"/>
                </a:lnTo>
                <a:lnTo>
                  <a:pt x="0" y="404615"/>
                </a:lnTo>
                <a:lnTo>
                  <a:pt x="1445052" y="130055"/>
                </a:lnTo>
                <a:close/>
              </a:path>
            </a:pathLst>
          </a:custGeom>
          <a:solidFill>
            <a:srgbClr val="3DB48F"/>
          </a:solidFill>
          <a:ln w="6350">
            <a:solidFill>
              <a:srgbClr val="3DB48F"/>
            </a:solidFill>
            <a:prstDash val="solid"/>
          </a:ln>
        </p:spPr>
      </p:sp>
      <p:sp>
        <p:nvSpPr>
          <p:cNvPr id="6" name="slab-1-top"/>
          <p:cNvSpPr/>
          <p:nvPr/>
        </p:nvSpPr>
        <p:spPr>
          <a:xfrm>
            <a:off x="982156" y="1911666"/>
            <a:ext cx="2890104" cy="549120"/>
          </a:xfrm>
          <a:custGeom>
            <a:avLst/>
            <a:gdLst/>
            <a:ahLst/>
            <a:cxnLst/>
            <a:rect l="l" t="t" r="r" b="b"/>
            <a:pathLst>
              <a:path w="2890104" h="549120">
                <a:moveTo>
                  <a:pt x="0" y="274560"/>
                </a:moveTo>
                <a:lnTo>
                  <a:pt x="1445052" y="0"/>
                </a:lnTo>
                <a:lnTo>
                  <a:pt x="2890104" y="274560"/>
                </a:lnTo>
                <a:lnTo>
                  <a:pt x="1445052" y="549120"/>
                </a:lnTo>
                <a:close/>
              </a:path>
            </a:pathLst>
          </a:custGeom>
          <a:solidFill>
            <a:srgbClr val="BFEFE0"/>
          </a:solidFill>
          <a:ln w="6350">
            <a:solidFill>
              <a:srgbClr val="BFEFE0"/>
            </a:solidFill>
            <a:prstDash val="solid"/>
          </a:ln>
        </p:spPr>
      </p:sp>
      <p:sp>
        <p:nvSpPr>
          <p:cNvPr id="7" name="slab-1-num"/>
          <p:cNvSpPr txBox="1"/>
          <p:nvPr/>
        </p:nvSpPr>
        <p:spPr>
          <a:xfrm>
            <a:off x="1970007" y="2049065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slab-1-link"/>
          <p:cNvSpPr/>
          <p:nvPr/>
        </p:nvSpPr>
        <p:spPr>
          <a:xfrm>
            <a:off x="2427207" y="2590840"/>
            <a:ext cx="0" cy="216758"/>
          </a:xfrm>
          <a:prstGeom prst="line">
            <a:avLst/>
          </a:prstGeom>
          <a:noFill/>
          <a:ln w="15875">
            <a:solidFill>
              <a:srgbClr val="7FD3E3"/>
            </a:solidFill>
            <a:prstDash val="sysDash"/>
          </a:ln>
        </p:spPr>
      </p:sp>
      <p:sp>
        <p:nvSpPr>
          <p:cNvPr id="9" name="slab-1-drop"/>
          <p:cNvSpPr/>
          <p:nvPr/>
        </p:nvSpPr>
        <p:spPr>
          <a:xfrm>
            <a:off x="2399775" y="2563408"/>
            <a:ext cx="54864" cy="54864"/>
          </a:xfrm>
          <a:prstGeom prst="ellipse">
            <a:avLst/>
          </a:prstGeom>
          <a:solidFill>
            <a:srgbClr val="7FD3E3"/>
          </a:solidFill>
          <a:ln w="12700">
            <a:solidFill>
              <a:srgbClr val="7FD3E3"/>
            </a:solidFill>
            <a:prstDash val="solid"/>
          </a:ln>
        </p:spPr>
      </p:sp>
      <p:sp>
        <p:nvSpPr>
          <p:cNvPr id="10" name="slab-2-left"/>
          <p:cNvSpPr/>
          <p:nvPr/>
        </p:nvSpPr>
        <p:spPr>
          <a:xfrm>
            <a:off x="982156" y="3038806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0" y="0"/>
                </a:moveTo>
                <a:lnTo>
                  <a:pt x="1445052" y="274560"/>
                </a:lnTo>
                <a:lnTo>
                  <a:pt x="1445052" y="404615"/>
                </a:lnTo>
                <a:lnTo>
                  <a:pt x="0" y="130055"/>
                </a:lnTo>
                <a:close/>
              </a:path>
            </a:pathLst>
          </a:custGeom>
          <a:solidFill>
            <a:srgbClr val="4CC9A6"/>
          </a:solidFill>
          <a:ln w="6350">
            <a:solidFill>
              <a:srgbClr val="4CC9A6"/>
            </a:solidFill>
            <a:prstDash val="solid"/>
          </a:ln>
        </p:spPr>
      </p:sp>
      <p:sp>
        <p:nvSpPr>
          <p:cNvPr id="11" name="slab-2-right"/>
          <p:cNvSpPr/>
          <p:nvPr/>
        </p:nvSpPr>
        <p:spPr>
          <a:xfrm>
            <a:off x="2427207" y="3038806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1445052" y="0"/>
                </a:moveTo>
                <a:lnTo>
                  <a:pt x="0" y="274560"/>
                </a:lnTo>
                <a:lnTo>
                  <a:pt x="0" y="404615"/>
                </a:lnTo>
                <a:lnTo>
                  <a:pt x="1445052" y="130055"/>
                </a:lnTo>
                <a:close/>
              </a:path>
            </a:pathLst>
          </a:custGeom>
          <a:solidFill>
            <a:srgbClr val="1D9E75"/>
          </a:solidFill>
          <a:ln w="6350">
            <a:solidFill>
              <a:srgbClr val="1D9E75"/>
            </a:solidFill>
            <a:prstDash val="solid"/>
          </a:ln>
        </p:spPr>
      </p:sp>
      <p:sp>
        <p:nvSpPr>
          <p:cNvPr id="12" name="slab-2-top"/>
          <p:cNvSpPr/>
          <p:nvPr/>
        </p:nvSpPr>
        <p:spPr>
          <a:xfrm>
            <a:off x="982156" y="2764246"/>
            <a:ext cx="2890104" cy="549120"/>
          </a:xfrm>
          <a:custGeom>
            <a:avLst/>
            <a:gdLst/>
            <a:ahLst/>
            <a:cxnLst/>
            <a:rect l="l" t="t" r="r" b="b"/>
            <a:pathLst>
              <a:path w="2890104" h="549120">
                <a:moveTo>
                  <a:pt x="0" y="274560"/>
                </a:moveTo>
                <a:lnTo>
                  <a:pt x="1445052" y="0"/>
                </a:lnTo>
                <a:lnTo>
                  <a:pt x="2890104" y="274560"/>
                </a:lnTo>
                <a:lnTo>
                  <a:pt x="1445052" y="549120"/>
                </a:lnTo>
                <a:close/>
              </a:path>
            </a:pathLst>
          </a:custGeom>
          <a:solidFill>
            <a:srgbClr val="8FE0C9"/>
          </a:solidFill>
          <a:ln w="6350">
            <a:solidFill>
              <a:srgbClr val="8FE0C9"/>
            </a:solidFill>
            <a:prstDash val="solid"/>
          </a:ln>
        </p:spPr>
      </p:sp>
      <p:sp>
        <p:nvSpPr>
          <p:cNvPr id="13" name="slab-2-num"/>
          <p:cNvSpPr txBox="1"/>
          <p:nvPr/>
        </p:nvSpPr>
        <p:spPr>
          <a:xfrm>
            <a:off x="1970007" y="290164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slab-2-link"/>
          <p:cNvSpPr/>
          <p:nvPr/>
        </p:nvSpPr>
        <p:spPr>
          <a:xfrm>
            <a:off x="2427207" y="3443421"/>
            <a:ext cx="0" cy="216758"/>
          </a:xfrm>
          <a:prstGeom prst="line">
            <a:avLst/>
          </a:prstGeom>
          <a:noFill/>
          <a:ln w="15875">
            <a:solidFill>
              <a:srgbClr val="7FD3E3"/>
            </a:solidFill>
            <a:prstDash val="sysDash"/>
          </a:ln>
        </p:spPr>
      </p:sp>
      <p:sp>
        <p:nvSpPr>
          <p:cNvPr id="15" name="slab-2-drop"/>
          <p:cNvSpPr/>
          <p:nvPr/>
        </p:nvSpPr>
        <p:spPr>
          <a:xfrm>
            <a:off x="2399775" y="3415989"/>
            <a:ext cx="54864" cy="54864"/>
          </a:xfrm>
          <a:prstGeom prst="ellipse">
            <a:avLst/>
          </a:prstGeom>
          <a:solidFill>
            <a:srgbClr val="7FD3E3"/>
          </a:solidFill>
          <a:ln w="12700">
            <a:solidFill>
              <a:srgbClr val="7FD3E3"/>
            </a:solidFill>
            <a:prstDash val="solid"/>
          </a:ln>
        </p:spPr>
      </p:sp>
      <p:sp>
        <p:nvSpPr>
          <p:cNvPr id="16" name="slab-3-left"/>
          <p:cNvSpPr/>
          <p:nvPr/>
        </p:nvSpPr>
        <p:spPr>
          <a:xfrm>
            <a:off x="982156" y="3891387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0" y="0"/>
                </a:moveTo>
                <a:lnTo>
                  <a:pt x="1445052" y="274560"/>
                </a:lnTo>
                <a:lnTo>
                  <a:pt x="1445052" y="404615"/>
                </a:lnTo>
                <a:lnTo>
                  <a:pt x="0" y="130055"/>
                </a:lnTo>
                <a:close/>
              </a:path>
            </a:pathLst>
          </a:custGeom>
          <a:solidFill>
            <a:srgbClr val="5AA2E6"/>
          </a:solidFill>
          <a:ln w="6350">
            <a:solidFill>
              <a:srgbClr val="5AA2E6"/>
            </a:solidFill>
            <a:prstDash val="solid"/>
          </a:ln>
        </p:spPr>
      </p:sp>
      <p:sp>
        <p:nvSpPr>
          <p:cNvPr id="17" name="slab-3-right"/>
          <p:cNvSpPr/>
          <p:nvPr/>
        </p:nvSpPr>
        <p:spPr>
          <a:xfrm>
            <a:off x="2427207" y="3891387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1445052" y="0"/>
                </a:moveTo>
                <a:lnTo>
                  <a:pt x="0" y="274560"/>
                </a:lnTo>
                <a:lnTo>
                  <a:pt x="0" y="404615"/>
                </a:lnTo>
                <a:lnTo>
                  <a:pt x="1445052" y="130055"/>
                </a:lnTo>
                <a:close/>
              </a:path>
            </a:pathLst>
          </a:custGeom>
          <a:solidFill>
            <a:srgbClr val="2F7FCB"/>
          </a:solidFill>
          <a:ln w="6350">
            <a:solidFill>
              <a:srgbClr val="2F7FCB"/>
            </a:solidFill>
            <a:prstDash val="solid"/>
          </a:ln>
        </p:spPr>
      </p:sp>
      <p:sp>
        <p:nvSpPr>
          <p:cNvPr id="18" name="slab-3-top"/>
          <p:cNvSpPr/>
          <p:nvPr/>
        </p:nvSpPr>
        <p:spPr>
          <a:xfrm>
            <a:off x="982156" y="3616827"/>
            <a:ext cx="2890104" cy="549120"/>
          </a:xfrm>
          <a:custGeom>
            <a:avLst/>
            <a:gdLst/>
            <a:ahLst/>
            <a:cxnLst/>
            <a:rect l="l" t="t" r="r" b="b"/>
            <a:pathLst>
              <a:path w="2890104" h="549120">
                <a:moveTo>
                  <a:pt x="0" y="274560"/>
                </a:moveTo>
                <a:lnTo>
                  <a:pt x="1445052" y="0"/>
                </a:lnTo>
                <a:lnTo>
                  <a:pt x="2890104" y="274560"/>
                </a:lnTo>
                <a:lnTo>
                  <a:pt x="1445052" y="549120"/>
                </a:lnTo>
                <a:close/>
              </a:path>
            </a:pathLst>
          </a:custGeom>
          <a:solidFill>
            <a:srgbClr val="9CC8F0"/>
          </a:solidFill>
          <a:ln w="6350">
            <a:solidFill>
              <a:srgbClr val="9CC8F0"/>
            </a:solidFill>
            <a:prstDash val="solid"/>
          </a:ln>
        </p:spPr>
      </p:sp>
      <p:sp>
        <p:nvSpPr>
          <p:cNvPr id="19" name="slab-3-num"/>
          <p:cNvSpPr txBox="1"/>
          <p:nvPr/>
        </p:nvSpPr>
        <p:spPr>
          <a:xfrm>
            <a:off x="1970007" y="3754227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100" dirty="0"/>
          </a:p>
        </p:txBody>
      </p:sp>
      <p:sp>
        <p:nvSpPr>
          <p:cNvPr id="20" name="slab-3-link"/>
          <p:cNvSpPr/>
          <p:nvPr/>
        </p:nvSpPr>
        <p:spPr>
          <a:xfrm>
            <a:off x="2427207" y="4296001"/>
            <a:ext cx="0" cy="216758"/>
          </a:xfrm>
          <a:prstGeom prst="line">
            <a:avLst/>
          </a:prstGeom>
          <a:noFill/>
          <a:ln w="15875">
            <a:solidFill>
              <a:srgbClr val="7FD3E3"/>
            </a:solidFill>
            <a:prstDash val="sysDash"/>
          </a:ln>
        </p:spPr>
      </p:sp>
      <p:sp>
        <p:nvSpPr>
          <p:cNvPr id="21" name="slab-3-drop"/>
          <p:cNvSpPr/>
          <p:nvPr/>
        </p:nvSpPr>
        <p:spPr>
          <a:xfrm>
            <a:off x="2399775" y="4268569"/>
            <a:ext cx="54864" cy="54864"/>
          </a:xfrm>
          <a:prstGeom prst="ellipse">
            <a:avLst/>
          </a:prstGeom>
          <a:solidFill>
            <a:srgbClr val="7FD3E3"/>
          </a:solidFill>
          <a:ln w="12700">
            <a:solidFill>
              <a:srgbClr val="7FD3E3"/>
            </a:solidFill>
            <a:prstDash val="solid"/>
          </a:ln>
        </p:spPr>
      </p:sp>
      <p:sp>
        <p:nvSpPr>
          <p:cNvPr id="22" name="slab-4-left"/>
          <p:cNvSpPr/>
          <p:nvPr/>
        </p:nvSpPr>
        <p:spPr>
          <a:xfrm>
            <a:off x="982156" y="4743967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0" y="0"/>
                </a:moveTo>
                <a:lnTo>
                  <a:pt x="1445052" y="274560"/>
                </a:lnTo>
                <a:lnTo>
                  <a:pt x="1445052" y="404615"/>
                </a:lnTo>
                <a:lnTo>
                  <a:pt x="0" y="130055"/>
                </a:lnTo>
                <a:close/>
              </a:path>
            </a:pathLst>
          </a:custGeom>
          <a:solidFill>
            <a:srgbClr val="3A8FDB"/>
          </a:solidFill>
          <a:ln w="6350">
            <a:solidFill>
              <a:srgbClr val="3A8FDB"/>
            </a:solidFill>
            <a:prstDash val="solid"/>
          </a:ln>
        </p:spPr>
      </p:sp>
      <p:sp>
        <p:nvSpPr>
          <p:cNvPr id="23" name="slab-4-right"/>
          <p:cNvSpPr/>
          <p:nvPr/>
        </p:nvSpPr>
        <p:spPr>
          <a:xfrm>
            <a:off x="2427207" y="4743967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1445052" y="0"/>
                </a:moveTo>
                <a:lnTo>
                  <a:pt x="0" y="274560"/>
                </a:lnTo>
                <a:lnTo>
                  <a:pt x="0" y="404615"/>
                </a:lnTo>
                <a:lnTo>
                  <a:pt x="1445052" y="130055"/>
                </a:lnTo>
                <a:close/>
              </a:path>
            </a:pathLst>
          </a:custGeom>
          <a:solidFill>
            <a:srgbClr val="1F67AE"/>
          </a:solidFill>
          <a:ln w="6350">
            <a:solidFill>
              <a:srgbClr val="1F67AE"/>
            </a:solidFill>
            <a:prstDash val="solid"/>
          </a:ln>
        </p:spPr>
      </p:sp>
      <p:sp>
        <p:nvSpPr>
          <p:cNvPr id="24" name="slab-4-top"/>
          <p:cNvSpPr/>
          <p:nvPr/>
        </p:nvSpPr>
        <p:spPr>
          <a:xfrm>
            <a:off x="982156" y="4469407"/>
            <a:ext cx="2890104" cy="549120"/>
          </a:xfrm>
          <a:custGeom>
            <a:avLst/>
            <a:gdLst/>
            <a:ahLst/>
            <a:cxnLst/>
            <a:rect l="l" t="t" r="r" b="b"/>
            <a:pathLst>
              <a:path w="2890104" h="549120">
                <a:moveTo>
                  <a:pt x="0" y="274560"/>
                </a:moveTo>
                <a:lnTo>
                  <a:pt x="1445052" y="0"/>
                </a:lnTo>
                <a:lnTo>
                  <a:pt x="2890104" y="274560"/>
                </a:lnTo>
                <a:lnTo>
                  <a:pt x="1445052" y="549120"/>
                </a:lnTo>
                <a:close/>
              </a:path>
            </a:pathLst>
          </a:custGeom>
          <a:solidFill>
            <a:srgbClr val="6FB0EE"/>
          </a:solidFill>
          <a:ln w="6350">
            <a:solidFill>
              <a:srgbClr val="6FB0EE"/>
            </a:solidFill>
            <a:prstDash val="solid"/>
          </a:ln>
        </p:spPr>
      </p:sp>
      <p:sp>
        <p:nvSpPr>
          <p:cNvPr id="25" name="slab-4-num"/>
          <p:cNvSpPr txBox="1"/>
          <p:nvPr/>
        </p:nvSpPr>
        <p:spPr>
          <a:xfrm>
            <a:off x="1970007" y="4606807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100" dirty="0"/>
          </a:p>
        </p:txBody>
      </p:sp>
      <p:sp>
        <p:nvSpPr>
          <p:cNvPr id="26" name="slab-4-link"/>
          <p:cNvSpPr/>
          <p:nvPr/>
        </p:nvSpPr>
        <p:spPr>
          <a:xfrm>
            <a:off x="2427207" y="5148582"/>
            <a:ext cx="0" cy="216758"/>
          </a:xfrm>
          <a:prstGeom prst="line">
            <a:avLst/>
          </a:prstGeom>
          <a:noFill/>
          <a:ln w="15875">
            <a:solidFill>
              <a:srgbClr val="7FD3E3"/>
            </a:solidFill>
            <a:prstDash val="sysDash"/>
          </a:ln>
        </p:spPr>
      </p:sp>
      <p:sp>
        <p:nvSpPr>
          <p:cNvPr id="27" name="slab-4-drop"/>
          <p:cNvSpPr/>
          <p:nvPr/>
        </p:nvSpPr>
        <p:spPr>
          <a:xfrm>
            <a:off x="2399775" y="5121150"/>
            <a:ext cx="54864" cy="54864"/>
          </a:xfrm>
          <a:prstGeom prst="ellipse">
            <a:avLst/>
          </a:prstGeom>
          <a:solidFill>
            <a:srgbClr val="7FD3E3"/>
          </a:solidFill>
          <a:ln w="12700">
            <a:solidFill>
              <a:srgbClr val="7FD3E3"/>
            </a:solidFill>
            <a:prstDash val="solid"/>
          </a:ln>
        </p:spPr>
      </p:sp>
      <p:sp>
        <p:nvSpPr>
          <p:cNvPr id="28" name="slab-5-left"/>
          <p:cNvSpPr/>
          <p:nvPr/>
        </p:nvSpPr>
        <p:spPr>
          <a:xfrm>
            <a:off x="982156" y="5596548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0" y="0"/>
                </a:moveTo>
                <a:lnTo>
                  <a:pt x="1445052" y="274560"/>
                </a:lnTo>
                <a:lnTo>
                  <a:pt x="1445052" y="404615"/>
                </a:lnTo>
                <a:lnTo>
                  <a:pt x="0" y="130055"/>
                </a:lnTo>
                <a:close/>
              </a:path>
            </a:pathLst>
          </a:custGeom>
          <a:solidFill>
            <a:srgbClr val="2B74BE"/>
          </a:solidFill>
          <a:ln w="6350">
            <a:solidFill>
              <a:srgbClr val="2B74BE"/>
            </a:solidFill>
            <a:prstDash val="solid"/>
          </a:ln>
        </p:spPr>
      </p:sp>
      <p:sp>
        <p:nvSpPr>
          <p:cNvPr id="29" name="slab-5-right"/>
          <p:cNvSpPr/>
          <p:nvPr/>
        </p:nvSpPr>
        <p:spPr>
          <a:xfrm>
            <a:off x="2427207" y="5596548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1445052" y="0"/>
                </a:moveTo>
                <a:lnTo>
                  <a:pt x="0" y="274560"/>
                </a:lnTo>
                <a:lnTo>
                  <a:pt x="0" y="404615"/>
                </a:lnTo>
                <a:lnTo>
                  <a:pt x="1445052" y="130055"/>
                </a:lnTo>
                <a:close/>
              </a:path>
            </a:pathLst>
          </a:custGeom>
          <a:solidFill>
            <a:srgbClr val="1A5590"/>
          </a:solidFill>
          <a:ln w="6350">
            <a:solidFill>
              <a:srgbClr val="1A5590"/>
            </a:solidFill>
            <a:prstDash val="solid"/>
          </a:ln>
        </p:spPr>
      </p:sp>
      <p:sp>
        <p:nvSpPr>
          <p:cNvPr id="30" name="slab-5-top"/>
          <p:cNvSpPr/>
          <p:nvPr/>
        </p:nvSpPr>
        <p:spPr>
          <a:xfrm>
            <a:off x="982156" y="5321988"/>
            <a:ext cx="2890104" cy="549120"/>
          </a:xfrm>
          <a:custGeom>
            <a:avLst/>
            <a:gdLst/>
            <a:ahLst/>
            <a:cxnLst/>
            <a:rect l="l" t="t" r="r" b="b"/>
            <a:pathLst>
              <a:path w="2890104" h="549120">
                <a:moveTo>
                  <a:pt x="0" y="274560"/>
                </a:moveTo>
                <a:lnTo>
                  <a:pt x="1445052" y="0"/>
                </a:lnTo>
                <a:lnTo>
                  <a:pt x="2890104" y="274560"/>
                </a:lnTo>
                <a:lnTo>
                  <a:pt x="1445052" y="549120"/>
                </a:lnTo>
                <a:close/>
              </a:path>
            </a:pathLst>
          </a:custGeom>
          <a:solidFill>
            <a:srgbClr val="4A97E2"/>
          </a:solidFill>
          <a:ln w="6350">
            <a:solidFill>
              <a:srgbClr val="4A97E2"/>
            </a:solidFill>
            <a:prstDash val="solid"/>
          </a:ln>
        </p:spPr>
      </p:sp>
      <p:sp>
        <p:nvSpPr>
          <p:cNvPr id="31" name="slab-5-num"/>
          <p:cNvSpPr txBox="1"/>
          <p:nvPr/>
        </p:nvSpPr>
        <p:spPr>
          <a:xfrm>
            <a:off x="1970007" y="54593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100" dirty="0"/>
          </a:p>
        </p:txBody>
      </p:sp>
      <p:sp>
        <p:nvSpPr>
          <p:cNvPr id="32" name="fn-1-card"/>
          <p:cNvSpPr/>
          <p:nvPr/>
        </p:nvSpPr>
        <p:spPr>
          <a:xfrm>
            <a:off x="4717255" y="1810512"/>
            <a:ext cx="6925801" cy="749808"/>
          </a:xfrm>
          <a:prstGeom prst="roundRect">
            <a:avLst>
              <a:gd name="adj" fmla="val 6098"/>
            </a:avLst>
          </a:prstGeom>
          <a:solidFill>
            <a:srgbClr val="174579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33" name="fn-1-badge"/>
          <p:cNvSpPr/>
          <p:nvPr/>
        </p:nvSpPr>
        <p:spPr>
          <a:xfrm>
            <a:off x="4900135" y="2029968"/>
            <a:ext cx="310896" cy="310896"/>
          </a:xfrm>
          <a:prstGeom prst="ellipse">
            <a:avLst/>
          </a:prstGeom>
          <a:solidFill>
            <a:srgbClr val="2C5687"/>
          </a:solidFill>
          <a:ln w="12700">
            <a:solidFill>
              <a:srgbClr val="2C5687"/>
            </a:solidFill>
            <a:prstDash val="solid"/>
          </a:ln>
        </p:spPr>
      </p:sp>
      <p:sp>
        <p:nvSpPr>
          <p:cNvPr id="34" name="fn-1-badgenum"/>
          <p:cNvSpPr txBox="1"/>
          <p:nvPr/>
        </p:nvSpPr>
        <p:spPr>
          <a:xfrm>
            <a:off x="4900135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850" dirty="0"/>
          </a:p>
        </p:txBody>
      </p:sp>
      <p:sp>
        <p:nvSpPr>
          <p:cNvPr id="35" name="fn-1-title"/>
          <p:cNvSpPr txBox="1"/>
          <p:nvPr/>
        </p:nvSpPr>
        <p:spPr>
          <a:xfrm>
            <a:off x="5375623" y="1920240"/>
            <a:ext cx="610284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2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Proactive Revenue Identification</a:t>
            </a:r>
            <a:endParaRPr lang="en-US" sz="1300" dirty="0"/>
          </a:p>
        </p:txBody>
      </p:sp>
      <p:sp>
        <p:nvSpPr>
          <p:cNvPr id="36" name="fn-1-desc"/>
          <p:cNvSpPr txBox="1"/>
          <p:nvPr/>
        </p:nvSpPr>
        <p:spPr>
          <a:xfrm>
            <a:off x="5375623" y="2194560"/>
            <a:ext cx="61028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 injury-related encounters, identify potentially responsible payers, and prioritize accounts for investigation.</a:t>
            </a:r>
            <a:endParaRPr lang="en-US" sz="950" dirty="0"/>
          </a:p>
        </p:txBody>
      </p:sp>
      <p:sp>
        <p:nvSpPr>
          <p:cNvPr id="37" name="fn-2-card"/>
          <p:cNvSpPr/>
          <p:nvPr/>
        </p:nvSpPr>
        <p:spPr>
          <a:xfrm>
            <a:off x="4717255" y="2651760"/>
            <a:ext cx="6925801" cy="749808"/>
          </a:xfrm>
          <a:prstGeom prst="roundRect">
            <a:avLst>
              <a:gd name="adj" fmla="val 6098"/>
            </a:avLst>
          </a:prstGeom>
          <a:solidFill>
            <a:srgbClr val="174579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38" name="fn-2-badge"/>
          <p:cNvSpPr/>
          <p:nvPr/>
        </p:nvSpPr>
        <p:spPr>
          <a:xfrm>
            <a:off x="4900135" y="2871216"/>
            <a:ext cx="310896" cy="310896"/>
          </a:xfrm>
          <a:prstGeom prst="ellipse">
            <a:avLst/>
          </a:prstGeom>
          <a:solidFill>
            <a:srgbClr val="2C5687"/>
          </a:solidFill>
          <a:ln w="12700">
            <a:solidFill>
              <a:srgbClr val="2C5687"/>
            </a:solidFill>
            <a:prstDash val="solid"/>
          </a:ln>
        </p:spPr>
      </p:sp>
      <p:sp>
        <p:nvSpPr>
          <p:cNvPr id="39" name="fn-2-badgenum"/>
          <p:cNvSpPr txBox="1"/>
          <p:nvPr/>
        </p:nvSpPr>
        <p:spPr>
          <a:xfrm>
            <a:off x="4900135" y="28712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850" dirty="0"/>
          </a:p>
        </p:txBody>
      </p:sp>
      <p:sp>
        <p:nvSpPr>
          <p:cNvPr id="40" name="fn-2-title"/>
          <p:cNvSpPr txBox="1"/>
          <p:nvPr/>
        </p:nvSpPr>
        <p:spPr>
          <a:xfrm>
            <a:off x="5375623" y="2761488"/>
            <a:ext cx="610284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2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Dedicated Patient Engagement</a:t>
            </a:r>
            <a:endParaRPr lang="en-US" sz="1300" dirty="0"/>
          </a:p>
        </p:txBody>
      </p:sp>
      <p:sp>
        <p:nvSpPr>
          <p:cNvPr id="41" name="fn-2-desc"/>
          <p:cNvSpPr txBox="1"/>
          <p:nvPr/>
        </p:nvSpPr>
        <p:spPr>
          <a:xfrm>
            <a:off x="5375623" y="3035808"/>
            <a:ext cx="61028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Outreach to verify injury circumstances and collect missing claim, employer, insurer, or attorney information.</a:t>
            </a:r>
            <a:endParaRPr lang="en-US" sz="950" dirty="0"/>
          </a:p>
        </p:txBody>
      </p:sp>
      <p:sp>
        <p:nvSpPr>
          <p:cNvPr id="42" name="fn-3-card"/>
          <p:cNvSpPr/>
          <p:nvPr/>
        </p:nvSpPr>
        <p:spPr>
          <a:xfrm>
            <a:off x="4717255" y="3493008"/>
            <a:ext cx="6925801" cy="749808"/>
          </a:xfrm>
          <a:prstGeom prst="roundRect">
            <a:avLst>
              <a:gd name="adj" fmla="val 6098"/>
            </a:avLst>
          </a:prstGeom>
          <a:solidFill>
            <a:srgbClr val="174579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43" name="fn-3-badge"/>
          <p:cNvSpPr/>
          <p:nvPr/>
        </p:nvSpPr>
        <p:spPr>
          <a:xfrm>
            <a:off x="4900135" y="3712464"/>
            <a:ext cx="310896" cy="310896"/>
          </a:xfrm>
          <a:prstGeom prst="ellipse">
            <a:avLst/>
          </a:prstGeom>
          <a:solidFill>
            <a:srgbClr val="2C5687"/>
          </a:solidFill>
          <a:ln w="12700">
            <a:solidFill>
              <a:srgbClr val="2C5687"/>
            </a:solidFill>
            <a:prstDash val="solid"/>
          </a:ln>
        </p:spPr>
      </p:sp>
      <p:sp>
        <p:nvSpPr>
          <p:cNvPr id="44" name="fn-3-badgenum"/>
          <p:cNvSpPr txBox="1"/>
          <p:nvPr/>
        </p:nvSpPr>
        <p:spPr>
          <a:xfrm>
            <a:off x="4900135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850" dirty="0"/>
          </a:p>
        </p:txBody>
      </p:sp>
      <p:sp>
        <p:nvSpPr>
          <p:cNvPr id="45" name="fn-3-title"/>
          <p:cNvSpPr txBox="1"/>
          <p:nvPr/>
        </p:nvSpPr>
        <p:spPr>
          <a:xfrm>
            <a:off x="5375623" y="3602736"/>
            <a:ext cx="610284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2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Payer Verification &amp; RCM Coordination</a:t>
            </a:r>
            <a:endParaRPr lang="en-US" sz="1300" dirty="0"/>
          </a:p>
        </p:txBody>
      </p:sp>
      <p:sp>
        <p:nvSpPr>
          <p:cNvPr id="46" name="fn-3-desc"/>
          <p:cNvSpPr txBox="1"/>
          <p:nvPr/>
        </p:nvSpPr>
        <p:spPr>
          <a:xfrm>
            <a:off x="5375623" y="3877056"/>
            <a:ext cx="61028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Coordinate findings with registration, billing, and revenue cycle teams for payer determination and follow-up.</a:t>
            </a:r>
            <a:endParaRPr lang="en-US" sz="950" dirty="0"/>
          </a:p>
        </p:txBody>
      </p:sp>
      <p:sp>
        <p:nvSpPr>
          <p:cNvPr id="47" name="fn-4-card"/>
          <p:cNvSpPr/>
          <p:nvPr/>
        </p:nvSpPr>
        <p:spPr>
          <a:xfrm>
            <a:off x="4717255" y="4334256"/>
            <a:ext cx="6925801" cy="749808"/>
          </a:xfrm>
          <a:prstGeom prst="roundRect">
            <a:avLst>
              <a:gd name="adj" fmla="val 6098"/>
            </a:avLst>
          </a:prstGeom>
          <a:solidFill>
            <a:srgbClr val="174579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48" name="fn-4-badge"/>
          <p:cNvSpPr/>
          <p:nvPr/>
        </p:nvSpPr>
        <p:spPr>
          <a:xfrm>
            <a:off x="4900135" y="4553712"/>
            <a:ext cx="310896" cy="310896"/>
          </a:xfrm>
          <a:prstGeom prst="ellipse">
            <a:avLst/>
          </a:prstGeom>
          <a:solidFill>
            <a:srgbClr val="2C5687"/>
          </a:solidFill>
          <a:ln w="12700">
            <a:solidFill>
              <a:srgbClr val="2C5687"/>
            </a:solidFill>
            <a:prstDash val="solid"/>
          </a:ln>
        </p:spPr>
      </p:sp>
      <p:sp>
        <p:nvSpPr>
          <p:cNvPr id="49" name="fn-4-badgenum"/>
          <p:cNvSpPr txBox="1"/>
          <p:nvPr/>
        </p:nvSpPr>
        <p:spPr>
          <a:xfrm>
            <a:off x="4900135" y="4553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850" dirty="0"/>
          </a:p>
        </p:txBody>
      </p:sp>
      <p:sp>
        <p:nvSpPr>
          <p:cNvPr id="50" name="fn-4-title"/>
          <p:cNvSpPr txBox="1"/>
          <p:nvPr/>
        </p:nvSpPr>
        <p:spPr>
          <a:xfrm>
            <a:off x="5375623" y="4443984"/>
            <a:ext cx="610284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2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Auditing &amp; Reconciliation</a:t>
            </a:r>
            <a:endParaRPr lang="en-US" sz="1300" dirty="0"/>
          </a:p>
        </p:txBody>
      </p:sp>
      <p:sp>
        <p:nvSpPr>
          <p:cNvPr id="51" name="fn-4-desc"/>
          <p:cNvSpPr txBox="1"/>
          <p:nvPr/>
        </p:nvSpPr>
        <p:spPr>
          <a:xfrm>
            <a:off x="5375623" y="4718304"/>
            <a:ext cx="61028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Monitor unresolved cases, flag missing or inconsistent information, and track case status and reimbursement.</a:t>
            </a:r>
            <a:endParaRPr lang="en-US" sz="950" dirty="0"/>
          </a:p>
        </p:txBody>
      </p:sp>
      <p:sp>
        <p:nvSpPr>
          <p:cNvPr id="52" name="fn-5-card"/>
          <p:cNvSpPr/>
          <p:nvPr/>
        </p:nvSpPr>
        <p:spPr>
          <a:xfrm>
            <a:off x="4717255" y="5175504"/>
            <a:ext cx="6925801" cy="749808"/>
          </a:xfrm>
          <a:prstGeom prst="roundRect">
            <a:avLst>
              <a:gd name="adj" fmla="val 6098"/>
            </a:avLst>
          </a:prstGeom>
          <a:solidFill>
            <a:srgbClr val="174579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53" name="fn-5-badge"/>
          <p:cNvSpPr/>
          <p:nvPr/>
        </p:nvSpPr>
        <p:spPr>
          <a:xfrm>
            <a:off x="4900135" y="5394960"/>
            <a:ext cx="310896" cy="310896"/>
          </a:xfrm>
          <a:prstGeom prst="ellipse">
            <a:avLst/>
          </a:prstGeom>
          <a:solidFill>
            <a:srgbClr val="2C5687"/>
          </a:solidFill>
          <a:ln w="12700">
            <a:solidFill>
              <a:srgbClr val="2C5687"/>
            </a:solidFill>
            <a:prstDash val="solid"/>
          </a:ln>
        </p:spPr>
      </p:sp>
      <p:sp>
        <p:nvSpPr>
          <p:cNvPr id="54" name="fn-5-badgenum"/>
          <p:cNvSpPr txBox="1"/>
          <p:nvPr/>
        </p:nvSpPr>
        <p:spPr>
          <a:xfrm>
            <a:off x="4900135" y="53949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850" dirty="0"/>
          </a:p>
        </p:txBody>
      </p:sp>
      <p:sp>
        <p:nvSpPr>
          <p:cNvPr id="55" name="fn-5-title"/>
          <p:cNvSpPr txBox="1"/>
          <p:nvPr/>
        </p:nvSpPr>
        <p:spPr>
          <a:xfrm>
            <a:off x="5375623" y="5285232"/>
            <a:ext cx="610284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2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Lien Administration &amp; Recovery</a:t>
            </a:r>
            <a:endParaRPr lang="en-US" sz="1300" dirty="0"/>
          </a:p>
        </p:txBody>
      </p:sp>
      <p:sp>
        <p:nvSpPr>
          <p:cNvPr id="56" name="fn-5-desc"/>
          <p:cNvSpPr txBox="1"/>
          <p:nvPr/>
        </p:nvSpPr>
        <p:spPr>
          <a:xfrm>
            <a:off x="5375623" y="5559552"/>
            <a:ext cx="61028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 approved lien documentation, follow-up, and reimbursement tracking within the legal and contractual framework.</a:t>
            </a:r>
            <a:endParaRPr lang="en-US" sz="950" dirty="0"/>
          </a:p>
        </p:txBody>
      </p:sp>
      <p:sp>
        <p:nvSpPr>
          <p:cNvPr id="57" name="Text 55"/>
          <p:cNvSpPr txBox="1"/>
          <p:nvPr/>
        </p:nvSpPr>
        <p:spPr>
          <a:xfrm>
            <a:off x="4717255" y="6035040"/>
            <a:ext cx="69258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LaborForce works alongside your billing and collections teams.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08</a:t>
            </a:r>
            <a:endParaRPr lang="en-US" sz="8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150"/>
                            </p:stCondLst>
                            <p:childTnLst>
                              <p:par>
                                <p:cTn id="73" presetID="10" presetClass="entr" presetSubtype="0" fill="hold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1800"/>
                            </p:stCondLst>
                            <p:childTnLst>
                              <p:par>
                                <p:cTn id="107" presetID="10" presetClass="entr" presetSubtype="0" fill="hold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0" fill="hold">
                            <p:stCondLst>
                              <p:cond delay="2450"/>
                            </p:stCondLst>
                            <p:childTnLst>
                              <p:par>
                                <p:cTn id="141" presetID="10" presetClass="entr" presetSubtype="0" fill="hold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3" grpId="0" animBg="1"/>
      <p:bldP spid="19" grpId="0" animBg="1"/>
      <p:bldP spid="25" grpId="0" animBg="1"/>
      <p:bldP spid="31" grpId="0" animBg="1"/>
      <p:bldP spid="34" grpId="0" animBg="1"/>
      <p:bldP spid="35" grpId="0" animBg="1"/>
      <p:bldP spid="36" grpId="0" animBg="1"/>
      <p:bldP spid="39" grpId="0" animBg="1"/>
      <p:bldP spid="40" grpId="0" animBg="1"/>
      <p:bldP spid="41" grpId="0" animBg="1"/>
      <p:bldP spid="44" grpId="0" animBg="1"/>
      <p:bldP spid="45" grpId="0" animBg="1"/>
      <p:bldP spid="46" grpId="0" animBg="1"/>
      <p:bldP spid="49" grpId="0" animBg="1"/>
      <p:bldP spid="50" grpId="0" animBg="1"/>
      <p:bldP spid="51" grpId="0" animBg="1"/>
      <p:bldP spid="54" grpId="0" animBg="1"/>
      <p:bldP spid="55" grpId="0" animBg="1"/>
      <p:bldP spid="5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$3M a month · ≈ $99K a day · $108M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8" name="Shape 23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Text 23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2" name="Text 24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4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4" name="Shape 24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5" name="Text 24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6" name="Text 24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7" name="Text 24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8" name="Shape 24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9" name="Text 24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50" name="Text 24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51" name="Text 24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2" name="Shape 24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3" name="Text 25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4" name="Text 25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55" name="Text 25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6" name="Shape 25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7" name="Text 25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8" name="Text 25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$36,000,000</a:t>
            </a:r>
            <a:endParaRPr lang="en-US" sz="1500" dirty="0"/>
          </a:p>
        </p:txBody>
      </p:sp>
      <p:sp>
        <p:nvSpPr>
          <p:cNvPr id="259" name="Text 2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0" name="Shape 38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1" name="Shape 49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4" name="Text 52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5" name="Shape 53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0" name="Shape 58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3" name="Shape 61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6" name="Shape 64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2" name="Text 70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$2M</a:t>
            </a:r>
            <a:endParaRPr lang="en-US" sz="4600" dirty="0"/>
          </a:p>
        </p:txBody>
      </p:sp>
      <p:sp>
        <p:nvSpPr>
          <p:cNvPr id="73" name="Text 71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$167K a month · ≈ $5K a day · $6M over three years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2200" dirty="0"/>
          </a:p>
        </p:txBody>
      </p:sp>
      <p:sp>
        <p:nvSpPr>
          <p:cNvPr id="77" name="Shape 75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$5M</a:t>
            </a:r>
            <a:endParaRPr lang="en-US" sz="2200" dirty="0"/>
          </a:p>
        </p:txBody>
      </p:sp>
      <p:sp>
        <p:nvSpPr>
          <p:cNvPr id="80" name="Text 78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1" name="Text 79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4" name="Shape 132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6" name="Text 134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7" name="Text 135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139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0" name="Shape 137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1" name="Text 138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2" name="Text 139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3" name="Text 140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4" name="Shape 141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5" name="Text 142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6" name="Text 143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147" name="Text 144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8" name="Shape 145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9" name="Text 146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0" name="Text 147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151" name="Text 148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2" name="Shape 149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3" name="Text 150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4" name="Text 151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$2,000,000</a:t>
            </a:r>
            <a:endParaRPr lang="en-US" sz="1500" dirty="0"/>
          </a:p>
        </p:txBody>
      </p:sp>
      <p:sp>
        <p:nvSpPr>
          <p:cNvPr id="155" name="Text 152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0" name="Shape 38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1" name="Shape 49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4" name="Text 52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5" name="Shape 53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9" name="Shape 57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3" name="Text 71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$2M</a:t>
            </a:r>
            <a:endParaRPr lang="en-US" sz="4600" dirty="0"/>
          </a:p>
        </p:txBody>
      </p:sp>
      <p:sp>
        <p:nvSpPr>
          <p:cNvPr id="74" name="Text 72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$167K a month · ≈ $5K a day · $6M over three years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7" name="Text 75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2200" dirty="0"/>
          </a:p>
        </p:txBody>
      </p:sp>
      <p:sp>
        <p:nvSpPr>
          <p:cNvPr id="78" name="Shape 76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$7.5M</a:t>
            </a:r>
            <a:endParaRPr lang="en-US" sz="2200" dirty="0"/>
          </a:p>
        </p:txBody>
      </p:sp>
      <p:sp>
        <p:nvSpPr>
          <p:cNvPr id="81" name="Text 79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4" name="Text 132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7" name="Text 135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140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1" name="Shape 138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2" name="Text 139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3" name="Text 140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4" name="Text 141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5" name="Shape 142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6" name="Text 143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7" name="Text 144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148" name="Text 145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9" name="Shape 146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0" name="Text 147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1" name="Text 148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152" name="Text 149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3" name="Shape 150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4" name="Text 151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5" name="Text 152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$2,000,000</a:t>
            </a:r>
            <a:endParaRPr lang="en-US" sz="1500" dirty="0"/>
          </a:p>
        </p:txBody>
      </p:sp>
      <p:sp>
        <p:nvSpPr>
          <p:cNvPr id="156" name="Text 153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0" name="Shape 38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1" name="Shape 49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4" name="Text 52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5" name="Shape 53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9" name="Shape 57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2" name="Shape 60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3" name="Text 71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$2M</a:t>
            </a:r>
            <a:endParaRPr lang="en-US" sz="4600" dirty="0"/>
          </a:p>
        </p:txBody>
      </p:sp>
      <p:sp>
        <p:nvSpPr>
          <p:cNvPr id="74" name="Text 72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$167K a month · ≈ $5K a day · $6M over three years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7" name="Text 75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2200" dirty="0"/>
          </a:p>
        </p:txBody>
      </p:sp>
      <p:sp>
        <p:nvSpPr>
          <p:cNvPr id="78" name="Shape 76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$10M</a:t>
            </a:r>
            <a:endParaRPr lang="en-US" sz="2200" dirty="0"/>
          </a:p>
        </p:txBody>
      </p:sp>
      <p:sp>
        <p:nvSpPr>
          <p:cNvPr id="81" name="Text 79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4" name="Text 132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7" name="Text 135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140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1" name="Shape 138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2" name="Text 139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3" name="Text 140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4" name="Text 141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5" name="Shape 142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6" name="Text 143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7" name="Text 144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148" name="Text 145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9" name="Shape 146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0" name="Text 147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1" name="Text 148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152" name="Text 149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3" name="Shape 150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4" name="Text 151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5" name="Text 152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$2,000,000</a:t>
            </a:r>
            <a:endParaRPr lang="en-US" sz="1500" dirty="0"/>
          </a:p>
        </p:txBody>
      </p:sp>
      <p:sp>
        <p:nvSpPr>
          <p:cNvPr id="156" name="Text 153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0" name="Shape 38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1" name="Shape 49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4" name="Text 52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5" name="Shape 53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9" name="Shape 57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2" name="Shape 60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3" name="Text 71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$2M</a:t>
            </a:r>
            <a:endParaRPr lang="en-US" sz="4600" dirty="0"/>
          </a:p>
        </p:txBody>
      </p:sp>
      <p:sp>
        <p:nvSpPr>
          <p:cNvPr id="74" name="Text 72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$167K a month · ≈ $5K a day · $6M over three years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7" name="Text 75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2200" dirty="0"/>
          </a:p>
        </p:txBody>
      </p:sp>
      <p:sp>
        <p:nvSpPr>
          <p:cNvPr id="78" name="Shape 76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endParaRPr lang="en-US" sz="2200" dirty="0"/>
          </a:p>
        </p:txBody>
      </p:sp>
      <p:sp>
        <p:nvSpPr>
          <p:cNvPr id="81" name="Text 79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4" name="Text 132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7" name="Text 135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140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1" name="Shape 138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2" name="Text 139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3" name="Text 140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4" name="Text 141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5" name="Shape 142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6" name="Text 143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7" name="Text 144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148" name="Text 145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9" name="Shape 146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0" name="Text 147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1" name="Text 148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152" name="Text 149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3" name="Shape 150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4" name="Text 151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5" name="Text 152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$2,000,000</a:t>
            </a:r>
            <a:endParaRPr lang="en-US" sz="1500" dirty="0"/>
          </a:p>
        </p:txBody>
      </p:sp>
      <p:sp>
        <p:nvSpPr>
          <p:cNvPr id="156" name="Text 153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0" name="Shape 38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3" name="Text 71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$3M</a:t>
            </a:r>
            <a:endParaRPr lang="en-US" sz="4600" dirty="0"/>
          </a:p>
        </p:txBody>
      </p:sp>
      <p:sp>
        <p:nvSpPr>
          <p:cNvPr id="74" name="Text 72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$250K a month · ≈ $8K a day · $9M over three years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7" name="Text 75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2200" dirty="0"/>
          </a:p>
        </p:txBody>
      </p:sp>
      <p:sp>
        <p:nvSpPr>
          <p:cNvPr id="78" name="Shape 76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$5M</a:t>
            </a:r>
            <a:endParaRPr lang="en-US" sz="2200" dirty="0"/>
          </a:p>
        </p:txBody>
      </p:sp>
      <p:sp>
        <p:nvSpPr>
          <p:cNvPr id="81" name="Text 79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4" name="Text 132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7" name="Text 135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140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1" name="Shape 138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2" name="Text 139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3" name="Text 140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4" name="Text 141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5" name="Shape 142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6" name="Text 143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7" name="Text 144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148" name="Text 145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9" name="Shape 146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0" name="Text 147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1" name="Text 148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152" name="Text 149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3" name="Shape 150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4" name="Text 151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5" name="Text 152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$3,000,000</a:t>
            </a:r>
            <a:endParaRPr lang="en-US" sz="1500" dirty="0"/>
          </a:p>
        </p:txBody>
      </p:sp>
      <p:sp>
        <p:nvSpPr>
          <p:cNvPr id="156" name="Text 153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0" name="Shape 38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$250K a month · ≈ $8K a day · $9M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$7.5M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6" name="Shape 1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1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2" name="Shape 1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3" name="Text 1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4" name="Text 1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5" name="Text 1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6" name="Shape 1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7" name="Text 1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8" name="Text 1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149" name="Text 1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0" name="Shape 1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1" name="Text 1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2" name="Text 1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153" name="Text 1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4" name="Shape 1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5" name="Text 1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6" name="Text 1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$3,000,000</a:t>
            </a:r>
            <a:endParaRPr lang="en-US" sz="1500" dirty="0"/>
          </a:p>
        </p:txBody>
      </p:sp>
      <p:sp>
        <p:nvSpPr>
          <p:cNvPr id="157" name="Text 1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0" name="Shape 38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$250K a month · ≈ $8K a day · $9M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6" name="Shape 1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1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2" name="Shape 1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3" name="Text 1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4" name="Text 1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5" name="Text 1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6" name="Shape 1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7" name="Text 1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8" name="Text 1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149" name="Text 1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0" name="Shape 1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1" name="Text 1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2" name="Text 1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153" name="Text 1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4" name="Shape 1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5" name="Text 1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6" name="Text 1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$3,000,000</a:t>
            </a:r>
            <a:endParaRPr lang="en-US" sz="1500" dirty="0"/>
          </a:p>
        </p:txBody>
      </p:sp>
      <p:sp>
        <p:nvSpPr>
          <p:cNvPr id="157" name="Text 1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0" name="Shape 38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$250K a month · ≈ $8K a day · $9M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6" name="Shape 1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1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2" name="Shape 1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3" name="Text 1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4" name="Text 1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5" name="Text 1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6" name="Shape 1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7" name="Text 1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8" name="Text 1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149" name="Text 1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0" name="Shape 1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1" name="Text 1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2" name="Text 1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153" name="Text 1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4" name="Shape 1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5" name="Text 1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6" name="Text 1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$3,000,000</a:t>
            </a:r>
            <a:endParaRPr lang="en-US" sz="1500" dirty="0"/>
          </a:p>
        </p:txBody>
      </p:sp>
      <p:sp>
        <p:nvSpPr>
          <p:cNvPr id="157" name="Text 1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0" name="Shape 38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3" name="Text 71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$4M</a:t>
            </a:r>
            <a:endParaRPr lang="en-US" sz="4600" dirty="0"/>
          </a:p>
        </p:txBody>
      </p:sp>
      <p:sp>
        <p:nvSpPr>
          <p:cNvPr id="74" name="Text 72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$333K a month · ≈ $11K a day · $12M over three years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7" name="Text 75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2200" dirty="0"/>
          </a:p>
        </p:txBody>
      </p:sp>
      <p:sp>
        <p:nvSpPr>
          <p:cNvPr id="78" name="Shape 76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$5M</a:t>
            </a:r>
            <a:endParaRPr lang="en-US" sz="2200" dirty="0"/>
          </a:p>
        </p:txBody>
      </p:sp>
      <p:sp>
        <p:nvSpPr>
          <p:cNvPr id="81" name="Text 79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4" name="Text 132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7" name="Text 135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140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1" name="Shape 138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2" name="Text 139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3" name="Text 140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4" name="Text 141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5" name="Shape 142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6" name="Text 143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7" name="Text 144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148" name="Text 145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9" name="Shape 146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0" name="Text 147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1" name="Text 148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152" name="Text 149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3" name="Shape 150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4" name="Text 151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5" name="Text 152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$4,000,000</a:t>
            </a:r>
            <a:endParaRPr lang="en-US" sz="1500" dirty="0"/>
          </a:p>
        </p:txBody>
      </p:sp>
      <p:sp>
        <p:nvSpPr>
          <p:cNvPr id="156" name="Text 153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0" name="Shape 38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$333K a month · ≈ $11K a day · $12M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$7.5M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6" name="Shape 1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1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2" name="Shape 1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3" name="Text 1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4" name="Text 1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5" name="Text 1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6" name="Shape 1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7" name="Text 1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8" name="Text 1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149" name="Text 1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0" name="Shape 1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1" name="Text 1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2" name="Text 1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153" name="Text 1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4" name="Shape 1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5" name="Text 1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6" name="Text 1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$4,000,000</a:t>
            </a:r>
            <a:endParaRPr lang="en-US" sz="1500" dirty="0"/>
          </a:p>
        </p:txBody>
      </p:sp>
      <p:sp>
        <p:nvSpPr>
          <p:cNvPr id="157" name="Text 1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0" name="Shape 38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$333K a month · ≈ $11K a day · $12M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6" name="Shape 1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1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2" name="Shape 1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3" name="Text 1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4" name="Text 1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5" name="Text 1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6" name="Shape 1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7" name="Text 1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8" name="Text 1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149" name="Text 1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0" name="Shape 1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1" name="Text 1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2" name="Text 1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153" name="Text 1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4" name="Shape 1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5" name="Text 1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6" name="Text 1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$4,000,000</a:t>
            </a:r>
            <a:endParaRPr lang="en-US" sz="1500" dirty="0"/>
          </a:p>
        </p:txBody>
      </p:sp>
      <p:sp>
        <p:nvSpPr>
          <p:cNvPr id="157" name="Text 1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0" name="Shape 38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$333K a month · ≈ $11K a day · $12M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6" name="Shape 1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1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2" name="Shape 1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3" name="Text 1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4" name="Text 1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5" name="Text 1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6" name="Shape 1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7" name="Text 1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8" name="Text 1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149" name="Text 1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0" name="Shape 1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1" name="Text 1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2" name="Text 1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153" name="Text 1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4" name="Shape 1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5" name="Text 1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6" name="Text 1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$4,000,000</a:t>
            </a:r>
            <a:endParaRPr lang="en-US" sz="1500" dirty="0"/>
          </a:p>
        </p:txBody>
      </p:sp>
      <p:sp>
        <p:nvSpPr>
          <p:cNvPr id="157" name="Text 1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0" name="Shape 38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3" name="Text 71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$5M</a:t>
            </a:r>
            <a:endParaRPr lang="en-US" sz="4600" dirty="0"/>
          </a:p>
        </p:txBody>
      </p:sp>
      <p:sp>
        <p:nvSpPr>
          <p:cNvPr id="74" name="Text 72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$417K a month · ≈ $14K a day · $15M over three years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7" name="Text 75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2200" dirty="0"/>
          </a:p>
        </p:txBody>
      </p:sp>
      <p:sp>
        <p:nvSpPr>
          <p:cNvPr id="78" name="Shape 76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$5M</a:t>
            </a:r>
            <a:endParaRPr lang="en-US" sz="2200" dirty="0"/>
          </a:p>
        </p:txBody>
      </p:sp>
      <p:sp>
        <p:nvSpPr>
          <p:cNvPr id="81" name="Text 79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4" name="Text 132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7" name="Text 135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140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1" name="Shape 138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2" name="Text 139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3" name="Text 140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4" name="Text 141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5" name="Shape 142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6" name="Text 143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7" name="Text 144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148" name="Text 145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9" name="Shape 146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0" name="Text 147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1" name="Text 148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152" name="Text 149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3" name="Shape 150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4" name="Text 151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5" name="Text 152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$5,000,000</a:t>
            </a:r>
            <a:endParaRPr lang="en-US" sz="1500" dirty="0"/>
          </a:p>
        </p:txBody>
      </p:sp>
      <p:sp>
        <p:nvSpPr>
          <p:cNvPr id="156" name="Text 153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0" name="Shape 38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$417K a month · ≈ $14K a day · $15M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$7.5M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6" name="Shape 1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1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2" name="Shape 1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3" name="Text 1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4" name="Text 1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5" name="Text 1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6" name="Shape 1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7" name="Text 1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8" name="Text 1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149" name="Text 1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0" name="Shape 1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1" name="Text 1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2" name="Text 1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153" name="Text 1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4" name="Shape 1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5" name="Text 1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6" name="Text 1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$5,000,000</a:t>
            </a:r>
            <a:endParaRPr lang="en-US" sz="1500" dirty="0"/>
          </a:p>
        </p:txBody>
      </p:sp>
      <p:sp>
        <p:nvSpPr>
          <p:cNvPr id="157" name="Text 1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0" name="Shape 38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$417K a month · ≈ $14K a day · $15M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6" name="Shape 1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1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2" name="Shape 1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3" name="Text 1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4" name="Text 1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5" name="Text 1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6" name="Shape 1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7" name="Text 1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8" name="Text 1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149" name="Text 1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0" name="Shape 1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1" name="Text 1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2" name="Text 1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153" name="Text 1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4" name="Shape 1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5" name="Text 1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6" name="Text 1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$5,000,000</a:t>
            </a:r>
            <a:endParaRPr lang="en-US" sz="1500" dirty="0"/>
          </a:p>
        </p:txBody>
      </p:sp>
      <p:sp>
        <p:nvSpPr>
          <p:cNvPr id="157" name="Text 1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0" name="Shape 38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$417K a month · ≈ $14K a day · $15M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6" name="Shape 1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1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2" name="Shape 1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3" name="Text 1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4" name="Text 1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5" name="Text 1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6" name="Shape 1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7" name="Text 1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8" name="Text 1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149" name="Text 1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0" name="Shape 1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1" name="Text 1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2" name="Text 1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153" name="Text 1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4" name="Shape 1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5" name="Text 1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6" name="Text 1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$5,000,000</a:t>
            </a:r>
            <a:endParaRPr lang="en-US" sz="1500" dirty="0"/>
          </a:p>
        </p:txBody>
      </p:sp>
      <p:sp>
        <p:nvSpPr>
          <p:cNvPr id="157" name="Text 1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3" name="Text 71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$4M</a:t>
            </a:r>
            <a:endParaRPr lang="en-US" sz="4600" dirty="0"/>
          </a:p>
        </p:txBody>
      </p:sp>
      <p:sp>
        <p:nvSpPr>
          <p:cNvPr id="74" name="Text 72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$333K a month · ≈ $11K a day · $12M over three years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7" name="Text 75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2,000</a:t>
            </a:r>
            <a:endParaRPr lang="en-US" sz="2200" dirty="0"/>
          </a:p>
        </p:txBody>
      </p:sp>
      <p:sp>
        <p:nvSpPr>
          <p:cNvPr id="78" name="Shape 76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$10M</a:t>
            </a:r>
            <a:endParaRPr lang="en-US" sz="2200" dirty="0"/>
          </a:p>
        </p:txBody>
      </p:sp>
      <p:sp>
        <p:nvSpPr>
          <p:cNvPr id="81" name="Text 79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4" name="Text 132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7" name="Text 135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140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1" name="Shape 138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2" name="Text 139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3" name="Text 140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4" name="Text 141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5" name="Shape 142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6" name="Text 143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7" name="Text 144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148" name="Text 145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9" name="Shape 146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0" name="Text 147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1" name="Text 148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152" name="Text 149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3" name="Shape 150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4" name="Text 151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5" name="Text 152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$4,000,000</a:t>
            </a:r>
            <a:endParaRPr lang="en-US" sz="1500" dirty="0"/>
          </a:p>
        </p:txBody>
      </p:sp>
      <p:sp>
        <p:nvSpPr>
          <p:cNvPr id="156" name="Text 153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$333K a month · ≈ $11K a day · $12M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6" name="Shape 1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1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2" name="Shape 1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3" name="Text 1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4" name="Text 1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5" name="Text 1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6" name="Shape 1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7" name="Text 1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8" name="Text 1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149" name="Text 1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0" name="Shape 1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1" name="Text 1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2" name="Text 1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153" name="Text 1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4" name="Shape 1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5" name="Text 1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6" name="Text 1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$4,000,000</a:t>
            </a:r>
            <a:endParaRPr lang="en-US" sz="1500" dirty="0"/>
          </a:p>
        </p:txBody>
      </p:sp>
      <p:sp>
        <p:nvSpPr>
          <p:cNvPr id="157" name="Text 1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$333K a month · ≈ $11K a day · $12M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6" name="Shape 1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1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2" name="Shape 1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3" name="Text 1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4" name="Text 1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5" name="Text 1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6" name="Shape 1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7" name="Text 1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8" name="Text 1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149" name="Text 1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0" name="Shape 1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1" name="Text 1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2" name="Text 1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153" name="Text 1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4" name="Shape 1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5" name="Text 1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6" name="Text 1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$4,000,000</a:t>
            </a:r>
            <a:endParaRPr lang="en-US" sz="1500" dirty="0"/>
          </a:p>
        </p:txBody>
      </p:sp>
      <p:sp>
        <p:nvSpPr>
          <p:cNvPr id="157" name="Text 1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$333K a month · ≈ $11K a day · $12M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6" name="Shape 1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1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2" name="Shape 1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3" name="Text 1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4" name="Text 1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5" name="Text 1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6" name="Shape 1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7" name="Text 1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8" name="Text 1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149" name="Text 1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0" name="Shape 1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1" name="Text 1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2" name="Text 1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153" name="Text 1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4" name="Shape 1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5" name="Text 1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6" name="Text 1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$4,000,000</a:t>
            </a:r>
            <a:endParaRPr lang="en-US" sz="1500" dirty="0"/>
          </a:p>
        </p:txBody>
      </p:sp>
      <p:sp>
        <p:nvSpPr>
          <p:cNvPr id="157" name="Text 1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$500K a month · ≈ $16K a day · $18M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6" name="Shape 1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1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2" name="Shape 1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3" name="Text 1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4" name="Text 1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5" name="Text 1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6" name="Shape 1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7" name="Text 1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8" name="Text 1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149" name="Text 1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0" name="Shape 1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1" name="Text 1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2" name="Text 1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153" name="Text 1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4" name="Shape 1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5" name="Text 1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6" name="Text 1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$6,000,000</a:t>
            </a:r>
            <a:endParaRPr lang="en-US" sz="1500" dirty="0"/>
          </a:p>
        </p:txBody>
      </p:sp>
      <p:sp>
        <p:nvSpPr>
          <p:cNvPr id="157" name="Text 1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$500K a month · ≈ $16K a day · $18M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1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3" name="Shape 1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5" name="Text 1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6" name="Text 1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7" name="Shape 1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8" name="Text 1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9" name="Text 1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150" name="Text 1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1" name="Shape 1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2" name="Text 1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3" name="Text 1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154" name="Text 1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5" name="Shape 1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6" name="Text 1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7" name="Text 1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$6,000,000</a:t>
            </a:r>
            <a:endParaRPr lang="en-US" sz="1500" dirty="0"/>
          </a:p>
        </p:txBody>
      </p:sp>
      <p:sp>
        <p:nvSpPr>
          <p:cNvPr id="158" name="Text 1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$500K a month · ≈ $16K a day · $18M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1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3" name="Shape 1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5" name="Text 1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6" name="Text 1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7" name="Shape 1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8" name="Text 1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9" name="Text 1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150" name="Text 1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1" name="Shape 1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2" name="Text 1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3" name="Text 1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154" name="Text 1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5" name="Shape 1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6" name="Text 1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7" name="Text 1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$6,000,000</a:t>
            </a:r>
            <a:endParaRPr lang="en-US" sz="1500" dirty="0"/>
          </a:p>
        </p:txBody>
      </p:sp>
      <p:sp>
        <p:nvSpPr>
          <p:cNvPr id="158" name="Text 1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$500K a month · ≈ $16K a day · $18M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1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3" name="Shape 1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5" name="Text 1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6" name="Text 1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7" name="Shape 1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8" name="Text 1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9" name="Text 1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150" name="Text 1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1" name="Shape 1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2" name="Text 1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3" name="Text 1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154" name="Text 1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5" name="Shape 1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6" name="Text 1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7" name="Text 1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$6,000,000</a:t>
            </a:r>
            <a:endParaRPr lang="en-US" sz="1500" dirty="0"/>
          </a:p>
        </p:txBody>
      </p:sp>
      <p:sp>
        <p:nvSpPr>
          <p:cNvPr id="158" name="Text 1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$667K a month · ≈ $22K a day · $24M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6" name="Shape 1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1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2" name="Shape 1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3" name="Text 1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4" name="Text 1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5" name="Text 1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6" name="Shape 1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7" name="Text 1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8" name="Text 1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149" name="Text 1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0" name="Shape 1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1" name="Text 1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2" name="Text 1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153" name="Text 1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4" name="Shape 1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5" name="Text 1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6" name="Text 1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$8,000,000</a:t>
            </a:r>
            <a:endParaRPr lang="en-US" sz="1500" dirty="0"/>
          </a:p>
        </p:txBody>
      </p:sp>
      <p:sp>
        <p:nvSpPr>
          <p:cNvPr id="157" name="Text 1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$667K a month · ≈ $22K a day · $24M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1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3" name="Shape 1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5" name="Text 1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6" name="Text 1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7" name="Shape 1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8" name="Text 1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9" name="Text 1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150" name="Text 1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1" name="Shape 1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2" name="Text 1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3" name="Text 1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154" name="Text 1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5" name="Shape 1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6" name="Text 1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7" name="Text 1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$8,000,000</a:t>
            </a:r>
            <a:endParaRPr lang="en-US" sz="1500" dirty="0"/>
          </a:p>
        </p:txBody>
      </p:sp>
      <p:sp>
        <p:nvSpPr>
          <p:cNvPr id="158" name="Text 1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$667K a month · ≈ $22K a day · $24M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1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3" name="Shape 1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5" name="Text 1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6" name="Text 1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7" name="Shape 1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8" name="Text 1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9" name="Text 1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150" name="Text 1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1" name="Shape 1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2" name="Text 1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3" name="Text 1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154" name="Text 1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5" name="Shape 1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6" name="Text 1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7" name="Text 1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$8,000,000</a:t>
            </a:r>
            <a:endParaRPr lang="en-US" sz="1500" dirty="0"/>
          </a:p>
        </p:txBody>
      </p:sp>
      <p:sp>
        <p:nvSpPr>
          <p:cNvPr id="158" name="Text 1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$667K a month · ≈ $22K a day · $24M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1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3" name="Shape 1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5" name="Text 1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6" name="Text 1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7" name="Shape 1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8" name="Text 1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9" name="Text 1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150" name="Text 1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1" name="Shape 1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2" name="Text 1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3" name="Text 1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154" name="Text 1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5" name="Shape 1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6" name="Text 1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7" name="Text 1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$8,000,000</a:t>
            </a:r>
            <a:endParaRPr lang="en-US" sz="1500" dirty="0"/>
          </a:p>
        </p:txBody>
      </p:sp>
      <p:sp>
        <p:nvSpPr>
          <p:cNvPr id="158" name="Text 1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$833K a month · ≈ $27K a day · $30M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6" name="Shape 1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1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2" name="Shape 1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3" name="Text 1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4" name="Text 1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5" name="Text 1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6" name="Shape 1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7" name="Text 1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8" name="Text 1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149" name="Text 1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0" name="Shape 1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1" name="Text 1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2" name="Text 1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153" name="Text 1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4" name="Shape 1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5" name="Text 1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6" name="Text 1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$10,000,000</a:t>
            </a:r>
            <a:endParaRPr lang="en-US" sz="1500" dirty="0"/>
          </a:p>
        </p:txBody>
      </p:sp>
      <p:sp>
        <p:nvSpPr>
          <p:cNvPr id="157" name="Text 1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$833K a month · ≈ $27K a day · $30M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1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3" name="Shape 1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5" name="Text 1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6" name="Text 1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7" name="Shape 1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8" name="Text 1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9" name="Text 1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150" name="Text 1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1" name="Shape 1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2" name="Text 1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3" name="Text 1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154" name="Text 1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5" name="Shape 1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6" name="Text 1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7" name="Text 1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$10,000,000</a:t>
            </a:r>
            <a:endParaRPr lang="en-US" sz="1500" dirty="0"/>
          </a:p>
        </p:txBody>
      </p:sp>
      <p:sp>
        <p:nvSpPr>
          <p:cNvPr id="158" name="Text 1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$833K a month · ≈ $27K a day · $30M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1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3" name="Shape 1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5" name="Text 1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6" name="Text 1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7" name="Shape 1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8" name="Text 1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9" name="Text 1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150" name="Text 1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1" name="Shape 1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2" name="Text 1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3" name="Text 1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154" name="Text 1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5" name="Shape 1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6" name="Text 1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7" name="Text 1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$10,000,000</a:t>
            </a:r>
            <a:endParaRPr lang="en-US" sz="1500" dirty="0"/>
          </a:p>
        </p:txBody>
      </p:sp>
      <p:sp>
        <p:nvSpPr>
          <p:cNvPr id="158" name="Text 1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$833K a month · ≈ $27K a day · $30M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1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3" name="Shape 1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5" name="Text 1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6" name="Text 1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7" name="Shape 1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8" name="Text 1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9" name="Text 1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150" name="Text 1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1" name="Shape 1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2" name="Text 1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3" name="Text 1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154" name="Text 1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5" name="Shape 1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6" name="Text 1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7" name="Text 1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$10,000,000</a:t>
            </a:r>
            <a:endParaRPr lang="en-US" sz="1500" dirty="0"/>
          </a:p>
        </p:txBody>
      </p:sp>
      <p:sp>
        <p:nvSpPr>
          <p:cNvPr id="158" name="Text 1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3" name="Text 71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$6M</a:t>
            </a:r>
            <a:endParaRPr lang="en-US" sz="4600" dirty="0"/>
          </a:p>
        </p:txBody>
      </p:sp>
      <p:sp>
        <p:nvSpPr>
          <p:cNvPr id="74" name="Text 72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$500K a month · ≈ $16K a day · $18M over three years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7" name="Text 75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</a:t>
            </a:r>
            <a:endParaRPr lang="en-US" sz="2200" dirty="0"/>
          </a:p>
        </p:txBody>
      </p:sp>
      <p:sp>
        <p:nvSpPr>
          <p:cNvPr id="78" name="Shape 76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endParaRPr lang="en-US" sz="2200" dirty="0"/>
          </a:p>
        </p:txBody>
      </p:sp>
      <p:sp>
        <p:nvSpPr>
          <p:cNvPr id="81" name="Text 79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4" name="Text 132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7" name="Text 135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140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1" name="Shape 138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2" name="Text 139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3" name="Text 140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4" name="Text 141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5" name="Shape 142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6" name="Text 143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7" name="Text 144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148" name="Text 145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9" name="Shape 146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0" name="Text 147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1" name="Text 148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152" name="Text 149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3" name="Shape 150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4" name="Text 151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5" name="Text 152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$6,000,000</a:t>
            </a:r>
            <a:endParaRPr lang="en-US" sz="1500" dirty="0"/>
          </a:p>
        </p:txBody>
      </p:sp>
      <p:sp>
        <p:nvSpPr>
          <p:cNvPr id="156" name="Text 153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$500K a month · ≈ $16K a day · $18M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$22.5M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6" name="Shape 1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1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2" name="Shape 1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3" name="Text 1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4" name="Text 1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5" name="Text 1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6" name="Shape 1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7" name="Text 1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8" name="Text 1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149" name="Text 1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0" name="Shape 1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1" name="Text 1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2" name="Text 1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153" name="Text 1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4" name="Shape 1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5" name="Text 1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6" name="Text 1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$6,000,000</a:t>
            </a:r>
            <a:endParaRPr lang="en-US" sz="1500" dirty="0"/>
          </a:p>
        </p:txBody>
      </p:sp>
      <p:sp>
        <p:nvSpPr>
          <p:cNvPr id="157" name="Text 1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$500K a month · ≈ $16K a day · $18M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6" name="Shape 1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1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2" name="Shape 1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3" name="Text 1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4" name="Text 1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5" name="Text 1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6" name="Shape 1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7" name="Text 1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8" name="Text 1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149" name="Text 1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0" name="Shape 1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1" name="Text 1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2" name="Text 1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153" name="Text 1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4" name="Shape 1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5" name="Text 1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6" name="Text 1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$6,000,000</a:t>
            </a:r>
            <a:endParaRPr lang="en-US" sz="1500" dirty="0"/>
          </a:p>
        </p:txBody>
      </p:sp>
      <p:sp>
        <p:nvSpPr>
          <p:cNvPr id="157" name="Text 1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$500K a month · ≈ $16K a day · $18M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6" name="Shape 1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1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2" name="Shape 1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3" name="Text 1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4" name="Text 1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5" name="Text 1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6" name="Shape 1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7" name="Text 1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8" name="Text 1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149" name="Text 1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0" name="Shape 1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1" name="Text 1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2" name="Text 1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153" name="Text 1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4" name="Shape 1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5" name="Text 1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6" name="Text 1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$6,000,000</a:t>
            </a:r>
            <a:endParaRPr lang="en-US" sz="1500" dirty="0"/>
          </a:p>
        </p:txBody>
      </p:sp>
      <p:sp>
        <p:nvSpPr>
          <p:cNvPr id="157" name="Text 1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$750K a month · ≈ $25K a day · $27M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6" name="Shape 1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1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2" name="Shape 1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3" name="Text 1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4" name="Text 1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5" name="Text 1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6" name="Shape 1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7" name="Text 1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8" name="Text 1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149" name="Text 1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0" name="Shape 1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1" name="Text 1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2" name="Text 1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153" name="Text 1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4" name="Shape 1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5" name="Text 1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6" name="Text 1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$9,000,000</a:t>
            </a:r>
            <a:endParaRPr lang="en-US" sz="1500" dirty="0"/>
          </a:p>
        </p:txBody>
      </p:sp>
      <p:sp>
        <p:nvSpPr>
          <p:cNvPr id="157" name="Text 1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$750K a month · ≈ $25K a day · $27M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$22.5M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1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3" name="Shape 1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5" name="Text 1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6" name="Text 1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7" name="Shape 1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8" name="Text 1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9" name="Text 1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150" name="Text 1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1" name="Shape 1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2" name="Text 1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3" name="Text 1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154" name="Text 1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5" name="Shape 1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6" name="Text 1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7" name="Text 1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$9,000,000</a:t>
            </a:r>
            <a:endParaRPr lang="en-US" sz="1500" dirty="0"/>
          </a:p>
        </p:txBody>
      </p:sp>
      <p:sp>
        <p:nvSpPr>
          <p:cNvPr id="158" name="Text 1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$750K a month · ≈ $25K a day · $27M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1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3" name="Shape 1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5" name="Text 1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6" name="Text 1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7" name="Shape 1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8" name="Text 1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9" name="Text 1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150" name="Text 1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1" name="Shape 1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2" name="Text 1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3" name="Text 1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154" name="Text 1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5" name="Shape 1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6" name="Text 1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7" name="Text 1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$9,000,000</a:t>
            </a:r>
            <a:endParaRPr lang="en-US" sz="1500" dirty="0"/>
          </a:p>
        </p:txBody>
      </p:sp>
      <p:sp>
        <p:nvSpPr>
          <p:cNvPr id="158" name="Text 1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$750K a month · ≈ $25K a day · $27M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1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3" name="Shape 1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5" name="Text 1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6" name="Text 1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7" name="Shape 1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8" name="Text 1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9" name="Text 1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150" name="Text 1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1" name="Shape 1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2" name="Text 1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3" name="Text 1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154" name="Text 1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5" name="Shape 1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6" name="Text 1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7" name="Text 1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$9,000,000</a:t>
            </a:r>
            <a:endParaRPr lang="en-US" sz="1500" dirty="0"/>
          </a:p>
        </p:txBody>
      </p:sp>
      <p:sp>
        <p:nvSpPr>
          <p:cNvPr id="158" name="Text 1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$1M a month · ≈ $33K a day · $36M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6" name="Shape 1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1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2" name="Shape 1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3" name="Text 1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4" name="Text 1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5" name="Text 1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6" name="Shape 1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7" name="Text 1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8" name="Text 1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149" name="Text 1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0" name="Shape 1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1" name="Text 1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2" name="Text 1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153" name="Text 1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4" name="Shape 1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5" name="Text 1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6" name="Text 1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$12,000,000</a:t>
            </a:r>
            <a:endParaRPr lang="en-US" sz="1500" dirty="0"/>
          </a:p>
        </p:txBody>
      </p:sp>
      <p:sp>
        <p:nvSpPr>
          <p:cNvPr id="157" name="Text 1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$1M a month · ≈ $33K a day · $36M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$22.5M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1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3" name="Shape 1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5" name="Text 1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6" name="Text 1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7" name="Shape 1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8" name="Text 1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9" name="Text 1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150" name="Text 1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1" name="Shape 1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2" name="Text 1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3" name="Text 1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154" name="Text 1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5" name="Shape 1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6" name="Text 1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7" name="Text 1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$12,000,000</a:t>
            </a:r>
            <a:endParaRPr lang="en-US" sz="1500" dirty="0"/>
          </a:p>
        </p:txBody>
      </p:sp>
      <p:sp>
        <p:nvSpPr>
          <p:cNvPr id="158" name="Text 1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3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5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6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8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9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1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2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4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$1M a month · ≈ $33K a day · $36M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1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5"/>
          </a:graphicData>
        </a:graphic>
      </p:graphicFrame>
      <p:sp>
        <p:nvSpPr>
          <p:cNvPr id="143" name="Shape 1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5" name="Text 1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6" name="Text 1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7" name="Shape 1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8" name="Text 1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9" name="Text 1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150" name="Text 1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1" name="Shape 1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2" name="Text 1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3" name="Text 1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154" name="Text 1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5" name="Shape 1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6" name="Text 1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7" name="Text 1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$12,000,000</a:t>
            </a:r>
            <a:endParaRPr lang="en-US" sz="1500" dirty="0"/>
          </a:p>
        </p:txBody>
      </p:sp>
      <p:sp>
        <p:nvSpPr>
          <p:cNvPr id="158" name="Text 1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$1M a month · ≈ $33K a day · $36M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1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3" name="Shape 1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5" name="Text 1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6" name="Text 1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7" name="Shape 1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8" name="Text 1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9" name="Text 1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150" name="Text 1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1" name="Shape 1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2" name="Text 1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3" name="Text 1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154" name="Text 1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5" name="Shape 1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6" name="Text 1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7" name="Text 1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$12,000,000</a:t>
            </a:r>
            <a:endParaRPr lang="en-US" sz="1500" dirty="0"/>
          </a:p>
        </p:txBody>
      </p:sp>
      <p:sp>
        <p:nvSpPr>
          <p:cNvPr id="158" name="Text 1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$1.3M a month · ≈ $41K a day · $45M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6" name="Shape 1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1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2" name="Shape 1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3" name="Text 1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4" name="Text 1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5" name="Text 1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6" name="Shape 1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7" name="Text 1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8" name="Text 1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149" name="Text 1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0" name="Shape 1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1" name="Text 1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2" name="Text 1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153" name="Text 1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4" name="Shape 1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5" name="Text 1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6" name="Text 1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$15,000,000</a:t>
            </a:r>
            <a:endParaRPr lang="en-US" sz="1500" dirty="0"/>
          </a:p>
        </p:txBody>
      </p:sp>
      <p:sp>
        <p:nvSpPr>
          <p:cNvPr id="157" name="Text 1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$1.3M a month · ≈ $41K a day · $45M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$22.5M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1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3" name="Shape 1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5" name="Text 1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6" name="Text 1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7" name="Shape 1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8" name="Text 1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9" name="Text 1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150" name="Text 1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1" name="Shape 1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2" name="Text 1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3" name="Text 1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154" name="Text 1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5" name="Shape 1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6" name="Text 1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7" name="Text 1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$15,000,000</a:t>
            </a:r>
            <a:endParaRPr lang="en-US" sz="1500" dirty="0"/>
          </a:p>
        </p:txBody>
      </p:sp>
      <p:sp>
        <p:nvSpPr>
          <p:cNvPr id="158" name="Text 1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$1.3M a month · ≈ $41K a day · $45M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1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3" name="Shape 1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5" name="Text 1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6" name="Text 1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7" name="Shape 1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8" name="Text 1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9" name="Text 1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150" name="Text 1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1" name="Shape 1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2" name="Text 1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3" name="Text 1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154" name="Text 1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5" name="Shape 1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6" name="Text 1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7" name="Text 1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$15,000,000</a:t>
            </a:r>
            <a:endParaRPr lang="en-US" sz="1500" dirty="0"/>
          </a:p>
        </p:txBody>
      </p:sp>
      <p:sp>
        <p:nvSpPr>
          <p:cNvPr id="158" name="Text 1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$1.3M a month · ≈ $41K a day · $45M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1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3" name="Shape 1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5" name="Text 1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6" name="Text 1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7" name="Shape 1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8" name="Text 1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9" name="Text 1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150" name="Text 1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1" name="Shape 1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2" name="Text 1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3" name="Text 1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154" name="Text 1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5" name="Shape 1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6" name="Text 1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7" name="Text 1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$15,000,000</a:t>
            </a:r>
            <a:endParaRPr lang="en-US" sz="1500" dirty="0"/>
          </a:p>
        </p:txBody>
      </p:sp>
      <p:sp>
        <p:nvSpPr>
          <p:cNvPr id="158" name="Text 1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3" name="Text 71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endParaRPr lang="en-US" sz="4600" dirty="0"/>
          </a:p>
        </p:txBody>
      </p:sp>
      <p:sp>
        <p:nvSpPr>
          <p:cNvPr id="74" name="Text 72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$667K a month · ≈ $22K a day · $24M over three years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7" name="Text 75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78" name="Shape 76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endParaRPr lang="en-US" sz="2200" dirty="0"/>
          </a:p>
        </p:txBody>
      </p:sp>
      <p:sp>
        <p:nvSpPr>
          <p:cNvPr id="81" name="Text 79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4" name="Text 132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7" name="Text 135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140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1" name="Shape 138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2" name="Text 139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3" name="Text 140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4" name="Text 141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5" name="Shape 142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6" name="Text 143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7" name="Text 144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148" name="Text 145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9" name="Shape 146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0" name="Text 147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1" name="Text 148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152" name="Text 149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3" name="Shape 150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4" name="Text 151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5" name="Text 152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$8,000,000</a:t>
            </a:r>
            <a:endParaRPr lang="en-US" sz="1500" dirty="0"/>
          </a:p>
        </p:txBody>
      </p:sp>
      <p:sp>
        <p:nvSpPr>
          <p:cNvPr id="156" name="Text 153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$667K a month · ≈ $22K a day · $24M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6" name="Shape 1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1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2" name="Shape 1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3" name="Text 1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4" name="Text 1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5" name="Text 1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6" name="Shape 1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7" name="Text 1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8" name="Text 1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149" name="Text 1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0" name="Shape 1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1" name="Text 1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2" name="Text 1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153" name="Text 1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4" name="Shape 1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5" name="Text 1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6" name="Text 1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$8,000,000</a:t>
            </a:r>
            <a:endParaRPr lang="en-US" sz="1500" dirty="0"/>
          </a:p>
        </p:txBody>
      </p:sp>
      <p:sp>
        <p:nvSpPr>
          <p:cNvPr id="157" name="Text 1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$667K a month · ≈ $22K a day · $24M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6" name="Shape 1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1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2" name="Shape 1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3" name="Text 1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4" name="Text 1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5" name="Text 1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6" name="Shape 1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7" name="Text 1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8" name="Text 1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149" name="Text 1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0" name="Shape 1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1" name="Text 1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2" name="Text 1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153" name="Text 1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4" name="Shape 1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5" name="Text 1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6" name="Text 1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$8,000,000</a:t>
            </a:r>
            <a:endParaRPr lang="en-US" sz="1500" dirty="0"/>
          </a:p>
        </p:txBody>
      </p:sp>
      <p:sp>
        <p:nvSpPr>
          <p:cNvPr id="157" name="Text 1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$667K a month · ≈ $22K a day · $24M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6" name="Shape 1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1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2" name="Shape 1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3" name="Text 1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4" name="Text 1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5" name="Text 1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6" name="Shape 1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7" name="Text 1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8" name="Text 1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149" name="Text 1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0" name="Shape 1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1" name="Text 1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2" name="Text 1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153" name="Text 1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4" name="Shape 1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5" name="Text 1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6" name="Text 1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$8,000,000</a:t>
            </a:r>
            <a:endParaRPr lang="en-US" sz="1500" dirty="0"/>
          </a:p>
        </p:txBody>
      </p:sp>
      <p:sp>
        <p:nvSpPr>
          <p:cNvPr id="157" name="Text 1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$1M a month · ≈ $33K a day · $36M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6" name="Shape 1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1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2" name="Shape 1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3" name="Text 1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4" name="Text 1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5" name="Text 1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6" name="Shape 1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7" name="Text 1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8" name="Text 1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149" name="Text 1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0" name="Shape 1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1" name="Text 1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2" name="Text 1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153" name="Text 1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4" name="Shape 1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5" name="Text 1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6" name="Text 1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$12,000,000</a:t>
            </a:r>
            <a:endParaRPr lang="en-US" sz="1500" dirty="0"/>
          </a:p>
        </p:txBody>
      </p:sp>
      <p:sp>
        <p:nvSpPr>
          <p:cNvPr id="157" name="Text 1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$1M a month · ≈ $33K a day · $36M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1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3" name="Shape 1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5" name="Text 1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6" name="Text 1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7" name="Shape 1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8" name="Text 1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9" name="Text 1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150" name="Text 1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1" name="Shape 1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2" name="Text 1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3" name="Text 1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154" name="Text 1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5" name="Shape 1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6" name="Text 1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7" name="Text 1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$12,000,000</a:t>
            </a:r>
            <a:endParaRPr lang="en-US" sz="1500" dirty="0"/>
          </a:p>
        </p:txBody>
      </p:sp>
      <p:sp>
        <p:nvSpPr>
          <p:cNvPr id="158" name="Text 1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$1M a month · ≈ $33K a day · $36M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1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3" name="Shape 1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5" name="Text 1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6" name="Text 1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7" name="Shape 1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8" name="Text 1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9" name="Text 1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150" name="Text 1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1" name="Shape 1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2" name="Text 1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3" name="Text 1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154" name="Text 1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5" name="Shape 1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6" name="Text 1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7" name="Text 1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$12,000,000</a:t>
            </a:r>
            <a:endParaRPr lang="en-US" sz="1500" dirty="0"/>
          </a:p>
        </p:txBody>
      </p:sp>
      <p:sp>
        <p:nvSpPr>
          <p:cNvPr id="158" name="Text 1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$1M a month · ≈ $33K a day · $36M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1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3" name="Shape 1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5" name="Text 1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6" name="Text 1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7" name="Shape 1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8" name="Text 1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9" name="Text 1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150" name="Text 1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1" name="Shape 1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2" name="Text 1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3" name="Text 1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154" name="Text 1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5" name="Shape 1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6" name="Text 1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7" name="Text 1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$12,000,000</a:t>
            </a:r>
            <a:endParaRPr lang="en-US" sz="1500" dirty="0"/>
          </a:p>
        </p:txBody>
      </p:sp>
      <p:sp>
        <p:nvSpPr>
          <p:cNvPr id="158" name="Text 1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$1.3M a month · ≈ $44K a day · $48M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6" name="Shape 1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1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2" name="Shape 1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3" name="Text 1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4" name="Text 1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5" name="Text 1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6" name="Shape 1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7" name="Text 1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8" name="Text 1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149" name="Text 1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0" name="Shape 1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1" name="Text 1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2" name="Text 1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153" name="Text 1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4" name="Shape 1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5" name="Text 1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6" name="Text 1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$16,000,000</a:t>
            </a:r>
            <a:endParaRPr lang="en-US" sz="1500" dirty="0"/>
          </a:p>
        </p:txBody>
      </p:sp>
      <p:sp>
        <p:nvSpPr>
          <p:cNvPr id="157" name="Text 1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$1.3M a month · ≈ $44K a day · $48M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1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3" name="Shape 1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5" name="Text 1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6" name="Text 1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7" name="Shape 1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8" name="Text 1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9" name="Text 1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150" name="Text 1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1" name="Shape 1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2" name="Text 1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3" name="Text 1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154" name="Text 1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5" name="Shape 1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6" name="Text 1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7" name="Text 1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$16,000,000</a:t>
            </a:r>
            <a:endParaRPr lang="en-US" sz="1500" dirty="0"/>
          </a:p>
        </p:txBody>
      </p:sp>
      <p:sp>
        <p:nvSpPr>
          <p:cNvPr id="158" name="Text 1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$1.3M a month · ≈ $44K a day · $48M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1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3" name="Shape 1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5" name="Text 1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6" name="Text 1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7" name="Shape 1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8" name="Text 1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9" name="Text 1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150" name="Text 1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1" name="Shape 1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2" name="Text 1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3" name="Text 1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154" name="Text 1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5" name="Shape 1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6" name="Text 1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7" name="Text 1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$16,000,000</a:t>
            </a:r>
            <a:endParaRPr lang="en-US" sz="1500" dirty="0"/>
          </a:p>
        </p:txBody>
      </p:sp>
      <p:sp>
        <p:nvSpPr>
          <p:cNvPr id="158" name="Text 1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$1.3M a month · ≈ $44K a day · $48M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1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3" name="Shape 1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5" name="Text 1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6" name="Text 1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7" name="Shape 1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8" name="Text 1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9" name="Text 1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150" name="Text 1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1" name="Shape 1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2" name="Text 1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3" name="Text 1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154" name="Text 1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5" name="Shape 1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6" name="Text 1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7" name="Text 1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$16,000,000</a:t>
            </a:r>
            <a:endParaRPr lang="en-US" sz="1500" dirty="0"/>
          </a:p>
        </p:txBody>
      </p:sp>
      <p:sp>
        <p:nvSpPr>
          <p:cNvPr id="158" name="Text 1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$1.7M a month · ≈ $55K a day · $60M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6" name="Shape 1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1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2" name="Shape 1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3" name="Text 1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4" name="Text 1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5" name="Text 1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6" name="Shape 1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7" name="Text 1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8" name="Text 1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149" name="Text 1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0" name="Shape 1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1" name="Text 1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2" name="Text 1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153" name="Text 1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4" name="Shape 1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5" name="Text 1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6" name="Text 1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$20,000,000</a:t>
            </a:r>
            <a:endParaRPr lang="en-US" sz="1500" dirty="0"/>
          </a:p>
        </p:txBody>
      </p:sp>
      <p:sp>
        <p:nvSpPr>
          <p:cNvPr id="157" name="Text 1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$1.7M a month · ≈ $55K a day · $60M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1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3" name="Shape 1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5" name="Text 1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6" name="Text 1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7" name="Shape 1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8" name="Text 1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9" name="Text 1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150" name="Text 1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1" name="Shape 1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2" name="Text 1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3" name="Text 1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154" name="Text 1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5" name="Shape 1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6" name="Text 1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7" name="Text 1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$20,000,000</a:t>
            </a:r>
            <a:endParaRPr lang="en-US" sz="1500" dirty="0"/>
          </a:p>
        </p:txBody>
      </p:sp>
      <p:sp>
        <p:nvSpPr>
          <p:cNvPr id="158" name="Text 1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$1.7M a month · ≈ $55K a day · $60M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1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3" name="Shape 1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5" name="Text 1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6" name="Text 1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7" name="Shape 1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8" name="Text 1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9" name="Text 1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150" name="Text 1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1" name="Shape 1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2" name="Text 1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3" name="Text 1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154" name="Text 1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5" name="Shape 1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6" name="Text 1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7" name="Text 1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$20,000,000</a:t>
            </a:r>
            <a:endParaRPr lang="en-US" sz="1500" dirty="0"/>
          </a:p>
        </p:txBody>
      </p:sp>
      <p:sp>
        <p:nvSpPr>
          <p:cNvPr id="158" name="Text 1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5" name="Shape 13">
            <a:hlinkClick r:id="rId4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8" name="Shape 16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1" name="Shape 19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2" name="Shape 30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$1.7M a month · ≈ $55K a day · $60M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39" name="Text 1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40" name="Text 1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1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43" name="Shape 1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45" name="Text 1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1500" dirty="0"/>
          </a:p>
        </p:txBody>
      </p:sp>
      <p:sp>
        <p:nvSpPr>
          <p:cNvPr id="146" name="Text 1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47" name="Shape 1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8" name="Text 1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49" name="Text 1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150" name="Text 1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51" name="Shape 1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52" name="Text 1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153" name="Text 1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154" name="Text 1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155" name="Shape 1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156" name="Text 1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157" name="Text 1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$20,000,000</a:t>
            </a:r>
            <a:endParaRPr lang="en-US" sz="1500" dirty="0"/>
          </a:p>
        </p:txBody>
      </p:sp>
      <p:sp>
        <p:nvSpPr>
          <p:cNvPr id="158" name="Text 1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3" name="Text 71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$4M</a:t>
            </a:r>
            <a:endParaRPr lang="en-US" sz="4600" dirty="0"/>
          </a:p>
        </p:txBody>
      </p:sp>
      <p:sp>
        <p:nvSpPr>
          <p:cNvPr id="74" name="Text 72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$333K a month · ≈ $11K a day · $12M over three years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7" name="Text 75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2,000</a:t>
            </a:r>
            <a:endParaRPr lang="en-US" sz="2200" dirty="0"/>
          </a:p>
        </p:txBody>
      </p:sp>
      <p:sp>
        <p:nvSpPr>
          <p:cNvPr id="78" name="Shape 76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$10M</a:t>
            </a:r>
            <a:endParaRPr lang="en-US" sz="2200" dirty="0"/>
          </a:p>
        </p:txBody>
      </p:sp>
      <p:sp>
        <p:nvSpPr>
          <p:cNvPr id="81" name="Text 79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4" name="Text 182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5" name="Shape 183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Text 184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7" name="Text 185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88" name="Text 186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190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1" name="Shape 188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2" name="Text 189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3" name="Text 190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4" name="Text 191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5" name="Shape 192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6" name="Text 193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7" name="Text 194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198" name="Text 195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9" name="Shape 196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0" name="Text 197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1" name="Text 198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202" name="Text 199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3" name="Shape 200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4" name="Text 201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5" name="Text 202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$4,000,000</a:t>
            </a:r>
            <a:endParaRPr lang="en-US" sz="1500" dirty="0"/>
          </a:p>
        </p:txBody>
      </p:sp>
      <p:sp>
        <p:nvSpPr>
          <p:cNvPr id="206" name="Text 203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$333K a month · ≈ $11K a day · $12M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5" name="Text 18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6" name="Shape 18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8" name="Text 18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19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2" name="Shape 18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3" name="Text 19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4" name="Text 19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5" name="Text 19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6" name="Shape 19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7" name="Text 19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8" name="Text 19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199" name="Text 19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0" name="Shape 19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1" name="Text 19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2" name="Text 19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203" name="Text 20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4" name="Shape 20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5" name="Text 20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6" name="Text 20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$4,000,000</a:t>
            </a:r>
            <a:endParaRPr lang="en-US" sz="1500" dirty="0"/>
          </a:p>
        </p:txBody>
      </p:sp>
      <p:sp>
        <p:nvSpPr>
          <p:cNvPr id="207" name="Text 20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$333K a month · ≈ $11K a day · $12M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5" name="Text 18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6" name="Shape 18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8" name="Text 18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19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2" name="Shape 18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3" name="Text 19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4" name="Text 19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5" name="Text 19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6" name="Shape 19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7" name="Text 19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8" name="Text 19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199" name="Text 19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0" name="Shape 19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1" name="Text 19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2" name="Text 19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203" name="Text 20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4" name="Shape 20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5" name="Text 20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6" name="Text 20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$4,000,000</a:t>
            </a:r>
            <a:endParaRPr lang="en-US" sz="1500" dirty="0"/>
          </a:p>
        </p:txBody>
      </p:sp>
      <p:sp>
        <p:nvSpPr>
          <p:cNvPr id="207" name="Text 20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$333K a month · ≈ $11K a day · $12M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5" name="Text 18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6" name="Shape 18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8" name="Text 18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19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2" name="Shape 18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3" name="Text 19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4" name="Text 19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5" name="Text 19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6" name="Shape 19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7" name="Text 19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8" name="Text 19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199" name="Text 19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0" name="Shape 19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1" name="Text 19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2" name="Text 19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203" name="Text 20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4" name="Shape 20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5" name="Text 20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6" name="Text 20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$4,000,000</a:t>
            </a:r>
            <a:endParaRPr lang="en-US" sz="1500" dirty="0"/>
          </a:p>
        </p:txBody>
      </p:sp>
      <p:sp>
        <p:nvSpPr>
          <p:cNvPr id="207" name="Text 20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$500K a month · ≈ $16K a day · $18M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5" name="Text 18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6" name="Shape 18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8" name="Text 18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19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2" name="Shape 18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3" name="Text 19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4" name="Text 19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5" name="Text 19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6" name="Shape 19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7" name="Text 19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8" name="Text 19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199" name="Text 19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0" name="Shape 19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1" name="Text 19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2" name="Text 19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203" name="Text 20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4" name="Shape 20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5" name="Text 20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6" name="Text 20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$6,000,000</a:t>
            </a:r>
            <a:endParaRPr lang="en-US" sz="1500" dirty="0"/>
          </a:p>
        </p:txBody>
      </p:sp>
      <p:sp>
        <p:nvSpPr>
          <p:cNvPr id="207" name="Text 20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$500K a month · ≈ $16K a day · $18M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6" name="Text 1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Text 1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1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3" name="Shape 1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4" name="Text 1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5" name="Text 1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6" name="Text 1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7" name="Shape 1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8" name="Text 1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9" name="Text 1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200" name="Text 1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1" name="Shape 1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2" name="Text 1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3" name="Text 2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204" name="Text 2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5" name="Shape 2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6" name="Text 2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7" name="Text 2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$6,000,000</a:t>
            </a:r>
            <a:endParaRPr lang="en-US" sz="1500" dirty="0"/>
          </a:p>
        </p:txBody>
      </p:sp>
      <p:sp>
        <p:nvSpPr>
          <p:cNvPr id="208" name="Text 2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$500K a month · ≈ $16K a day · $18M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6" name="Text 1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Text 1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1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3" name="Shape 1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4" name="Text 1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5" name="Text 1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6" name="Text 1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7" name="Shape 1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8" name="Text 1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9" name="Text 1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200" name="Text 1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1" name="Shape 1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2" name="Text 1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3" name="Text 2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204" name="Text 2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5" name="Shape 2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6" name="Text 2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7" name="Text 2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$6,000,000</a:t>
            </a:r>
            <a:endParaRPr lang="en-US" sz="1500" dirty="0"/>
          </a:p>
        </p:txBody>
      </p:sp>
      <p:sp>
        <p:nvSpPr>
          <p:cNvPr id="208" name="Text 2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$500K a month · ≈ $16K a day · $18M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6" name="Text 1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Text 1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1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3" name="Shape 1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4" name="Text 1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5" name="Text 1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6" name="Text 1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7" name="Shape 1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8" name="Text 1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9" name="Text 1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200" name="Text 1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1" name="Shape 1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2" name="Text 1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3" name="Text 2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204" name="Text 2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5" name="Shape 2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6" name="Text 2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7" name="Text 2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$6,000,000</a:t>
            </a:r>
            <a:endParaRPr lang="en-US" sz="1500" dirty="0"/>
          </a:p>
        </p:txBody>
      </p:sp>
      <p:sp>
        <p:nvSpPr>
          <p:cNvPr id="208" name="Text 2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$667K a month · ≈ $22K a day · $24M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5" name="Text 18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6" name="Shape 18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8" name="Text 18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19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2" name="Shape 18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3" name="Text 19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4" name="Text 19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5" name="Text 19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6" name="Shape 19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7" name="Text 19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8" name="Text 19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199" name="Text 19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0" name="Shape 19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1" name="Text 19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2" name="Text 19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03" name="Text 20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4" name="Shape 20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5" name="Text 20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6" name="Text 20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$8,000,000</a:t>
            </a:r>
            <a:endParaRPr lang="en-US" sz="1500" dirty="0"/>
          </a:p>
        </p:txBody>
      </p:sp>
      <p:sp>
        <p:nvSpPr>
          <p:cNvPr id="207" name="Text 20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$667K a month · ≈ $22K a day · $24M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6" name="Text 1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Text 1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1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3" name="Shape 1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4" name="Text 1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5" name="Text 1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6" name="Text 1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7" name="Shape 1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8" name="Text 1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9" name="Text 1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200" name="Text 1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1" name="Shape 1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2" name="Text 1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3" name="Text 2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04" name="Text 2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5" name="Shape 2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6" name="Text 2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7" name="Text 2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$8,000,000</a:t>
            </a:r>
            <a:endParaRPr lang="en-US" sz="1500" dirty="0"/>
          </a:p>
        </p:txBody>
      </p:sp>
      <p:sp>
        <p:nvSpPr>
          <p:cNvPr id="208" name="Text 2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8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$667K a month · ≈ $22K a day · $24M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6" name="Text 1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Text 1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1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3" name="Shape 1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4" name="Text 1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5" name="Text 1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6" name="Text 1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7" name="Shape 1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8" name="Text 1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9" name="Text 1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200" name="Text 1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1" name="Shape 1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2" name="Text 1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3" name="Text 2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04" name="Text 2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5" name="Shape 2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6" name="Text 2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7" name="Text 2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$8,000,000</a:t>
            </a:r>
            <a:endParaRPr lang="en-US" sz="1500" dirty="0"/>
          </a:p>
        </p:txBody>
      </p:sp>
      <p:sp>
        <p:nvSpPr>
          <p:cNvPr id="208" name="Text 2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8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$667K a month · ≈ $22K a day · $24M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6" name="Text 1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Text 1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1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3" name="Shape 1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4" name="Text 1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5" name="Text 1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6" name="Text 1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7" name="Shape 1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8" name="Text 1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9" name="Text 1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200" name="Text 1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1" name="Shape 1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2" name="Text 1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3" name="Text 2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04" name="Text 2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5" name="Shape 2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6" name="Text 2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7" name="Text 2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$8,000,000</a:t>
            </a:r>
            <a:endParaRPr lang="en-US" sz="1500" dirty="0"/>
          </a:p>
        </p:txBody>
      </p:sp>
      <p:sp>
        <p:nvSpPr>
          <p:cNvPr id="208" name="Text 2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8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$833K a month · ≈ $27K a day · $30M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5" name="Text 18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6" name="Shape 18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8" name="Text 18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19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2" name="Shape 18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3" name="Text 19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4" name="Text 19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5" name="Text 19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6" name="Shape 19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7" name="Text 19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8" name="Text 19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199" name="Text 19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0" name="Shape 19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1" name="Text 19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2" name="Text 19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203" name="Text 20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4" name="Shape 20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5" name="Text 20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6" name="Text 20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$10,000,000</a:t>
            </a:r>
            <a:endParaRPr lang="en-US" sz="1500" dirty="0"/>
          </a:p>
        </p:txBody>
      </p:sp>
      <p:sp>
        <p:nvSpPr>
          <p:cNvPr id="207" name="Text 20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8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$833K a month · ≈ $27K a day · $30M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6" name="Text 1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Text 1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1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3" name="Shape 1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4" name="Text 1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5" name="Text 1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6" name="Text 1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7" name="Shape 1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8" name="Text 1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9" name="Text 1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200" name="Text 1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1" name="Shape 1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2" name="Text 1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3" name="Text 2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204" name="Text 2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5" name="Shape 2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6" name="Text 2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7" name="Text 2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$10,000,000</a:t>
            </a:r>
            <a:endParaRPr lang="en-US" sz="1500" dirty="0"/>
          </a:p>
        </p:txBody>
      </p:sp>
      <p:sp>
        <p:nvSpPr>
          <p:cNvPr id="208" name="Text 2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8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$833K a month · ≈ $27K a day · $30M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6" name="Text 1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Text 1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1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3" name="Shape 1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4" name="Text 1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5" name="Text 1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6" name="Text 1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7" name="Shape 1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8" name="Text 1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9" name="Text 1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200" name="Text 1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1" name="Shape 1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2" name="Text 1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3" name="Text 2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204" name="Text 2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5" name="Shape 2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6" name="Text 2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7" name="Text 2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$10,000,000</a:t>
            </a:r>
            <a:endParaRPr lang="en-US" sz="1500" dirty="0"/>
          </a:p>
        </p:txBody>
      </p:sp>
      <p:sp>
        <p:nvSpPr>
          <p:cNvPr id="208" name="Text 2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8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$833K a month · ≈ $27K a day · $30M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6" name="Text 1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Text 1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1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3" name="Shape 1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4" name="Text 1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5" name="Text 1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6" name="Text 1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7" name="Shape 1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8" name="Text 1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9" name="Text 1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200" name="Text 1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1" name="Shape 1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2" name="Text 1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3" name="Text 2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204" name="Text 2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5" name="Shape 2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6" name="Text 2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7" name="Text 2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$10,000,000</a:t>
            </a:r>
            <a:endParaRPr lang="en-US" sz="1500" dirty="0"/>
          </a:p>
        </p:txBody>
      </p:sp>
      <p:sp>
        <p:nvSpPr>
          <p:cNvPr id="208" name="Text 2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8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$667K a month · ≈ $22K a day · $24M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5" name="Text 18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6" name="Shape 18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8" name="Text 18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19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2" name="Shape 18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3" name="Text 19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4" name="Text 19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5" name="Text 19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6" name="Shape 19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7" name="Text 19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8" name="Text 19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199" name="Text 19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0" name="Shape 19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1" name="Text 19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2" name="Text 19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203" name="Text 20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4" name="Shape 20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5" name="Text 20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6" name="Text 20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$8,000,000</a:t>
            </a:r>
            <a:endParaRPr lang="en-US" sz="1500" dirty="0"/>
          </a:p>
        </p:txBody>
      </p:sp>
      <p:sp>
        <p:nvSpPr>
          <p:cNvPr id="207" name="Text 20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8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$667K a month · ≈ $22K a day · $24M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6" name="Text 1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Text 1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1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3" name="Shape 1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4" name="Text 1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5" name="Text 1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6" name="Text 1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7" name="Shape 1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8" name="Text 1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9" name="Text 1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200" name="Text 1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1" name="Shape 1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2" name="Text 1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3" name="Text 2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204" name="Text 2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5" name="Shape 2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6" name="Text 2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7" name="Text 2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$8,000,000</a:t>
            </a:r>
            <a:endParaRPr lang="en-US" sz="1500" dirty="0"/>
          </a:p>
        </p:txBody>
      </p:sp>
      <p:sp>
        <p:nvSpPr>
          <p:cNvPr id="208" name="Text 2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8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$667K a month · ≈ $22K a day · $24M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6" name="Text 1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Text 1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1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3" name="Shape 1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4" name="Text 1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5" name="Text 1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6" name="Text 1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7" name="Shape 1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8" name="Text 1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9" name="Text 1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200" name="Text 1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1" name="Shape 1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2" name="Text 1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3" name="Text 2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204" name="Text 2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5" name="Shape 2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6" name="Text 2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7" name="Text 2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$8,000,000</a:t>
            </a:r>
            <a:endParaRPr lang="en-US" sz="1500" dirty="0"/>
          </a:p>
        </p:txBody>
      </p:sp>
      <p:sp>
        <p:nvSpPr>
          <p:cNvPr id="208" name="Text 2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8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$667K a month · ≈ $22K a day · $24M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6" name="Text 1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Text 1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1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3" name="Shape 1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4" name="Text 1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5" name="Text 1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6" name="Text 1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7" name="Shape 1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8" name="Text 1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9" name="Text 1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200" name="Text 1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1" name="Shape 1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2" name="Text 1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3" name="Text 2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204" name="Text 2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5" name="Shape 2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6" name="Text 2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7" name="Text 2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$8,000,000</a:t>
            </a:r>
            <a:endParaRPr lang="en-US" sz="1500" dirty="0"/>
          </a:p>
        </p:txBody>
      </p:sp>
      <p:sp>
        <p:nvSpPr>
          <p:cNvPr id="208" name="Text 2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$1M a month · ≈ $33K a day · $36M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6" name="Text 1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Text 1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1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3" name="Shape 1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4" name="Text 1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5" name="Text 1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6" name="Text 1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7" name="Shape 1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8" name="Text 1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9" name="Text 1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200" name="Text 1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1" name="Shape 1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2" name="Text 1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3" name="Text 2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204" name="Text 2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5" name="Shape 2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6" name="Text 2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7" name="Text 2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$12,000,000</a:t>
            </a:r>
            <a:endParaRPr lang="en-US" sz="1500" dirty="0"/>
          </a:p>
        </p:txBody>
      </p:sp>
      <p:sp>
        <p:nvSpPr>
          <p:cNvPr id="208" name="Text 2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$1M a month · ≈ $33K a day · $36M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Text 1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1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4" name="Shape 1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5" name="Text 1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6" name="Text 1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7" name="Text 1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8" name="Shape 1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9" name="Text 1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00" name="Text 1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201" name="Text 1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2" name="Shape 1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3" name="Text 2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4" name="Text 2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205" name="Text 2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6" name="Shape 2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7" name="Text 2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8" name="Text 2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$12,000,000</a:t>
            </a:r>
            <a:endParaRPr lang="en-US" sz="1500" dirty="0"/>
          </a:p>
        </p:txBody>
      </p:sp>
      <p:sp>
        <p:nvSpPr>
          <p:cNvPr id="209" name="Text 2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$1M a month · ≈ $33K a day · $36M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Text 1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1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4" name="Shape 1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5" name="Text 1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6" name="Text 1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7" name="Text 1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8" name="Shape 1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9" name="Text 1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00" name="Text 1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201" name="Text 1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2" name="Shape 1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3" name="Text 2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4" name="Text 2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205" name="Text 2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6" name="Shape 2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7" name="Text 2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8" name="Text 2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$12,000,000</a:t>
            </a:r>
            <a:endParaRPr lang="en-US" sz="1500" dirty="0"/>
          </a:p>
        </p:txBody>
      </p:sp>
      <p:sp>
        <p:nvSpPr>
          <p:cNvPr id="209" name="Text 2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$1M a month · ≈ $33K a day · $36M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Text 1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1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4" name="Shape 1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5" name="Text 1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6" name="Text 1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7" name="Text 1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8" name="Shape 1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9" name="Text 1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00" name="Text 1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201" name="Text 1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2" name="Shape 1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3" name="Text 2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4" name="Text 2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205" name="Text 2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6" name="Shape 2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7" name="Text 2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8" name="Text 2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$12,000,000</a:t>
            </a:r>
            <a:endParaRPr lang="en-US" sz="1500" dirty="0"/>
          </a:p>
        </p:txBody>
      </p:sp>
      <p:sp>
        <p:nvSpPr>
          <p:cNvPr id="209" name="Text 2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$1.3M a month · ≈ $44K a day · $48M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6" name="Text 1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Text 1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1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3" name="Shape 1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4" name="Text 1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5" name="Text 1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6" name="Text 1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7" name="Shape 1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8" name="Text 1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9" name="Text 1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200" name="Text 1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1" name="Shape 1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2" name="Text 1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3" name="Text 2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04" name="Text 2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5" name="Shape 2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6" name="Text 2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7" name="Text 2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$16,000,000</a:t>
            </a:r>
            <a:endParaRPr lang="en-US" sz="1500" dirty="0"/>
          </a:p>
        </p:txBody>
      </p:sp>
      <p:sp>
        <p:nvSpPr>
          <p:cNvPr id="208" name="Text 2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$1.3M a month · ≈ $44K a day · $48M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Text 1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1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4" name="Shape 1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5" name="Text 1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6" name="Text 1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7" name="Text 1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8" name="Shape 1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9" name="Text 1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00" name="Text 1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201" name="Text 1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2" name="Shape 1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3" name="Text 2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4" name="Text 2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05" name="Text 2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6" name="Shape 2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7" name="Text 2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8" name="Text 2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$16,000,000</a:t>
            </a:r>
            <a:endParaRPr lang="en-US" sz="1500" dirty="0"/>
          </a:p>
        </p:txBody>
      </p:sp>
      <p:sp>
        <p:nvSpPr>
          <p:cNvPr id="209" name="Text 2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$1.3M a month · ≈ $44K a day · $48M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Text 1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1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4" name="Shape 1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5" name="Text 1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6" name="Text 1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7" name="Text 1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8" name="Shape 1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9" name="Text 1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00" name="Text 1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201" name="Text 1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2" name="Shape 1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3" name="Text 2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4" name="Text 2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05" name="Text 2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6" name="Shape 2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7" name="Text 2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8" name="Text 2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$16,000,000</a:t>
            </a:r>
            <a:endParaRPr lang="en-US" sz="1500" dirty="0"/>
          </a:p>
        </p:txBody>
      </p:sp>
      <p:sp>
        <p:nvSpPr>
          <p:cNvPr id="209" name="Text 2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$1.3M a month · ≈ $44K a day · $48M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Text 1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1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4" name="Shape 1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5" name="Text 1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6" name="Text 1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7" name="Text 1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8" name="Shape 1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9" name="Text 1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00" name="Text 1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201" name="Text 1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2" name="Shape 1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3" name="Text 2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4" name="Text 2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05" name="Text 2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6" name="Shape 2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7" name="Text 2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8" name="Text 2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$16,000,000</a:t>
            </a:r>
            <a:endParaRPr lang="en-US" sz="1500" dirty="0"/>
          </a:p>
        </p:txBody>
      </p:sp>
      <p:sp>
        <p:nvSpPr>
          <p:cNvPr id="209" name="Text 2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$1.7M a month · ≈ $55K a day · $60M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6" name="Text 1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Text 1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1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3" name="Shape 1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4" name="Text 1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5" name="Text 1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6" name="Text 1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7" name="Shape 1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8" name="Text 1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9" name="Text 1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200" name="Text 1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1" name="Shape 1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2" name="Text 1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3" name="Text 2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204" name="Text 2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5" name="Shape 2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6" name="Text 2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7" name="Text 2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$20,000,000</a:t>
            </a:r>
            <a:endParaRPr lang="en-US" sz="1500" dirty="0"/>
          </a:p>
        </p:txBody>
      </p:sp>
      <p:sp>
        <p:nvSpPr>
          <p:cNvPr id="208" name="Text 2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$1.7M a month · ≈ $55K a day · $60M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Text 1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1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4" name="Shape 1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5" name="Text 1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6" name="Text 1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7" name="Text 1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8" name="Shape 1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9" name="Text 1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00" name="Text 1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201" name="Text 1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2" name="Shape 1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3" name="Text 2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4" name="Text 2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205" name="Text 2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6" name="Shape 2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7" name="Text 2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8" name="Text 2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$20,000,000</a:t>
            </a:r>
            <a:endParaRPr lang="en-US" sz="1500" dirty="0"/>
          </a:p>
        </p:txBody>
      </p:sp>
      <p:sp>
        <p:nvSpPr>
          <p:cNvPr id="209" name="Text 2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$1.7M a month · ≈ $55K a day · $60M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Text 1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1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4" name="Shape 1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5" name="Text 1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6" name="Text 1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7" name="Text 1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8" name="Shape 1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9" name="Text 1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00" name="Text 1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201" name="Text 1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2" name="Shape 1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3" name="Text 2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4" name="Text 2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205" name="Text 2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6" name="Shape 2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7" name="Text 2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8" name="Text 2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$20,000,000</a:t>
            </a:r>
            <a:endParaRPr lang="en-US" sz="1500" dirty="0"/>
          </a:p>
        </p:txBody>
      </p:sp>
      <p:sp>
        <p:nvSpPr>
          <p:cNvPr id="209" name="Text 2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$1.7M a month · ≈ $55K a day · $60M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Text 1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1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4" name="Shape 1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5" name="Text 1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6" name="Text 1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7" name="Text 1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8" name="Shape 1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9" name="Text 1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00" name="Text 1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201" name="Text 1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2" name="Shape 1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3" name="Text 2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4" name="Text 2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205" name="Text 2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6" name="Shape 2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7" name="Text 2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8" name="Text 2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$20,000,000</a:t>
            </a:r>
            <a:endParaRPr lang="en-US" sz="1500" dirty="0"/>
          </a:p>
        </p:txBody>
      </p:sp>
      <p:sp>
        <p:nvSpPr>
          <p:cNvPr id="209" name="Text 2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$1M a month · ≈ $33K a day · $36M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5" name="Text 18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6" name="Shape 18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8" name="Text 18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19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2" name="Shape 18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3" name="Text 19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4" name="Text 19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5" name="Text 19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6" name="Shape 19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7" name="Text 19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8" name="Text 19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199" name="Text 19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0" name="Shape 19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1" name="Text 19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2" name="Text 19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203" name="Text 20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4" name="Shape 20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5" name="Text 20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6" name="Text 20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$12,000,000</a:t>
            </a:r>
            <a:endParaRPr lang="en-US" sz="1500" dirty="0"/>
          </a:p>
        </p:txBody>
      </p:sp>
      <p:sp>
        <p:nvSpPr>
          <p:cNvPr id="207" name="Text 20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$1M a month · ≈ $33K a day · $36M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6" name="Text 1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Text 1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1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3" name="Shape 1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4" name="Text 1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5" name="Text 1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6" name="Text 1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7" name="Shape 1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8" name="Text 1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9" name="Text 1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00" name="Text 1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1" name="Shape 1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2" name="Text 1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3" name="Text 2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204" name="Text 2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5" name="Shape 2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6" name="Text 2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7" name="Text 2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$12,000,000</a:t>
            </a:r>
            <a:endParaRPr lang="en-US" sz="1500" dirty="0"/>
          </a:p>
        </p:txBody>
      </p:sp>
      <p:sp>
        <p:nvSpPr>
          <p:cNvPr id="208" name="Text 2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$1M a month · ≈ $33K a day · $36M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6" name="Text 1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Text 1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1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3" name="Shape 1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4" name="Text 1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5" name="Text 1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6" name="Text 1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7" name="Shape 1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8" name="Text 1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9" name="Text 1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00" name="Text 1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1" name="Shape 1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2" name="Text 1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3" name="Text 2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204" name="Text 2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5" name="Shape 2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6" name="Text 2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7" name="Text 2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$12,000,000</a:t>
            </a:r>
            <a:endParaRPr lang="en-US" sz="1500" dirty="0"/>
          </a:p>
        </p:txBody>
      </p:sp>
      <p:sp>
        <p:nvSpPr>
          <p:cNvPr id="208" name="Text 2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$1M a month · ≈ $33K a day · $36M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6" name="Text 1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Text 1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1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3" name="Shape 1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4" name="Text 1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5" name="Text 1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6" name="Text 1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7" name="Shape 1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8" name="Text 1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9" name="Text 1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00" name="Text 1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1" name="Shape 1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2" name="Text 1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3" name="Text 2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204" name="Text 2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5" name="Shape 2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6" name="Text 2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7" name="Text 2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$12,000,000</a:t>
            </a:r>
            <a:endParaRPr lang="en-US" sz="1500" dirty="0"/>
          </a:p>
        </p:txBody>
      </p:sp>
      <p:sp>
        <p:nvSpPr>
          <p:cNvPr id="208" name="Text 2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$1.5M a month · ≈ $49K a day · $54M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6" name="Text 1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Text 1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1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3" name="Shape 1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4" name="Text 1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5" name="Text 1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6" name="Text 1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7" name="Shape 1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8" name="Text 1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9" name="Text 1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00" name="Text 1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1" name="Shape 1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2" name="Text 1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3" name="Text 2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204" name="Text 2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5" name="Shape 2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6" name="Text 2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7" name="Text 2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$18,000,000</a:t>
            </a:r>
            <a:endParaRPr lang="en-US" sz="1500" dirty="0"/>
          </a:p>
        </p:txBody>
      </p:sp>
      <p:sp>
        <p:nvSpPr>
          <p:cNvPr id="208" name="Text 2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$1.5M a month · ≈ $49K a day · $54M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Text 1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1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4" name="Shape 1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5" name="Text 1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6" name="Text 1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7" name="Text 1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8" name="Shape 1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9" name="Text 1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00" name="Text 1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01" name="Text 1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2" name="Shape 1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3" name="Text 2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4" name="Text 2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205" name="Text 2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6" name="Shape 2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7" name="Text 2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8" name="Text 2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$18,000,000</a:t>
            </a:r>
            <a:endParaRPr lang="en-US" sz="1500" dirty="0"/>
          </a:p>
        </p:txBody>
      </p:sp>
      <p:sp>
        <p:nvSpPr>
          <p:cNvPr id="209" name="Text 2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$1.5M a month · ≈ $49K a day · $54M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Text 1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1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4" name="Shape 1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5" name="Text 1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6" name="Text 1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7" name="Text 1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8" name="Shape 1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9" name="Text 1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00" name="Text 1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01" name="Text 1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2" name="Shape 1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3" name="Text 2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4" name="Text 2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205" name="Text 2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6" name="Shape 2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7" name="Text 2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8" name="Text 2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$18,000,000</a:t>
            </a:r>
            <a:endParaRPr lang="en-US" sz="1500" dirty="0"/>
          </a:p>
        </p:txBody>
      </p:sp>
      <p:sp>
        <p:nvSpPr>
          <p:cNvPr id="209" name="Text 2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$1.5M a month · ≈ $49K a day · $54M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Text 1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1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4" name="Shape 1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5" name="Text 1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6" name="Text 1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7" name="Text 1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8" name="Shape 1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9" name="Text 1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00" name="Text 1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01" name="Text 1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2" name="Shape 1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3" name="Text 2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4" name="Text 2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205" name="Text 2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6" name="Shape 2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7" name="Text 2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8" name="Text 2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$18,000,000</a:t>
            </a:r>
            <a:endParaRPr lang="en-US" sz="1500" dirty="0"/>
          </a:p>
        </p:txBody>
      </p:sp>
      <p:sp>
        <p:nvSpPr>
          <p:cNvPr id="209" name="Text 2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$2M a month · ≈ $66K a day · $72M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6" name="Text 1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Text 1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1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3" name="Shape 1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4" name="Text 1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5" name="Text 1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6" name="Text 1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7" name="Shape 1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8" name="Text 1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9" name="Text 1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00" name="Text 1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1" name="Shape 1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2" name="Text 1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3" name="Text 2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04" name="Text 2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5" name="Shape 2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6" name="Text 2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7" name="Text 2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$24,000,000</a:t>
            </a:r>
            <a:endParaRPr lang="en-US" sz="1500" dirty="0"/>
          </a:p>
        </p:txBody>
      </p:sp>
      <p:sp>
        <p:nvSpPr>
          <p:cNvPr id="208" name="Text 2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$2M a month · ≈ $66K a day · $72M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Text 1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1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4" name="Shape 1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5" name="Text 1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6" name="Text 1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7" name="Text 1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8" name="Shape 1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9" name="Text 1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00" name="Text 1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01" name="Text 1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2" name="Shape 1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3" name="Text 2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4" name="Text 2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05" name="Text 2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6" name="Shape 2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7" name="Text 2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8" name="Text 2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$24,000,000</a:t>
            </a:r>
            <a:endParaRPr lang="en-US" sz="1500" dirty="0"/>
          </a:p>
        </p:txBody>
      </p:sp>
      <p:sp>
        <p:nvSpPr>
          <p:cNvPr id="209" name="Text 2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3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5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6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8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9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1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2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4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$2M a month · ≈ $66K a day · $72M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Text 1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1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5"/>
          </a:graphicData>
        </a:graphic>
      </p:graphicFrame>
      <p:sp>
        <p:nvSpPr>
          <p:cNvPr id="194" name="Shape 1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5" name="Text 1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6" name="Text 1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7" name="Text 1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8" name="Shape 1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9" name="Text 1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00" name="Text 1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01" name="Text 1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2" name="Shape 1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3" name="Text 2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4" name="Text 2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05" name="Text 2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6" name="Shape 2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7" name="Text 2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8" name="Text 2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$24,000,000</a:t>
            </a:r>
            <a:endParaRPr lang="en-US" sz="1500" dirty="0"/>
          </a:p>
        </p:txBody>
      </p:sp>
      <p:sp>
        <p:nvSpPr>
          <p:cNvPr id="209" name="Text 2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$2M a month · ≈ $66K a day · $72M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Text 1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1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4" name="Shape 1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5" name="Text 1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6" name="Text 1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7" name="Text 1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8" name="Shape 1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9" name="Text 1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00" name="Text 1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01" name="Text 1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2" name="Shape 1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3" name="Text 2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4" name="Text 2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05" name="Text 2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6" name="Shape 2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7" name="Text 2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8" name="Text 2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$24,000,000</a:t>
            </a:r>
            <a:endParaRPr lang="en-US" sz="1500" dirty="0"/>
          </a:p>
        </p:txBody>
      </p:sp>
      <p:sp>
        <p:nvSpPr>
          <p:cNvPr id="209" name="Text 2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$2.5M a month · ≈ $82K a day · $90M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6" name="Text 1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Text 1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1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3" name="Shape 1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4" name="Text 1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5" name="Text 1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6" name="Text 1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7" name="Shape 1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8" name="Text 1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9" name="Text 1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00" name="Text 1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1" name="Shape 1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2" name="Text 1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3" name="Text 2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204" name="Text 2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5" name="Shape 2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6" name="Text 2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7" name="Text 2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$30,000,000</a:t>
            </a:r>
            <a:endParaRPr lang="en-US" sz="1500" dirty="0"/>
          </a:p>
        </p:txBody>
      </p:sp>
      <p:sp>
        <p:nvSpPr>
          <p:cNvPr id="208" name="Text 2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$2.5M a month · ≈ $82K a day · $90M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Text 1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1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4" name="Shape 1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5" name="Text 1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6" name="Text 1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7" name="Text 1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8" name="Shape 1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9" name="Text 1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00" name="Text 1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01" name="Text 1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2" name="Shape 1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3" name="Text 2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4" name="Text 2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205" name="Text 2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6" name="Shape 2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7" name="Text 2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8" name="Text 2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$30,000,000</a:t>
            </a:r>
            <a:endParaRPr lang="en-US" sz="1500" dirty="0"/>
          </a:p>
        </p:txBody>
      </p:sp>
      <p:sp>
        <p:nvSpPr>
          <p:cNvPr id="209" name="Text 2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$2.5M a month · ≈ $82K a day · $90M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Text 1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1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4" name="Shape 1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5" name="Text 1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6" name="Text 1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7" name="Text 1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8" name="Shape 1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9" name="Text 1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00" name="Text 1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01" name="Text 1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2" name="Shape 1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3" name="Text 2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4" name="Text 2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205" name="Text 2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6" name="Shape 2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7" name="Text 2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8" name="Text 2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$30,000,000</a:t>
            </a:r>
            <a:endParaRPr lang="en-US" sz="1500" dirty="0"/>
          </a:p>
        </p:txBody>
      </p:sp>
      <p:sp>
        <p:nvSpPr>
          <p:cNvPr id="209" name="Text 2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$2.5M a month · ≈ $82K a day · $90M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Text 1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1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4" name="Shape 1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5" name="Text 1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6" name="Text 1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7" name="Text 1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8" name="Shape 1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9" name="Text 1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00" name="Text 1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01" name="Text 1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2" name="Shape 1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3" name="Text 2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4" name="Text 2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205" name="Text 2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6" name="Shape 2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7" name="Text 2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8" name="Text 2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$30,000,000</a:t>
            </a:r>
            <a:endParaRPr lang="en-US" sz="1500" dirty="0"/>
          </a:p>
        </p:txBody>
      </p:sp>
      <p:sp>
        <p:nvSpPr>
          <p:cNvPr id="209" name="Text 2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$1.3M a month · ≈ $44K a day · $48M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5" name="Text 18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6" name="Shape 18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8" name="Text 18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19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2" name="Shape 18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3" name="Text 19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4" name="Text 19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5" name="Text 19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6" name="Shape 19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7" name="Text 19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8" name="Text 19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199" name="Text 19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0" name="Shape 19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1" name="Text 19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2" name="Text 19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203" name="Text 20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4" name="Shape 20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5" name="Text 20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6" name="Text 20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$16,000,000</a:t>
            </a:r>
            <a:endParaRPr lang="en-US" sz="1500" dirty="0"/>
          </a:p>
        </p:txBody>
      </p:sp>
      <p:sp>
        <p:nvSpPr>
          <p:cNvPr id="207" name="Text 20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$1.3M a month · ≈ $44K a day · $48M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6" name="Text 1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Text 1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1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3" name="Shape 1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4" name="Text 1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5" name="Text 1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6" name="Text 1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7" name="Shape 1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8" name="Text 1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9" name="Text 1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200" name="Text 1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1" name="Shape 1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2" name="Text 1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3" name="Text 2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204" name="Text 2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5" name="Shape 2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6" name="Text 2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7" name="Text 2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$16,000,000</a:t>
            </a:r>
            <a:endParaRPr lang="en-US" sz="1500" dirty="0"/>
          </a:p>
        </p:txBody>
      </p:sp>
      <p:sp>
        <p:nvSpPr>
          <p:cNvPr id="208" name="Text 2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$1.3M a month · ≈ $44K a day · $48M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6" name="Text 1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Text 1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1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3" name="Shape 1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4" name="Text 1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5" name="Text 1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6" name="Text 1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7" name="Shape 1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8" name="Text 1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9" name="Text 1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200" name="Text 1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1" name="Shape 1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2" name="Text 1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3" name="Text 2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204" name="Text 2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5" name="Shape 2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6" name="Text 2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7" name="Text 2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$16,000,000</a:t>
            </a:r>
            <a:endParaRPr lang="en-US" sz="1500" dirty="0"/>
          </a:p>
        </p:txBody>
      </p:sp>
      <p:sp>
        <p:nvSpPr>
          <p:cNvPr id="208" name="Text 2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$1.3M a month · ≈ $44K a day · $48M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6" name="Text 1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Text 1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1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3" name="Shape 1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4" name="Text 1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5" name="Text 1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6" name="Text 1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7" name="Shape 1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8" name="Text 1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9" name="Text 1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200" name="Text 1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1" name="Shape 1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2" name="Text 1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3" name="Text 2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204" name="Text 2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5" name="Shape 2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6" name="Text 2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7" name="Text 2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$16,000,000</a:t>
            </a:r>
            <a:endParaRPr lang="en-US" sz="1500" dirty="0"/>
          </a:p>
        </p:txBody>
      </p:sp>
      <p:sp>
        <p:nvSpPr>
          <p:cNvPr id="208" name="Text 2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$2M a month · ≈ $66K a day · $72M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6" name="Text 1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Text 1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1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3" name="Shape 1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4" name="Text 1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5" name="Text 1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6" name="Text 1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7" name="Shape 1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8" name="Text 1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9" name="Text 1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200" name="Text 1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1" name="Shape 1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2" name="Text 1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3" name="Text 2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204" name="Text 2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5" name="Shape 2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6" name="Text 2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7" name="Text 2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$24,000,000</a:t>
            </a:r>
            <a:endParaRPr lang="en-US" sz="1500" dirty="0"/>
          </a:p>
        </p:txBody>
      </p:sp>
      <p:sp>
        <p:nvSpPr>
          <p:cNvPr id="208" name="Text 2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$2M a month · ≈ $66K a day · $72M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Text 1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1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4" name="Shape 1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5" name="Text 1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6" name="Text 1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7" name="Text 1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8" name="Shape 1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9" name="Text 1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00" name="Text 1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201" name="Text 1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2" name="Shape 1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3" name="Text 2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4" name="Text 2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205" name="Text 2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6" name="Shape 2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7" name="Text 2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8" name="Text 2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$24,000,000</a:t>
            </a:r>
            <a:endParaRPr lang="en-US" sz="1500" dirty="0"/>
          </a:p>
        </p:txBody>
      </p:sp>
      <p:sp>
        <p:nvSpPr>
          <p:cNvPr id="209" name="Text 2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$2M a month · ≈ $66K a day · $72M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Text 1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1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4" name="Shape 1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5" name="Text 1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6" name="Text 1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7" name="Text 1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8" name="Shape 1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9" name="Text 1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00" name="Text 1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201" name="Text 1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2" name="Shape 1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3" name="Text 2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4" name="Text 2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205" name="Text 2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6" name="Shape 2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7" name="Text 2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8" name="Text 2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$24,000,000</a:t>
            </a:r>
            <a:endParaRPr lang="en-US" sz="1500" dirty="0"/>
          </a:p>
        </p:txBody>
      </p:sp>
      <p:sp>
        <p:nvSpPr>
          <p:cNvPr id="209" name="Text 2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$2M a month · ≈ $66K a day · $72M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Text 1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1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4" name="Shape 1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5" name="Text 1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6" name="Text 1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7" name="Text 1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8" name="Shape 1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9" name="Text 1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00" name="Text 1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201" name="Text 1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2" name="Shape 1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3" name="Text 2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4" name="Text 2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205" name="Text 2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6" name="Shape 2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7" name="Text 2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8" name="Text 2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$24,000,000</a:t>
            </a:r>
            <a:endParaRPr lang="en-US" sz="1500" dirty="0"/>
          </a:p>
        </p:txBody>
      </p:sp>
      <p:sp>
        <p:nvSpPr>
          <p:cNvPr id="209" name="Text 2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$2.7M a month · ≈ $88K a day · $96M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6" name="Text 1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Text 1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1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3" name="Shape 1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4" name="Text 1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5" name="Text 1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6" name="Text 1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7" name="Shape 1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8" name="Text 1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9" name="Text 1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200" name="Text 1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1" name="Shape 1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2" name="Text 1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3" name="Text 2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04" name="Text 2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5" name="Shape 2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6" name="Text 2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7" name="Text 2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$32,000,000</a:t>
            </a:r>
            <a:endParaRPr lang="en-US" sz="1500" dirty="0"/>
          </a:p>
        </p:txBody>
      </p:sp>
      <p:sp>
        <p:nvSpPr>
          <p:cNvPr id="208" name="Text 2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$2.7M a month · ≈ $88K a day · $96M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Text 1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1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4" name="Shape 1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5" name="Text 1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6" name="Text 1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7" name="Text 1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8" name="Shape 1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9" name="Text 1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00" name="Text 1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201" name="Text 1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2" name="Shape 1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3" name="Text 2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4" name="Text 2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05" name="Text 2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6" name="Shape 2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7" name="Text 2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8" name="Text 2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$32,000,000</a:t>
            </a:r>
            <a:endParaRPr lang="en-US" sz="1500" dirty="0"/>
          </a:p>
        </p:txBody>
      </p:sp>
      <p:sp>
        <p:nvSpPr>
          <p:cNvPr id="209" name="Text 2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$2.7M a month · ≈ $88K a day · $96M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Text 1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1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4" name="Shape 1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5" name="Text 1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6" name="Text 1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7" name="Text 1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8" name="Shape 1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9" name="Text 1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00" name="Text 1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201" name="Text 1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2" name="Shape 1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3" name="Text 2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4" name="Text 2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05" name="Text 2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6" name="Shape 2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7" name="Text 2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8" name="Text 2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$32,000,000</a:t>
            </a:r>
            <a:endParaRPr lang="en-US" sz="1500" dirty="0"/>
          </a:p>
        </p:txBody>
      </p:sp>
      <p:sp>
        <p:nvSpPr>
          <p:cNvPr id="209" name="Text 2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$2.7M a month · ≈ $88K a day · $96M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Text 1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1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4" name="Shape 1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5" name="Text 1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6" name="Text 1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7" name="Text 1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8" name="Shape 1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9" name="Text 1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00" name="Text 1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201" name="Text 1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2" name="Shape 1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3" name="Text 2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4" name="Text 2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05" name="Text 2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6" name="Shape 2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7" name="Text 2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8" name="Text 2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$32,000,000</a:t>
            </a:r>
            <a:endParaRPr lang="en-US" sz="1500" dirty="0"/>
          </a:p>
        </p:txBody>
      </p:sp>
      <p:sp>
        <p:nvSpPr>
          <p:cNvPr id="209" name="Text 2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$3.3M a month · ≈ $110K a day · $120M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6" name="Text 1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Text 1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89" name="Text 1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1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3" name="Shape 1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4" name="Text 1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5" name="Text 1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6" name="Text 1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7" name="Shape 1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8" name="Text 1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199" name="Text 1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200" name="Text 1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1" name="Shape 1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2" name="Text 1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3" name="Text 2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204" name="Text 2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5" name="Shape 2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6" name="Text 2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7" name="Text 2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$40,000,000</a:t>
            </a:r>
            <a:endParaRPr lang="en-US" sz="1500" dirty="0"/>
          </a:p>
        </p:txBody>
      </p:sp>
      <p:sp>
        <p:nvSpPr>
          <p:cNvPr id="208" name="Text 2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$3.3M a month · ≈ $110K a day · $120M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Text 1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1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4" name="Shape 1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5" name="Text 1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6" name="Text 1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7" name="Text 1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8" name="Shape 1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9" name="Text 1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00" name="Text 1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201" name="Text 1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2" name="Shape 1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3" name="Text 2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4" name="Text 2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205" name="Text 2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6" name="Shape 2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7" name="Text 2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8" name="Text 2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$40,000,000</a:t>
            </a:r>
            <a:endParaRPr lang="en-US" sz="1500" dirty="0"/>
          </a:p>
        </p:txBody>
      </p:sp>
      <p:sp>
        <p:nvSpPr>
          <p:cNvPr id="209" name="Text 2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$3.3M a month · ≈ $110K a day · $120M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Text 1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1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4" name="Shape 1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5" name="Text 1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6" name="Text 1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7" name="Text 1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8" name="Shape 1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9" name="Text 1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00" name="Text 1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201" name="Text 1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2" name="Shape 1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3" name="Text 2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4" name="Text 2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205" name="Text 2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6" name="Shape 2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7" name="Text 2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8" name="Text 2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$40,000,000</a:t>
            </a:r>
            <a:endParaRPr lang="en-US" sz="1500" dirty="0"/>
          </a:p>
        </p:txBody>
      </p:sp>
      <p:sp>
        <p:nvSpPr>
          <p:cNvPr id="209" name="Text 2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698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19" name="Shape 17">
            <a:hlinkClick r:id="rId5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$3.3M a month · ≈ $110K a day · $120M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87" name="Text 1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Text 1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190" name="Text 1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191" name="Text 1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1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194" name="Shape 1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5" name="Text 1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196" name="Text 1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1500" dirty="0"/>
          </a:p>
        </p:txBody>
      </p:sp>
      <p:sp>
        <p:nvSpPr>
          <p:cNvPr id="197" name="Text 1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198" name="Shape 1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99" name="Text 1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00" name="Text 1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201" name="Text 1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02" name="Shape 1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03" name="Text 2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04" name="Text 2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205" name="Text 2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06" name="Shape 2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07" name="Text 2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08" name="Text 2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$40,000,000</a:t>
            </a:r>
            <a:endParaRPr lang="en-US" sz="1500" dirty="0"/>
          </a:p>
        </p:txBody>
      </p:sp>
      <p:sp>
        <p:nvSpPr>
          <p:cNvPr id="209" name="Text 2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3" name="Text 71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$6M</a:t>
            </a:r>
            <a:endParaRPr lang="en-US" sz="4600" dirty="0"/>
          </a:p>
        </p:txBody>
      </p:sp>
      <p:sp>
        <p:nvSpPr>
          <p:cNvPr id="74" name="Text 72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$500K a month · ≈ $16K a day · $18M over three years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7" name="Text 75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</a:t>
            </a:r>
            <a:endParaRPr lang="en-US" sz="2200" dirty="0"/>
          </a:p>
        </p:txBody>
      </p:sp>
      <p:sp>
        <p:nvSpPr>
          <p:cNvPr id="78" name="Shape 76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endParaRPr lang="en-US" sz="2200" dirty="0"/>
          </a:p>
        </p:txBody>
      </p:sp>
      <p:sp>
        <p:nvSpPr>
          <p:cNvPr id="81" name="Text 79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4" name="Text 232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5" name="Shape 233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Text 234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7" name="Text 235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38" name="Text 236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240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1" name="Shape 238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2" name="Text 239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3" name="Text 240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4" name="Text 241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5" name="Shape 242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6" name="Text 243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7" name="Text 244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248" name="Text 245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9" name="Shape 246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0" name="Text 247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1" name="Text 248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252" name="Text 249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3" name="Shape 250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4" name="Text 251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5" name="Text 252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$6,000,000</a:t>
            </a:r>
            <a:endParaRPr lang="en-US" sz="1500" dirty="0"/>
          </a:p>
        </p:txBody>
      </p:sp>
      <p:sp>
        <p:nvSpPr>
          <p:cNvPr id="256" name="Text 253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$500K a month · ≈ $16K a day · $18M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$22.5M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5" name="Text 2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6" name="Shape 2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8" name="Text 2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2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2" name="Shape 2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3" name="Text 2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4" name="Text 2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5" name="Text 2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6" name="Shape 2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7" name="Text 2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8" name="Text 2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249" name="Text 2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0" name="Shape 2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1" name="Text 2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2" name="Text 2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253" name="Text 2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4" name="Shape 2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5" name="Text 2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6" name="Text 2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$6,000,000</a:t>
            </a:r>
            <a:endParaRPr lang="en-US" sz="1500" dirty="0"/>
          </a:p>
        </p:txBody>
      </p:sp>
      <p:sp>
        <p:nvSpPr>
          <p:cNvPr id="257" name="Text 2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$500K a month · ≈ $16K a day · $18M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5" name="Text 2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6" name="Shape 2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8" name="Text 2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2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2" name="Shape 2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3" name="Text 2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4" name="Text 2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5" name="Text 2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6" name="Shape 2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7" name="Text 2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8" name="Text 2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249" name="Text 2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0" name="Shape 2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1" name="Text 2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2" name="Text 2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253" name="Text 2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4" name="Shape 2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5" name="Text 2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6" name="Text 2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$6,000,000</a:t>
            </a:r>
            <a:endParaRPr lang="en-US" sz="1500" dirty="0"/>
          </a:p>
        </p:txBody>
      </p:sp>
      <p:sp>
        <p:nvSpPr>
          <p:cNvPr id="257" name="Text 2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$500K a month · ≈ $16K a day · $18M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5" name="Text 2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6" name="Shape 2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8" name="Text 2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2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2" name="Shape 2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3" name="Text 2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4" name="Text 2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5" name="Text 2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6" name="Shape 2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7" name="Text 2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8" name="Text 2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249" name="Text 2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0" name="Shape 2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1" name="Text 2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2" name="Text 2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253" name="Text 2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4" name="Shape 2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5" name="Text 2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6" name="Text 2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$6,000,000</a:t>
            </a:r>
            <a:endParaRPr lang="en-US" sz="1500" dirty="0"/>
          </a:p>
        </p:txBody>
      </p:sp>
      <p:sp>
        <p:nvSpPr>
          <p:cNvPr id="257" name="Text 2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$750K a month · ≈ $25K a day · $27M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5" name="Text 2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6" name="Shape 2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8" name="Text 2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2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2" name="Shape 2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3" name="Text 2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4" name="Text 2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5" name="Text 2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6" name="Shape 2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7" name="Text 2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8" name="Text 2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249" name="Text 2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0" name="Shape 2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1" name="Text 2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2" name="Text 2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253" name="Text 2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4" name="Shape 2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5" name="Text 2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6" name="Text 2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$9,000,000</a:t>
            </a:r>
            <a:endParaRPr lang="en-US" sz="1500" dirty="0"/>
          </a:p>
        </p:txBody>
      </p:sp>
      <p:sp>
        <p:nvSpPr>
          <p:cNvPr id="257" name="Text 2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$750K a month · ≈ $25K a day · $27M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$22.5M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6" name="Text 2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7" name="Shape 2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Text 2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2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3" name="Shape 2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4" name="Text 2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5" name="Text 2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6" name="Text 2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7" name="Shape 2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8" name="Text 2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9" name="Text 2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250" name="Text 2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1" name="Shape 2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2" name="Text 2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3" name="Text 2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254" name="Text 2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5" name="Shape 2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6" name="Text 2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7" name="Text 2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$9,000,000</a:t>
            </a:r>
            <a:endParaRPr lang="en-US" sz="1500" dirty="0"/>
          </a:p>
        </p:txBody>
      </p:sp>
      <p:sp>
        <p:nvSpPr>
          <p:cNvPr id="258" name="Text 2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$750K a month · ≈ $25K a day · $27M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6" name="Text 2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7" name="Shape 2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Text 2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2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3" name="Shape 2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4" name="Text 2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5" name="Text 2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6" name="Text 2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7" name="Shape 2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8" name="Text 2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9" name="Text 2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250" name="Text 2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1" name="Shape 2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2" name="Text 2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3" name="Text 2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254" name="Text 2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5" name="Shape 2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6" name="Text 2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7" name="Text 2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$9,000,000</a:t>
            </a:r>
            <a:endParaRPr lang="en-US" sz="1500" dirty="0"/>
          </a:p>
        </p:txBody>
      </p:sp>
      <p:sp>
        <p:nvSpPr>
          <p:cNvPr id="258" name="Text 2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$750K a month · ≈ $25K a day · $27M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6" name="Text 2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7" name="Shape 2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Text 2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2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3" name="Shape 2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4" name="Text 2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5" name="Text 2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6" name="Text 2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7" name="Shape 2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8" name="Text 2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9" name="Text 2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250" name="Text 2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1" name="Shape 2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2" name="Text 2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3" name="Text 2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254" name="Text 2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5" name="Shape 2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6" name="Text 2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7" name="Text 2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$9,000,000</a:t>
            </a:r>
            <a:endParaRPr lang="en-US" sz="1500" dirty="0"/>
          </a:p>
        </p:txBody>
      </p:sp>
      <p:sp>
        <p:nvSpPr>
          <p:cNvPr id="258" name="Text 2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$1M a month · ≈ $33K a day · $36M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5" name="Text 2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6" name="Shape 2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8" name="Text 2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2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2" name="Shape 2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3" name="Text 2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4" name="Text 2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5" name="Text 2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6" name="Shape 2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7" name="Text 2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8" name="Text 2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249" name="Text 2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0" name="Shape 2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1" name="Text 2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2" name="Text 2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53" name="Text 2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4" name="Shape 2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5" name="Text 2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6" name="Text 2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$12,000,000</a:t>
            </a:r>
            <a:endParaRPr lang="en-US" sz="1500" dirty="0"/>
          </a:p>
        </p:txBody>
      </p:sp>
      <p:sp>
        <p:nvSpPr>
          <p:cNvPr id="257" name="Text 2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$1M a month · ≈ $33K a day · $36M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$22.5M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6" name="Text 2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7" name="Shape 2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Text 2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2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3" name="Shape 2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4" name="Text 2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5" name="Text 2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6" name="Text 2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7" name="Shape 2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8" name="Text 2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9" name="Text 2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250" name="Text 2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1" name="Shape 2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2" name="Text 2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3" name="Text 2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54" name="Text 2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5" name="Shape 2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6" name="Text 2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7" name="Text 2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$12,000,000</a:t>
            </a:r>
            <a:endParaRPr lang="en-US" sz="1500" dirty="0"/>
          </a:p>
        </p:txBody>
      </p:sp>
      <p:sp>
        <p:nvSpPr>
          <p:cNvPr id="258" name="Text 2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3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8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9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1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2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4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$1M a month · ≈ $33K a day · $36M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6" name="Text 2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7" name="Shape 2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Text 2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2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5"/>
          </a:graphicData>
        </a:graphic>
      </p:graphicFrame>
      <p:sp>
        <p:nvSpPr>
          <p:cNvPr id="243" name="Shape 2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4" name="Text 2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5" name="Text 2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6" name="Text 2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7" name="Shape 2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8" name="Text 2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9" name="Text 2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250" name="Text 2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1" name="Shape 2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2" name="Text 2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3" name="Text 2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54" name="Text 2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5" name="Shape 2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6" name="Text 2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7" name="Text 2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$12,000,000</a:t>
            </a:r>
            <a:endParaRPr lang="en-US" sz="1500" dirty="0"/>
          </a:p>
        </p:txBody>
      </p:sp>
      <p:sp>
        <p:nvSpPr>
          <p:cNvPr id="258" name="Text 2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$1M a month · ≈ $33K a day · $36M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6" name="Text 2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7" name="Shape 2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Text 2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2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3" name="Shape 2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4" name="Text 2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5" name="Text 2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6" name="Text 2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7" name="Shape 2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8" name="Text 2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9" name="Text 2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250" name="Text 2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1" name="Shape 2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2" name="Text 2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3" name="Text 2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54" name="Text 2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5" name="Shape 2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6" name="Text 2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7" name="Text 2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$12,000,000</a:t>
            </a:r>
            <a:endParaRPr lang="en-US" sz="1500" dirty="0"/>
          </a:p>
        </p:txBody>
      </p:sp>
      <p:sp>
        <p:nvSpPr>
          <p:cNvPr id="258" name="Text 2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$1.3M a month · ≈ $41K a day · $45M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5" name="Text 2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6" name="Shape 2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8" name="Text 2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2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2" name="Shape 2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3" name="Text 2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4" name="Text 2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5" name="Text 2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6" name="Shape 2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7" name="Text 2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8" name="Text 2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249" name="Text 2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0" name="Shape 2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1" name="Text 2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2" name="Text 2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253" name="Text 2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4" name="Shape 2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5" name="Text 2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6" name="Text 2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$15,000,000</a:t>
            </a:r>
            <a:endParaRPr lang="en-US" sz="1500" dirty="0"/>
          </a:p>
        </p:txBody>
      </p:sp>
      <p:sp>
        <p:nvSpPr>
          <p:cNvPr id="257" name="Text 2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$1.3M a month · ≈ $41K a day · $45M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$22.5M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6" name="Text 2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7" name="Shape 2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Text 2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2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3" name="Shape 2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4" name="Text 2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5" name="Text 2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6" name="Text 2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7" name="Shape 2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8" name="Text 2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9" name="Text 2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250" name="Text 2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1" name="Shape 2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2" name="Text 2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3" name="Text 2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254" name="Text 2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5" name="Shape 2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6" name="Text 2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7" name="Text 2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$15,000,000</a:t>
            </a:r>
            <a:endParaRPr lang="en-US" sz="1500" dirty="0"/>
          </a:p>
        </p:txBody>
      </p:sp>
      <p:sp>
        <p:nvSpPr>
          <p:cNvPr id="258" name="Text 2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$1.3M a month · ≈ $41K a day · $45M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6" name="Text 2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7" name="Shape 2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Text 2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2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3" name="Shape 2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4" name="Text 2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5" name="Text 2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6" name="Text 2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7" name="Shape 2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8" name="Text 2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9" name="Text 2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250" name="Text 2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1" name="Shape 2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2" name="Text 2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3" name="Text 2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254" name="Text 2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5" name="Shape 2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6" name="Text 2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7" name="Text 2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$15,000,000</a:t>
            </a:r>
            <a:endParaRPr lang="en-US" sz="1500" dirty="0"/>
          </a:p>
        </p:txBody>
      </p:sp>
      <p:sp>
        <p:nvSpPr>
          <p:cNvPr id="258" name="Text 2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$1.3M a month · ≈ $41K a day · $45M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6" name="Text 2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7" name="Shape 2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Text 2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2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3" name="Shape 2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4" name="Text 2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5" name="Text 2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6" name="Text 2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7" name="Shape 2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8" name="Text 2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9" name="Text 2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250" name="Text 2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1" name="Shape 2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2" name="Text 2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3" name="Text 2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254" name="Text 2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5" name="Shape 2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6" name="Text 2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7" name="Text 2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$15,000,000</a:t>
            </a:r>
            <a:endParaRPr lang="en-US" sz="1500" dirty="0"/>
          </a:p>
        </p:txBody>
      </p:sp>
      <p:sp>
        <p:nvSpPr>
          <p:cNvPr id="258" name="Text 2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$1M a month · ≈ $33K a day · $36M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5" name="Text 2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6" name="Shape 2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8" name="Text 2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2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2" name="Shape 2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3" name="Text 2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4" name="Text 2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5" name="Text 2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6" name="Shape 2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7" name="Text 2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8" name="Text 2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249" name="Text 2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0" name="Shape 2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1" name="Text 2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2" name="Text 2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253" name="Text 2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4" name="Shape 2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5" name="Text 2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6" name="Text 2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$12,000,000</a:t>
            </a:r>
            <a:endParaRPr lang="en-US" sz="1500" dirty="0"/>
          </a:p>
        </p:txBody>
      </p:sp>
      <p:sp>
        <p:nvSpPr>
          <p:cNvPr id="257" name="Text 2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$1M a month · ≈ $33K a day · $36M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6" name="Text 2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7" name="Shape 2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Text 2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2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3" name="Shape 2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4" name="Text 2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5" name="Text 2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6" name="Text 2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7" name="Shape 2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8" name="Text 2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9" name="Text 2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250" name="Text 2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1" name="Shape 2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2" name="Text 2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3" name="Text 2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254" name="Text 2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5" name="Shape 2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6" name="Text 2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7" name="Text 2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$12,000,000</a:t>
            </a:r>
            <a:endParaRPr lang="en-US" sz="1500" dirty="0"/>
          </a:p>
        </p:txBody>
      </p:sp>
      <p:sp>
        <p:nvSpPr>
          <p:cNvPr id="258" name="Text 2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$1M a month · ≈ $33K a day · $36M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6" name="Text 2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7" name="Shape 2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Text 2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2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3" name="Shape 2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4" name="Text 2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5" name="Text 2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6" name="Text 2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7" name="Shape 2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8" name="Text 2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9" name="Text 2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250" name="Text 2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1" name="Shape 2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2" name="Text 2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3" name="Text 2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254" name="Text 2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5" name="Shape 2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6" name="Text 2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7" name="Text 2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$12,000,000</a:t>
            </a:r>
            <a:endParaRPr lang="en-US" sz="1500" dirty="0"/>
          </a:p>
        </p:txBody>
      </p:sp>
      <p:sp>
        <p:nvSpPr>
          <p:cNvPr id="258" name="Text 2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$1M a month · ≈ $33K a day · $36M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6" name="Text 2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7" name="Shape 2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Text 2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2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3" name="Shape 2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4" name="Text 2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5" name="Text 2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6" name="Text 2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7" name="Shape 2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8" name="Text 2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9" name="Text 2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250" name="Text 2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1" name="Shape 2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2" name="Text 2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3" name="Text 2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254" name="Text 2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5" name="Shape 2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6" name="Text 2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7" name="Text 2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$12,000,000</a:t>
            </a:r>
            <a:endParaRPr lang="en-US" sz="1500" dirty="0"/>
          </a:p>
        </p:txBody>
      </p:sp>
      <p:sp>
        <p:nvSpPr>
          <p:cNvPr id="258" name="Text 2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$1.5M a month · ≈ $49K a day · $54M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6" name="Text 2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7" name="Shape 2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Text 2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2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3" name="Shape 2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4" name="Text 2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5" name="Text 2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6" name="Text 2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7" name="Shape 2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8" name="Text 2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9" name="Text 2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250" name="Text 2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1" name="Shape 2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2" name="Text 2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3" name="Text 2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254" name="Text 2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5" name="Shape 2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6" name="Text 2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7" name="Text 2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$18,000,000</a:t>
            </a:r>
            <a:endParaRPr lang="en-US" sz="1500" dirty="0"/>
          </a:p>
        </p:txBody>
      </p:sp>
      <p:sp>
        <p:nvSpPr>
          <p:cNvPr id="258" name="Text 2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$1.5M a month · ≈ $49K a day · $54M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8" name="Shape 23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Text 23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2" name="Text 24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24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4" name="Shape 24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5" name="Text 24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6" name="Text 24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7" name="Text 24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8" name="Shape 24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9" name="Text 24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50" name="Text 24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251" name="Text 24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2" name="Shape 24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3" name="Text 25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4" name="Text 25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255" name="Text 25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6" name="Shape 25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7" name="Text 25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8" name="Text 25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$18,000,000</a:t>
            </a:r>
            <a:endParaRPr lang="en-US" sz="1500" dirty="0"/>
          </a:p>
        </p:txBody>
      </p:sp>
      <p:sp>
        <p:nvSpPr>
          <p:cNvPr id="259" name="Text 2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$1.5M a month · ≈ $49K a day · $54M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8" name="Shape 23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Text 23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2" name="Text 24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24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4" name="Shape 24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5" name="Text 24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6" name="Text 24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7" name="Text 24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8" name="Shape 24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9" name="Text 24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50" name="Text 24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251" name="Text 24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2" name="Shape 24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3" name="Text 25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4" name="Text 25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255" name="Text 25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6" name="Shape 25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7" name="Text 25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8" name="Text 25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$18,000,000</a:t>
            </a:r>
            <a:endParaRPr lang="en-US" sz="1500" dirty="0"/>
          </a:p>
        </p:txBody>
      </p:sp>
      <p:sp>
        <p:nvSpPr>
          <p:cNvPr id="259" name="Text 2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$1.5M a month · ≈ $49K a day · $54M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8" name="Shape 23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Text 23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2" name="Text 24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24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4" name="Shape 24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5" name="Text 24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6" name="Text 24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7" name="Text 24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8" name="Shape 24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9" name="Text 24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50" name="Text 24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251" name="Text 24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2" name="Shape 24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3" name="Text 25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4" name="Text 25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255" name="Text 25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6" name="Shape 25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7" name="Text 25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8" name="Text 25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$18,000,000</a:t>
            </a:r>
            <a:endParaRPr lang="en-US" sz="1500" dirty="0"/>
          </a:p>
        </p:txBody>
      </p:sp>
      <p:sp>
        <p:nvSpPr>
          <p:cNvPr id="259" name="Text 2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$2M a month · ≈ $66K a day · $72M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6" name="Text 2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7" name="Shape 2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Text 2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2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3" name="Shape 2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4" name="Text 2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5" name="Text 2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6" name="Text 2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7" name="Shape 2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8" name="Text 2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9" name="Text 2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250" name="Text 2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1" name="Shape 2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2" name="Text 2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3" name="Text 2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54" name="Text 2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5" name="Shape 2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6" name="Text 2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7" name="Text 2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$24,000,000</a:t>
            </a:r>
            <a:endParaRPr lang="en-US" sz="1500" dirty="0"/>
          </a:p>
        </p:txBody>
      </p:sp>
      <p:sp>
        <p:nvSpPr>
          <p:cNvPr id="258" name="Text 2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$2M a month · ≈ $66K a day · $72M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8" name="Shape 23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Text 23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2" name="Text 24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24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4" name="Shape 24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5" name="Text 24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6" name="Text 24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7" name="Text 24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8" name="Shape 24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9" name="Text 24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50" name="Text 24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251" name="Text 24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2" name="Shape 24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3" name="Text 25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4" name="Text 25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55" name="Text 25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6" name="Shape 25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7" name="Text 25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8" name="Text 25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$24,000,000</a:t>
            </a:r>
            <a:endParaRPr lang="en-US" sz="1500" dirty="0"/>
          </a:p>
        </p:txBody>
      </p:sp>
      <p:sp>
        <p:nvSpPr>
          <p:cNvPr id="259" name="Text 2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3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8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9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1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2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4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$2M a month · ≈ $66K a day · $72M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8" name="Shape 23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Text 23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2" name="Text 24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24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5"/>
          </a:graphicData>
        </a:graphic>
      </p:graphicFrame>
      <p:sp>
        <p:nvSpPr>
          <p:cNvPr id="244" name="Shape 24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5" name="Text 24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6" name="Text 24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7" name="Text 24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8" name="Shape 24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9" name="Text 24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50" name="Text 24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251" name="Text 24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2" name="Shape 24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3" name="Text 25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4" name="Text 25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55" name="Text 25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6" name="Shape 25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7" name="Text 25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8" name="Text 25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$24,000,000</a:t>
            </a:r>
            <a:endParaRPr lang="en-US" sz="1500" dirty="0"/>
          </a:p>
        </p:txBody>
      </p:sp>
      <p:sp>
        <p:nvSpPr>
          <p:cNvPr id="259" name="Text 2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$2M a month · ≈ $66K a day · $72M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8" name="Shape 23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Text 23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2" name="Text 24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24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4" name="Shape 24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5" name="Text 24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6" name="Text 24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7" name="Text 24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8" name="Shape 24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9" name="Text 24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50" name="Text 24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251" name="Text 24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2" name="Shape 24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3" name="Text 25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4" name="Text 25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55" name="Text 25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6" name="Shape 25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7" name="Text 25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8" name="Text 25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$24,000,000</a:t>
            </a:r>
            <a:endParaRPr lang="en-US" sz="1500" dirty="0"/>
          </a:p>
        </p:txBody>
      </p:sp>
      <p:sp>
        <p:nvSpPr>
          <p:cNvPr id="259" name="Text 2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$2.5M a month · ≈ $82K a day · $90M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6" name="Text 2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7" name="Shape 2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Text 2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2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3" name="Shape 2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4" name="Text 2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5" name="Text 2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6" name="Text 2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7" name="Shape 2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8" name="Text 2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9" name="Text 2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250" name="Text 2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1" name="Shape 2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2" name="Text 2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3" name="Text 2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254" name="Text 2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5" name="Shape 2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6" name="Text 2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7" name="Text 2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$30,000,000</a:t>
            </a:r>
            <a:endParaRPr lang="en-US" sz="1500" dirty="0"/>
          </a:p>
        </p:txBody>
      </p:sp>
      <p:sp>
        <p:nvSpPr>
          <p:cNvPr id="258" name="Text 2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$2.5M a month · ≈ $82K a day · $90M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8" name="Shape 23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Text 23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2" name="Text 24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24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4" name="Shape 24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5" name="Text 24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6" name="Text 24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7" name="Text 24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8" name="Shape 24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9" name="Text 24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50" name="Text 24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251" name="Text 24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2" name="Shape 24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3" name="Text 25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4" name="Text 25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255" name="Text 25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6" name="Shape 25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7" name="Text 25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8" name="Text 25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$30,000,000</a:t>
            </a:r>
            <a:endParaRPr lang="en-US" sz="1500" dirty="0"/>
          </a:p>
        </p:txBody>
      </p:sp>
      <p:sp>
        <p:nvSpPr>
          <p:cNvPr id="259" name="Text 2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$2.5M a month · ≈ $82K a day · $90M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8" name="Shape 23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Text 23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2" name="Text 24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24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4" name="Shape 24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5" name="Text 24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6" name="Text 24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7" name="Text 24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8" name="Shape 24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9" name="Text 24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50" name="Text 24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251" name="Text 24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2" name="Shape 24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3" name="Text 25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4" name="Text 25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255" name="Text 25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6" name="Shape 25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7" name="Text 25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8" name="Text 25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$30,000,000</a:t>
            </a:r>
            <a:endParaRPr lang="en-US" sz="1500" dirty="0"/>
          </a:p>
        </p:txBody>
      </p:sp>
      <p:sp>
        <p:nvSpPr>
          <p:cNvPr id="259" name="Text 2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$2.5M a month · ≈ $82K a day · $90M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8" name="Shape 23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Text 23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2" name="Text 24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24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4" name="Shape 24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5" name="Text 24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6" name="Text 24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7" name="Text 24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8" name="Shape 24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9" name="Text 24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50" name="Text 24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251" name="Text 24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2" name="Shape 24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3" name="Text 25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4" name="Text 25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255" name="Text 25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6" name="Shape 25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7" name="Text 25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8" name="Text 25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$30,000,000</a:t>
            </a:r>
            <a:endParaRPr lang="en-US" sz="1500" dirty="0"/>
          </a:p>
        </p:txBody>
      </p:sp>
      <p:sp>
        <p:nvSpPr>
          <p:cNvPr id="259" name="Text 2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$1.5M a month · ≈ $49K a day · $54M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5" name="Text 2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6" name="Shape 2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8" name="Text 2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2" name="Shape 2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3" name="Text 2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4" name="Text 2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5" name="Text 2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6" name="Shape 2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7" name="Text 2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8" name="Text 2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49" name="Text 2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0" name="Shape 2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1" name="Text 2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2" name="Text 2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253" name="Text 2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4" name="Shape 2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5" name="Text 2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6" name="Text 2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$18,000,000</a:t>
            </a:r>
            <a:endParaRPr lang="en-US" sz="1500" dirty="0"/>
          </a:p>
        </p:txBody>
      </p:sp>
      <p:sp>
        <p:nvSpPr>
          <p:cNvPr id="257" name="Text 2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$1.5M a month · ≈ $49K a day · $54M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$67.5M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6" name="Text 2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7" name="Shape 2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Text 2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3" name="Shape 2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4" name="Text 2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5" name="Text 2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6" name="Text 2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7" name="Shape 2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8" name="Text 2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9" name="Text 2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50" name="Text 2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1" name="Shape 2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2" name="Text 2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3" name="Text 2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254" name="Text 2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5" name="Shape 2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6" name="Text 2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7" name="Text 2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$18,000,000</a:t>
            </a:r>
            <a:endParaRPr lang="en-US" sz="1500" dirty="0"/>
          </a:p>
        </p:txBody>
      </p:sp>
      <p:sp>
        <p:nvSpPr>
          <p:cNvPr id="258" name="Text 2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3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1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2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4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$1.5M a month · ≈ $49K a day · $54M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6" name="Text 2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7" name="Shape 2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Text 2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5"/>
          </a:graphicData>
        </a:graphic>
      </p:graphicFrame>
      <p:sp>
        <p:nvSpPr>
          <p:cNvPr id="243" name="Shape 2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4" name="Text 2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5" name="Text 2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6" name="Text 2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7" name="Shape 2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8" name="Text 2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9" name="Text 2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50" name="Text 2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1" name="Shape 2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2" name="Text 2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3" name="Text 2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254" name="Text 2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5" name="Shape 2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6" name="Text 2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7" name="Text 2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$18,000,000</a:t>
            </a:r>
            <a:endParaRPr lang="en-US" sz="1500" dirty="0"/>
          </a:p>
        </p:txBody>
      </p:sp>
      <p:sp>
        <p:nvSpPr>
          <p:cNvPr id="258" name="Text 2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$1.5M a month · ≈ $49K a day · $54M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$135M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6" name="Text 2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7" name="Shape 2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Text 2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3" name="Shape 2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4" name="Text 2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5" name="Text 2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6" name="Text 2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7" name="Shape 2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8" name="Text 2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9" name="Text 2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50" name="Text 2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1" name="Shape 2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2" name="Text 2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3" name="Text 2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254" name="Text 2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5" name="Shape 2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6" name="Text 2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7" name="Text 2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$18,000,000</a:t>
            </a:r>
            <a:endParaRPr lang="en-US" sz="1500" dirty="0"/>
          </a:p>
        </p:txBody>
      </p:sp>
      <p:sp>
        <p:nvSpPr>
          <p:cNvPr id="258" name="Text 2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$27M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$2.3M a month · ≈ $74K a day · $81M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6" name="Text 2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7" name="Shape 2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Text 2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$27M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3" name="Shape 2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4" name="Text 2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5" name="Text 2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6" name="Text 2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7" name="Shape 2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8" name="Text 2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9" name="Text 2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50" name="Text 2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1" name="Shape 2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2" name="Text 2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3" name="Text 2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254" name="Text 2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5" name="Shape 2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6" name="Text 2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7" name="Text 2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$27,000,000</a:t>
            </a:r>
            <a:endParaRPr lang="en-US" sz="1500" dirty="0"/>
          </a:p>
        </p:txBody>
      </p:sp>
      <p:sp>
        <p:nvSpPr>
          <p:cNvPr id="258" name="Text 2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$27M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$2.3M a month · ≈ $74K a day · $81M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$67.5M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8" name="Shape 23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Text 23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2" name="Text 24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$27M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4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4" name="Shape 24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5" name="Text 24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6" name="Text 24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7" name="Text 24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8" name="Shape 24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9" name="Text 24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50" name="Text 24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51" name="Text 24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2" name="Shape 24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3" name="Text 25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4" name="Text 25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255" name="Text 25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6" name="Shape 25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7" name="Text 25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8" name="Text 25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$27,000,000</a:t>
            </a:r>
            <a:endParaRPr lang="en-US" sz="1500" dirty="0"/>
          </a:p>
        </p:txBody>
      </p:sp>
      <p:sp>
        <p:nvSpPr>
          <p:cNvPr id="259" name="Text 2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3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1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2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4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$27M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$2.3M a month · ≈ $74K a day · $81M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8" name="Shape 23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Text 23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2" name="Text 24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$27M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4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5"/>
          </a:graphicData>
        </a:graphic>
      </p:graphicFrame>
      <p:sp>
        <p:nvSpPr>
          <p:cNvPr id="244" name="Shape 24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5" name="Text 24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6" name="Text 24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7" name="Text 24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8" name="Shape 24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9" name="Text 24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50" name="Text 24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51" name="Text 24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2" name="Shape 24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3" name="Text 25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4" name="Text 25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255" name="Text 25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6" name="Shape 25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7" name="Text 25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8" name="Text 25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$27,000,000</a:t>
            </a:r>
            <a:endParaRPr lang="en-US" sz="1500" dirty="0"/>
          </a:p>
        </p:txBody>
      </p:sp>
      <p:sp>
        <p:nvSpPr>
          <p:cNvPr id="259" name="Text 2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$27M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$2.3M a month · ≈ $74K a day · $81M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$135M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8" name="Shape 23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Text 23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2" name="Text 24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$27M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4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4" name="Shape 24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5" name="Text 24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6" name="Text 24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7" name="Text 24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8" name="Shape 24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9" name="Text 24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50" name="Text 24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51" name="Text 24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2" name="Shape 24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3" name="Text 25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4" name="Text 25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255" name="Text 25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6" name="Shape 25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7" name="Text 25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8" name="Text 25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$27,000,000</a:t>
            </a:r>
            <a:endParaRPr lang="en-US" sz="1500" dirty="0"/>
          </a:p>
        </p:txBody>
      </p:sp>
      <p:sp>
        <p:nvSpPr>
          <p:cNvPr id="259" name="Text 2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3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4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$3M a month · ≈ $99K a day · $108M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6" name="Text 2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7" name="Shape 2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Text 2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5"/>
          </a:graphicData>
        </a:graphic>
      </p:graphicFrame>
      <p:sp>
        <p:nvSpPr>
          <p:cNvPr id="243" name="Shape 2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4" name="Text 2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5" name="Text 2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6" name="Text 2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7" name="Shape 2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8" name="Text 2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9" name="Text 2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50" name="Text 2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1" name="Shape 2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2" name="Text 2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3" name="Text 2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54" name="Text 2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5" name="Shape 2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6" name="Text 2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7" name="Text 2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$36,000,000</a:t>
            </a:r>
            <a:endParaRPr lang="en-US" sz="1500" dirty="0"/>
          </a:p>
        </p:txBody>
      </p:sp>
      <p:sp>
        <p:nvSpPr>
          <p:cNvPr id="258" name="Text 2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3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4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$3M a month · ≈ $99K a day · $108M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$67.5M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8" name="Shape 23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Text 23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2" name="Text 24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4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5"/>
          </a:graphicData>
        </a:graphic>
      </p:graphicFrame>
      <p:sp>
        <p:nvSpPr>
          <p:cNvPr id="244" name="Shape 24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5" name="Text 24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6" name="Text 24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7" name="Text 24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8" name="Shape 24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9" name="Text 24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50" name="Text 24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51" name="Text 24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2" name="Shape 24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3" name="Text 25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4" name="Text 25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55" name="Text 25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6" name="Shape 25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7" name="Text 25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8" name="Text 25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$36,000,000</a:t>
            </a:r>
            <a:endParaRPr lang="en-US" sz="1500" dirty="0"/>
          </a:p>
        </p:txBody>
      </p:sp>
      <p:sp>
        <p:nvSpPr>
          <p:cNvPr id="259" name="Text 2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>
            <a:hlinkClick r:id="rId3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$3M a month · ≈ $99K a day · $108M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$135M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8" name="Shape 23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Text 23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2" name="Text 24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4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5"/>
          </a:graphicData>
        </a:graphic>
      </p:graphicFrame>
      <p:sp>
        <p:nvSpPr>
          <p:cNvPr id="244" name="Shape 24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5" name="Text 24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6" name="Text 24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7" name="Text 24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8" name="Shape 24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9" name="Text 24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50" name="Text 24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51" name="Text 24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2" name="Shape 24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3" name="Text 25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4" name="Text 25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55" name="Text 25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6" name="Shape 25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7" name="Text 25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8" name="Text 25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$36,000,000</a:t>
            </a:r>
            <a:endParaRPr lang="en-US" sz="1500" dirty="0"/>
          </a:p>
        </p:txBody>
      </p:sp>
      <p:sp>
        <p:nvSpPr>
          <p:cNvPr id="259" name="Text 2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$3.8M a month · ≈ $123K a day · $135M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6" name="Text 2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7" name="Shape 2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Text 2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3" name="Shape 2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4" name="Text 2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5" name="Text 2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6" name="Text 2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7" name="Shape 2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8" name="Text 2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9" name="Text 2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50" name="Text 2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1" name="Shape 2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2" name="Text 2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3" name="Text 2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254" name="Text 2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5" name="Shape 2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6" name="Text 2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7" name="Text 2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$45,000,000</a:t>
            </a:r>
            <a:endParaRPr lang="en-US" sz="1500" dirty="0"/>
          </a:p>
        </p:txBody>
      </p:sp>
      <p:sp>
        <p:nvSpPr>
          <p:cNvPr id="258" name="Text 2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$3.8M a month · ≈ $123K a day · $135M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$67.5M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8" name="Shape 23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Text 23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2" name="Text 24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4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4" name="Shape 24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5" name="Text 24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6" name="Text 24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7" name="Text 24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8" name="Shape 24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9" name="Text 24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50" name="Text 24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51" name="Text 24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2" name="Shape 24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3" name="Text 25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4" name="Text 25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255" name="Text 25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6" name="Shape 25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7" name="Text 25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8" name="Text 25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$45,000,000</a:t>
            </a:r>
            <a:endParaRPr lang="en-US" sz="1500" dirty="0"/>
          </a:p>
        </p:txBody>
      </p:sp>
      <p:sp>
        <p:nvSpPr>
          <p:cNvPr id="259" name="Text 2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3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2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4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$3.8M a month · ≈ $123K a day · $135M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8" name="Shape 23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Text 23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2" name="Text 24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4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5"/>
          </a:graphicData>
        </a:graphic>
      </p:graphicFrame>
      <p:sp>
        <p:nvSpPr>
          <p:cNvPr id="244" name="Shape 24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5" name="Text 24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6" name="Text 24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7" name="Text 24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8" name="Shape 24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9" name="Text 24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50" name="Text 24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51" name="Text 24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2" name="Shape 24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3" name="Text 25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4" name="Text 25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255" name="Text 25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6" name="Shape 25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7" name="Text 25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8" name="Text 25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$45,000,000</a:t>
            </a:r>
            <a:endParaRPr lang="en-US" sz="1500" dirty="0"/>
          </a:p>
        </p:txBody>
      </p:sp>
      <p:sp>
        <p:nvSpPr>
          <p:cNvPr id="259" name="Text 2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8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$3.8M a month · ≈ $123K a day · $135M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$135M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8" name="Shape 23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Text 23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2" name="Text 24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4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4" name="Shape 24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5" name="Text 24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6" name="Text 24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7" name="Text 24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8" name="Shape 24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9" name="Text 24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50" name="Text 24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51" name="Text 24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2" name="Shape 24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3" name="Text 25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4" name="Text 25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255" name="Text 25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6" name="Shape 25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7" name="Text 25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8" name="Text 25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$45,000,000</a:t>
            </a:r>
            <a:endParaRPr lang="en-US" sz="1500" dirty="0"/>
          </a:p>
        </p:txBody>
      </p:sp>
      <p:sp>
        <p:nvSpPr>
          <p:cNvPr id="259" name="Text 2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8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$2M a month · ≈ $66K a day · $72M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5" name="Text 23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6" name="Shape 23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8" name="Text 23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24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2" name="Shape 23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3" name="Text 24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4" name="Text 24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5" name="Text 24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6" name="Shape 24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7" name="Text 24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8" name="Text 24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249" name="Text 24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0" name="Shape 24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1" name="Text 24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2" name="Text 24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253" name="Text 25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4" name="Shape 25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5" name="Text 25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6" name="Text 25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$24,000,000</a:t>
            </a:r>
            <a:endParaRPr lang="en-US" sz="1500" dirty="0"/>
          </a:p>
        </p:txBody>
      </p:sp>
      <p:sp>
        <p:nvSpPr>
          <p:cNvPr id="257" name="Text 25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8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$2M a month · ≈ $66K a day · $72M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6" name="Text 2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7" name="Shape 2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Text 2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2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3" name="Shape 2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4" name="Text 2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5" name="Text 2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6" name="Text 2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7" name="Shape 2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8" name="Text 2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9" name="Text 2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250" name="Text 2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1" name="Shape 2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2" name="Text 2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3" name="Text 2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254" name="Text 2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5" name="Shape 2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6" name="Text 2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7" name="Text 2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$24,000,000</a:t>
            </a:r>
            <a:endParaRPr lang="en-US" sz="1500" dirty="0"/>
          </a:p>
        </p:txBody>
      </p:sp>
      <p:sp>
        <p:nvSpPr>
          <p:cNvPr id="258" name="Text 2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8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$2M a month · ≈ $66K a day · $72M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6" name="Text 2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7" name="Shape 2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Text 2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2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3" name="Shape 2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4" name="Text 2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5" name="Text 2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6" name="Text 2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7" name="Shape 2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8" name="Text 2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9" name="Text 2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250" name="Text 2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1" name="Shape 2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2" name="Text 2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3" name="Text 2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254" name="Text 2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5" name="Shape 2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6" name="Text 2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7" name="Text 2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$24,000,000</a:t>
            </a:r>
            <a:endParaRPr lang="en-US" sz="1500" dirty="0"/>
          </a:p>
        </p:txBody>
      </p:sp>
      <p:sp>
        <p:nvSpPr>
          <p:cNvPr id="258" name="Text 2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8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$2M a month · ≈ $66K a day · $72M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6" name="Text 2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7" name="Shape 2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Text 2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2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3" name="Shape 2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4" name="Text 2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5" name="Text 2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6" name="Text 2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7" name="Shape 2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8" name="Text 2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9" name="Text 2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250" name="Text 2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1" name="Shape 2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2" name="Text 2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3" name="Text 2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254" name="Text 2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5" name="Shape 2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6" name="Text 2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7" name="Text 2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$24,000,000</a:t>
            </a:r>
            <a:endParaRPr lang="en-US" sz="1500" dirty="0"/>
          </a:p>
        </p:txBody>
      </p:sp>
      <p:sp>
        <p:nvSpPr>
          <p:cNvPr id="258" name="Text 2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8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$3M a month · ≈ $99K a day · $108M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6" name="Text 2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7" name="Shape 2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Text 2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2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3" name="Shape 2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4" name="Text 2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5" name="Text 2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6" name="Text 2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7" name="Shape 2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8" name="Text 2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9" name="Text 2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250" name="Text 2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1" name="Shape 2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2" name="Text 2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3" name="Text 2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254" name="Text 2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5" name="Shape 2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6" name="Text 2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7" name="Text 2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$36,000,000</a:t>
            </a:r>
            <a:endParaRPr lang="en-US" sz="1500" dirty="0"/>
          </a:p>
        </p:txBody>
      </p:sp>
      <p:sp>
        <p:nvSpPr>
          <p:cNvPr id="258" name="Text 2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8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$3M a month · ≈ $99K a day · $108M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8" name="Shape 23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Text 23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2" name="Text 24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24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4" name="Shape 24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5" name="Text 24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6" name="Text 24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7" name="Text 24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8" name="Shape 24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9" name="Text 24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50" name="Text 24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251" name="Text 24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2" name="Shape 24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3" name="Text 25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4" name="Text 25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255" name="Text 25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6" name="Shape 25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7" name="Text 25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8" name="Text 25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$36,000,000</a:t>
            </a:r>
            <a:endParaRPr lang="en-US" sz="1500" dirty="0"/>
          </a:p>
        </p:txBody>
      </p:sp>
      <p:sp>
        <p:nvSpPr>
          <p:cNvPr id="259" name="Text 2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8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$3M a month · ≈ $99K a day · $108M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8" name="Shape 23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Text 23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2" name="Text 24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24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4" name="Shape 24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5" name="Text 24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6" name="Text 24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7" name="Text 24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8" name="Shape 24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9" name="Text 24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50" name="Text 24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251" name="Text 24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2" name="Shape 24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3" name="Text 25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4" name="Text 25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255" name="Text 25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6" name="Shape 25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7" name="Text 25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8" name="Text 25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$36,000,000</a:t>
            </a:r>
            <a:endParaRPr lang="en-US" sz="1500" dirty="0"/>
          </a:p>
        </p:txBody>
      </p:sp>
      <p:sp>
        <p:nvSpPr>
          <p:cNvPr id="259" name="Text 2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8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$3M a month · ≈ $99K a day · $108M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8" name="Shape 23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Text 23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2" name="Text 24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24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4" name="Shape 24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5" name="Text 24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6" name="Text 24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7" name="Text 24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8" name="Shape 24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9" name="Text 24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50" name="Text 24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251" name="Text 24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2" name="Shape 24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3" name="Text 25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4" name="Text 25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255" name="Text 25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6" name="Shape 25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7" name="Text 25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8" name="Text 25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$36,000,000</a:t>
            </a:r>
            <a:endParaRPr lang="en-US" sz="1500" dirty="0"/>
          </a:p>
        </p:txBody>
      </p:sp>
      <p:sp>
        <p:nvSpPr>
          <p:cNvPr id="259" name="Text 2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8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$4M a month · ≈ $132K a day · $144M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6" name="Text 2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7" name="Shape 2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Text 2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2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3" name="Shape 2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4" name="Text 2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5" name="Text 2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6" name="Text 2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7" name="Shape 2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8" name="Text 2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9" name="Text 2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250" name="Text 2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1" name="Shape 2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2" name="Text 2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3" name="Text 2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54" name="Text 2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5" name="Shape 2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6" name="Text 2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7" name="Text 2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$48,000,000</a:t>
            </a:r>
            <a:endParaRPr lang="en-US" sz="1500" dirty="0"/>
          </a:p>
        </p:txBody>
      </p:sp>
      <p:sp>
        <p:nvSpPr>
          <p:cNvPr id="258" name="Text 2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9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$4M a month · ≈ $132K a day · $144M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8" name="Shape 23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Text 23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2" name="Text 24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24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4" name="Shape 24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5" name="Text 24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6" name="Text 24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7" name="Text 24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8" name="Shape 24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9" name="Text 24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50" name="Text 24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251" name="Text 24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2" name="Shape 24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3" name="Text 25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4" name="Text 25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55" name="Text 25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6" name="Shape 25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7" name="Text 25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8" name="Text 25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$48,000,000</a:t>
            </a:r>
            <a:endParaRPr lang="en-US" sz="1500" dirty="0"/>
          </a:p>
        </p:txBody>
      </p:sp>
      <p:sp>
        <p:nvSpPr>
          <p:cNvPr id="259" name="Text 2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9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3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9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1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2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4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$4M a month · ≈ $132K a day · $144M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8" name="Shape 23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Text 23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2" name="Text 24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24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5"/>
          </a:graphicData>
        </a:graphic>
      </p:graphicFrame>
      <p:sp>
        <p:nvSpPr>
          <p:cNvPr id="244" name="Shape 24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5" name="Text 24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6" name="Text 24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7" name="Text 24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8" name="Shape 24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9" name="Text 24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50" name="Text 24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251" name="Text 24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2" name="Shape 24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3" name="Text 25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4" name="Text 25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55" name="Text 25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6" name="Shape 25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7" name="Text 25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8" name="Text 25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$48,000,000</a:t>
            </a:r>
            <a:endParaRPr lang="en-US" sz="1500" dirty="0"/>
          </a:p>
        </p:txBody>
      </p:sp>
      <p:sp>
        <p:nvSpPr>
          <p:cNvPr id="259" name="Text 2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9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$4M a month · ≈ $132K a day · $144M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8" name="Shape 23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Text 23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2" name="Text 24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24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4" name="Shape 24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5" name="Text 24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6" name="Text 24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7" name="Text 24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8" name="Shape 24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9" name="Text 24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50" name="Text 24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251" name="Text 24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2" name="Shape 24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3" name="Text 25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4" name="Text 25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55" name="Text 25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6" name="Shape 25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7" name="Text 25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8" name="Text 25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$48,000,000</a:t>
            </a:r>
            <a:endParaRPr lang="en-US" sz="1500" dirty="0"/>
          </a:p>
        </p:txBody>
      </p:sp>
      <p:sp>
        <p:nvSpPr>
          <p:cNvPr id="259" name="Text 2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9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$5M a month · ≈ $164K a day · $180M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6" name="Text 23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7" name="Shape 23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Text 23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39" name="Text 23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24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3" name="Shape 24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4" name="Text 24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5" name="Text 24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6" name="Text 24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7" name="Shape 24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8" name="Text 24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49" name="Text 24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250" name="Text 24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1" name="Shape 24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2" name="Text 24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3" name="Text 25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254" name="Text 25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5" name="Shape 25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6" name="Text 25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7" name="Text 25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$60,000,000</a:t>
            </a:r>
            <a:endParaRPr lang="en-US" sz="1500" dirty="0"/>
          </a:p>
        </p:txBody>
      </p:sp>
      <p:sp>
        <p:nvSpPr>
          <p:cNvPr id="258" name="Text 25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9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$5M a month · ≈ $164K a day · $180M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8" name="Shape 23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Text 23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2" name="Text 24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24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4" name="Shape 24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5" name="Text 24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6" name="Text 24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7" name="Text 24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8" name="Shape 24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9" name="Text 24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50" name="Text 24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251" name="Text 24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2" name="Shape 24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3" name="Text 25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4" name="Text 25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255" name="Text 25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6" name="Shape 25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7" name="Text 25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8" name="Text 25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$60,000,000</a:t>
            </a:r>
            <a:endParaRPr lang="en-US" sz="1500" dirty="0"/>
          </a:p>
        </p:txBody>
      </p:sp>
      <p:sp>
        <p:nvSpPr>
          <p:cNvPr id="259" name="Text 2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9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$5M a month · ≈ $164K a day · $180M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8" name="Shape 23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Text 23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2" name="Text 24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24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4" name="Shape 24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5" name="Text 24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6" name="Text 24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7" name="Text 24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8" name="Shape 24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9" name="Text 24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50" name="Text 24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251" name="Text 24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2" name="Shape 24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3" name="Text 25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4" name="Text 25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255" name="Text 25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6" name="Shape 25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7" name="Text 25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8" name="Text 25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$60,000,000</a:t>
            </a:r>
            <a:endParaRPr lang="en-US" sz="1500" dirty="0"/>
          </a:p>
        </p:txBody>
      </p:sp>
      <p:sp>
        <p:nvSpPr>
          <p:cNvPr id="259" name="Text 2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9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8762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25696" y="22860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2" name="Shape 20">
            <a:hlinkClick r:id="rId6" action="ppaction://hlinksldjump" tooltip="Annual ED encounters: 200,000"/>
          </p:cNvPr>
          <p:cNvSpPr/>
          <p:nvPr/>
        </p:nvSpPr>
        <p:spPr>
          <a:xfrm>
            <a:off x="41148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$5M a month · ≈ $164K a day · $180M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37" name="Text 23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38" name="Shape 23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Text 23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40" name="Text 23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41" name="Text 23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42" name="Text 24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24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44" name="Shape 24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5" name="Text 24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46" name="Text 24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47" name="Text 24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48" name="Shape 24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49" name="Text 24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50" name="Text 24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251" name="Text 24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52" name="Shape 24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53" name="Text 25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54" name="Text 25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255" name="Text 25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56" name="Shape 25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57" name="Text 25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58" name="Text 25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$60,000,000</a:t>
            </a:r>
            <a:endParaRPr lang="en-US" sz="1500" dirty="0"/>
          </a:p>
        </p:txBody>
      </p:sp>
      <p:sp>
        <p:nvSpPr>
          <p:cNvPr id="259" name="Text 2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9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3" name="Text 71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endParaRPr lang="en-US" sz="4600" dirty="0"/>
          </a:p>
        </p:txBody>
      </p:sp>
      <p:sp>
        <p:nvSpPr>
          <p:cNvPr id="74" name="Text 72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$667K a month · ≈ $22K a day · $24M over three years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7" name="Text 75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78" name="Shape 76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endParaRPr lang="en-US" sz="2200" dirty="0"/>
          </a:p>
        </p:txBody>
      </p:sp>
      <p:sp>
        <p:nvSpPr>
          <p:cNvPr id="81" name="Text 79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4" name="Text 282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5" name="Shape 283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6" name="Text 284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7" name="Text 285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88" name="Text 286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290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1" name="Shape 288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2" name="Text 289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3" name="Text 290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4" name="Text 291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5" name="Shape 292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6" name="Text 293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7" name="Text 294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298" name="Text 295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9" name="Shape 296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0" name="Text 297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1" name="Text 298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302" name="Text 299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3" name="Shape 300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4" name="Text 301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5" name="Text 302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$8,000,000</a:t>
            </a:r>
            <a:endParaRPr lang="en-US" sz="1500" dirty="0"/>
          </a:p>
        </p:txBody>
      </p:sp>
      <p:sp>
        <p:nvSpPr>
          <p:cNvPr id="306" name="Text 303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9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$667K a month · ≈ $22K a day · $24M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5" name="Text 28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6" name="Shape 28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8" name="Text 28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29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2" name="Shape 28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3" name="Text 29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4" name="Text 29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5" name="Text 29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6" name="Shape 29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7" name="Text 29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8" name="Text 29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299" name="Text 29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0" name="Shape 29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1" name="Text 29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2" name="Text 29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303" name="Text 30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4" name="Shape 30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5" name="Text 30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6" name="Text 30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$8,000,000</a:t>
            </a:r>
            <a:endParaRPr lang="en-US" sz="1500" dirty="0"/>
          </a:p>
        </p:txBody>
      </p:sp>
      <p:sp>
        <p:nvSpPr>
          <p:cNvPr id="307" name="Text 30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9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$667K a month · ≈ $22K a day · $24M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5" name="Text 28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6" name="Shape 28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8" name="Text 28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29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2" name="Shape 28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3" name="Text 29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4" name="Text 29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5" name="Text 29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6" name="Shape 29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7" name="Text 29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8" name="Text 29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299" name="Text 29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0" name="Shape 29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1" name="Text 29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2" name="Text 29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303" name="Text 30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4" name="Shape 30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5" name="Text 30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6" name="Text 30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$8,000,000</a:t>
            </a:r>
            <a:endParaRPr lang="en-US" sz="1500" dirty="0"/>
          </a:p>
        </p:txBody>
      </p:sp>
      <p:sp>
        <p:nvSpPr>
          <p:cNvPr id="307" name="Text 30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0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6" name="Shape 54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$667K a month · ≈ $22K a day · $24M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5" name="Text 28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6" name="Shape 28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8" name="Text 28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29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2" name="Shape 28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3" name="Text 29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4" name="Text 29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5" name="Text 29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6" name="Shape 29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7" name="Text 29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8" name="Text 29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299" name="Text 29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0" name="Shape 29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1" name="Text 29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2" name="Text 29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303" name="Text 30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4" name="Shape 30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5" name="Text 30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6" name="Text 30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$8,000,000</a:t>
            </a:r>
            <a:endParaRPr lang="en-US" sz="1500" dirty="0"/>
          </a:p>
        </p:txBody>
      </p:sp>
      <p:sp>
        <p:nvSpPr>
          <p:cNvPr id="307" name="Text 30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$1M a month · ≈ $33K a day · $36M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5" name="Text 28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6" name="Shape 28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8" name="Text 28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29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2" name="Shape 28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3" name="Text 29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4" name="Text 29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5" name="Text 29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6" name="Shape 29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7" name="Text 29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8" name="Text 29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299" name="Text 29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0" name="Shape 29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1" name="Text 29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2" name="Text 29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303" name="Text 30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4" name="Shape 30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5" name="Text 30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6" name="Text 30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$12,000,000</a:t>
            </a:r>
            <a:endParaRPr lang="en-US" sz="1500" dirty="0"/>
          </a:p>
        </p:txBody>
      </p:sp>
      <p:sp>
        <p:nvSpPr>
          <p:cNvPr id="307" name="Text 30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$1M a month · ≈ $33K a day · $36M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6" name="Text 2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7" name="Shape 2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8" name="Text 2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2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3" name="Shape 2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4" name="Text 2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5" name="Text 2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6" name="Text 2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7" name="Shape 2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8" name="Text 2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9" name="Text 2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300" name="Text 2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1" name="Shape 2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2" name="Text 2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3" name="Text 3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304" name="Text 3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5" name="Shape 3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6" name="Text 3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7" name="Text 3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$12,000,000</a:t>
            </a:r>
            <a:endParaRPr lang="en-US" sz="1500" dirty="0"/>
          </a:p>
        </p:txBody>
      </p:sp>
      <p:sp>
        <p:nvSpPr>
          <p:cNvPr id="308" name="Text 3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$1M a month · ≈ $33K a day · $36M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6" name="Text 2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7" name="Shape 2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8" name="Text 2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2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3" name="Shape 2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4" name="Text 2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5" name="Text 2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6" name="Text 2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7" name="Shape 2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8" name="Text 2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9" name="Text 2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300" name="Text 2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1" name="Shape 2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2" name="Text 2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3" name="Text 3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304" name="Text 3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5" name="Shape 3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6" name="Text 3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7" name="Text 3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$12,000,000</a:t>
            </a:r>
            <a:endParaRPr lang="en-US" sz="1500" dirty="0"/>
          </a:p>
        </p:txBody>
      </p:sp>
      <p:sp>
        <p:nvSpPr>
          <p:cNvPr id="308" name="Text 3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$1M a month · ≈ $33K a day · $36M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6" name="Text 2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7" name="Shape 2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8" name="Text 2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2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3" name="Shape 2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4" name="Text 2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5" name="Text 2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6" name="Text 2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7" name="Shape 2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8" name="Text 2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9" name="Text 2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300" name="Text 2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1" name="Shape 2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2" name="Text 2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3" name="Text 3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304" name="Text 3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5" name="Shape 3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6" name="Text 3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7" name="Text 3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$12,000,000</a:t>
            </a:r>
            <a:endParaRPr lang="en-US" sz="1500" dirty="0"/>
          </a:p>
        </p:txBody>
      </p:sp>
      <p:sp>
        <p:nvSpPr>
          <p:cNvPr id="308" name="Text 3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$1.3M a month · ≈ $44K a day · $48M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5" name="Text 28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6" name="Shape 28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8" name="Text 28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29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2" name="Shape 28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3" name="Text 29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4" name="Text 29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5" name="Text 29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6" name="Shape 29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7" name="Text 29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8" name="Text 29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299" name="Text 29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0" name="Shape 29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1" name="Text 29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2" name="Text 29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303" name="Text 30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4" name="Shape 30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5" name="Text 30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6" name="Text 30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$16,000,000</a:t>
            </a:r>
            <a:endParaRPr lang="en-US" sz="1500" dirty="0"/>
          </a:p>
        </p:txBody>
      </p:sp>
      <p:sp>
        <p:nvSpPr>
          <p:cNvPr id="307" name="Text 30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$1.3M a month · ≈ $44K a day · $48M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6" name="Text 2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7" name="Shape 2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8" name="Text 2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2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3" name="Shape 2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4" name="Text 2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5" name="Text 2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6" name="Text 2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7" name="Shape 2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8" name="Text 2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9" name="Text 2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300" name="Text 2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1" name="Shape 2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2" name="Text 2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3" name="Text 3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304" name="Text 3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5" name="Shape 3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6" name="Text 3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7" name="Text 3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$16,000,000</a:t>
            </a:r>
            <a:endParaRPr lang="en-US" sz="1500" dirty="0"/>
          </a:p>
        </p:txBody>
      </p:sp>
      <p:sp>
        <p:nvSpPr>
          <p:cNvPr id="308" name="Text 3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$1.3M a month · ≈ $44K a day · $48M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6" name="Text 2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7" name="Shape 2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8" name="Text 2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2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3" name="Shape 2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4" name="Text 2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5" name="Text 2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6" name="Text 2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7" name="Shape 2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8" name="Text 2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9" name="Text 2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300" name="Text 2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1" name="Shape 2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2" name="Text 2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3" name="Text 3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304" name="Text 3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5" name="Shape 3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6" name="Text 3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7" name="Text 3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$16,000,000</a:t>
            </a:r>
            <a:endParaRPr lang="en-US" sz="1500" dirty="0"/>
          </a:p>
        </p:txBody>
      </p:sp>
      <p:sp>
        <p:nvSpPr>
          <p:cNvPr id="308" name="Text 3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$1.3M a month · ≈ $44K a day · $48M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6" name="Text 2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7" name="Shape 2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8" name="Text 2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2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3" name="Shape 2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4" name="Text 2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5" name="Text 2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6" name="Text 2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7" name="Shape 2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8" name="Text 2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9" name="Text 2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300" name="Text 2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1" name="Shape 2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2" name="Text 2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3" name="Text 3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304" name="Text 3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5" name="Shape 3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6" name="Text 3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7" name="Text 3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$16,000,000</a:t>
            </a:r>
            <a:endParaRPr lang="en-US" sz="1500" dirty="0"/>
          </a:p>
        </p:txBody>
      </p:sp>
      <p:sp>
        <p:nvSpPr>
          <p:cNvPr id="308" name="Text 3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$1.7M a month · ≈ $55K a day · $60M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5" name="Text 28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6" name="Shape 28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8" name="Text 28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29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2" name="Shape 28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3" name="Text 29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4" name="Text 29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5" name="Text 29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6" name="Shape 29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7" name="Text 29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8" name="Text 29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299" name="Text 29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0" name="Shape 29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1" name="Text 29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2" name="Text 29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303" name="Text 30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4" name="Shape 30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5" name="Text 30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6" name="Text 30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$20,000,000</a:t>
            </a:r>
            <a:endParaRPr lang="en-US" sz="1500" dirty="0"/>
          </a:p>
        </p:txBody>
      </p:sp>
      <p:sp>
        <p:nvSpPr>
          <p:cNvPr id="307" name="Text 30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$1.7M a month · ≈ $55K a day · $60M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6" name="Text 2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7" name="Shape 2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8" name="Text 2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2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3" name="Shape 2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4" name="Text 2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5" name="Text 2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6" name="Text 2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7" name="Shape 2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8" name="Text 2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9" name="Text 2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300" name="Text 2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1" name="Shape 2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2" name="Text 2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3" name="Text 3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304" name="Text 3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5" name="Shape 3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6" name="Text 3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7" name="Text 3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$20,000,000</a:t>
            </a:r>
            <a:endParaRPr lang="en-US" sz="1500" dirty="0"/>
          </a:p>
        </p:txBody>
      </p:sp>
      <p:sp>
        <p:nvSpPr>
          <p:cNvPr id="308" name="Text 3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$1.7M a month · ≈ $55K a day · $60M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6" name="Text 2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7" name="Shape 2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8" name="Text 2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2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3" name="Shape 2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4" name="Text 2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5" name="Text 2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6" name="Text 2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7" name="Shape 2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8" name="Text 2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9" name="Text 2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300" name="Text 2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1" name="Shape 2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2" name="Text 2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3" name="Text 3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304" name="Text 3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5" name="Shape 3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6" name="Text 3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7" name="Text 3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$20,000,000</a:t>
            </a:r>
            <a:endParaRPr lang="en-US" sz="1500" dirty="0"/>
          </a:p>
        </p:txBody>
      </p:sp>
      <p:sp>
        <p:nvSpPr>
          <p:cNvPr id="308" name="Text 3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1" name="Shape 29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4" name="Shape 32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7" name="Shape 35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8" name="Shape 46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$1.7M a month · ≈ $55K a day · $60M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6" name="Text 2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7" name="Shape 2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8" name="Text 2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2% identified coverage</a:t>
            </a:r>
            <a:endParaRPr lang="en-US" sz="900" dirty="0"/>
          </a:p>
        </p:txBody>
      </p:sp>
      <p:graphicFrame>
        <p:nvGraphicFramePr>
          <p:cNvPr id="2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3" name="Shape 2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4" name="Text 2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5" name="Text 2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6" name="Text 2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7" name="Shape 2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8" name="Text 2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9" name="Text 2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1500" dirty="0"/>
          </a:p>
        </p:txBody>
      </p:sp>
      <p:sp>
        <p:nvSpPr>
          <p:cNvPr id="300" name="Text 2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1" name="Shape 2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2" name="Text 2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3" name="Text 3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304" name="Text 3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5" name="Shape 3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6" name="Text 3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7" name="Text 3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$20,000,000</a:t>
            </a:r>
            <a:endParaRPr lang="en-US" sz="1500" dirty="0"/>
          </a:p>
        </p:txBody>
      </p:sp>
      <p:sp>
        <p:nvSpPr>
          <p:cNvPr id="308" name="Text 3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$1.3M a month · ≈ $44K a day · $48M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5" name="Text 28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6" name="Shape 28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8" name="Text 28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29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2" name="Shape 28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3" name="Text 29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4" name="Text 29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5" name="Text 29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6" name="Shape 29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7" name="Text 29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8" name="Text 29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299" name="Text 29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0" name="Shape 29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1" name="Text 29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2" name="Text 29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303" name="Text 30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4" name="Shape 30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5" name="Text 30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6" name="Text 30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$16,000,000</a:t>
            </a:r>
            <a:endParaRPr lang="en-US" sz="1500" dirty="0"/>
          </a:p>
        </p:txBody>
      </p:sp>
      <p:sp>
        <p:nvSpPr>
          <p:cNvPr id="307" name="Text 30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$1.3M a month · ≈ $44K a day · $48M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6" name="Text 2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7" name="Shape 2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8" name="Text 2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2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3" name="Shape 2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4" name="Text 2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5" name="Text 2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6" name="Text 2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7" name="Shape 2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8" name="Text 2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9" name="Text 2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300" name="Text 2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1" name="Shape 2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2" name="Text 2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3" name="Text 3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304" name="Text 3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5" name="Shape 3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6" name="Text 3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7" name="Text 3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$16,000,000</a:t>
            </a:r>
            <a:endParaRPr lang="en-US" sz="1500" dirty="0"/>
          </a:p>
        </p:txBody>
      </p:sp>
      <p:sp>
        <p:nvSpPr>
          <p:cNvPr id="308" name="Text 3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$1.3M a month · ≈ $44K a day · $48M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6" name="Text 2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7" name="Shape 2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8" name="Text 2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2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3" name="Shape 2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4" name="Text 2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5" name="Text 2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6" name="Text 2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7" name="Shape 2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8" name="Text 2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9" name="Text 2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300" name="Text 2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1" name="Shape 2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2" name="Text 2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3" name="Text 3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304" name="Text 3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5" name="Shape 3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6" name="Text 3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7" name="Text 3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$16,000,000</a:t>
            </a:r>
            <a:endParaRPr lang="en-US" sz="1500" dirty="0"/>
          </a:p>
        </p:txBody>
      </p:sp>
      <p:sp>
        <p:nvSpPr>
          <p:cNvPr id="308" name="Text 3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$1.3M a month · ≈ $44K a day · $48M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6" name="Text 2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7" name="Shape 2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8" name="Text 2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2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3" name="Shape 2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4" name="Text 2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5" name="Text 2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6" name="Text 2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7" name="Shape 2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8" name="Text 2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9" name="Text 2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300" name="Text 2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1" name="Shape 2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2" name="Text 2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3" name="Text 3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304" name="Text 3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5" name="Shape 3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6" name="Text 3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7" name="Text 3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$16,000,000</a:t>
            </a:r>
            <a:endParaRPr lang="en-US" sz="1500" dirty="0"/>
          </a:p>
        </p:txBody>
      </p:sp>
      <p:sp>
        <p:nvSpPr>
          <p:cNvPr id="308" name="Text 3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$2M a month · ≈ $66K a day · $72M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6" name="Text 2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7" name="Shape 2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8" name="Text 2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2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3" name="Shape 2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4" name="Text 2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5" name="Text 2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6" name="Text 2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7" name="Shape 2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8" name="Text 2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9" name="Text 2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300" name="Text 2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1" name="Shape 2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2" name="Text 2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3" name="Text 3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304" name="Text 3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5" name="Shape 3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6" name="Text 3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7" name="Text 3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$24,000,000</a:t>
            </a:r>
            <a:endParaRPr lang="en-US" sz="1500" dirty="0"/>
          </a:p>
        </p:txBody>
      </p:sp>
      <p:sp>
        <p:nvSpPr>
          <p:cNvPr id="308" name="Text 3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$2M a month · ≈ $66K a day · $72M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8" name="Shape 2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9" name="Text 2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2" name="Text 2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2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4" name="Shape 2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5" name="Text 2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6" name="Text 2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7" name="Text 2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8" name="Shape 2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9" name="Text 2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300" name="Text 2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301" name="Text 2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2" name="Shape 2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3" name="Text 3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4" name="Text 3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305" name="Text 3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6" name="Shape 3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7" name="Text 3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8" name="Text 3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$24,000,000</a:t>
            </a:r>
            <a:endParaRPr lang="en-US" sz="1500" dirty="0"/>
          </a:p>
        </p:txBody>
      </p:sp>
      <p:sp>
        <p:nvSpPr>
          <p:cNvPr id="309" name="Text 3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$2M a month · ≈ $66K a day · $72M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8" name="Shape 2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9" name="Text 2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2" name="Text 2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2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4" name="Shape 2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5" name="Text 2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6" name="Text 2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7" name="Text 2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8" name="Shape 2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9" name="Text 2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300" name="Text 2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301" name="Text 2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2" name="Shape 2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3" name="Text 3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4" name="Text 3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305" name="Text 3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6" name="Shape 3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7" name="Text 3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8" name="Text 3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$24,000,000</a:t>
            </a:r>
            <a:endParaRPr lang="en-US" sz="1500" dirty="0"/>
          </a:p>
        </p:txBody>
      </p:sp>
      <p:sp>
        <p:nvSpPr>
          <p:cNvPr id="309" name="Text 3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$2M a month · ≈ $66K a day · $72M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8" name="Shape 2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9" name="Text 2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2" name="Text 2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2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4" name="Shape 2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5" name="Text 2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6" name="Text 2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7" name="Text 2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8" name="Shape 2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9" name="Text 2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300" name="Text 2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301" name="Text 2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2" name="Shape 2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3" name="Text 3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4" name="Text 3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305" name="Text 3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6" name="Shape 3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7" name="Text 3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8" name="Text 3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$24,000,000</a:t>
            </a:r>
            <a:endParaRPr lang="en-US" sz="1500" dirty="0"/>
          </a:p>
        </p:txBody>
      </p:sp>
      <p:sp>
        <p:nvSpPr>
          <p:cNvPr id="309" name="Text 3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$2.7M a month · ≈ $88K a day · $96M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6" name="Text 2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7" name="Shape 2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8" name="Text 2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2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3" name="Shape 2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4" name="Text 2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5" name="Text 2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6" name="Text 2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7" name="Shape 2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8" name="Text 2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9" name="Text 2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300" name="Text 2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1" name="Shape 2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2" name="Text 2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3" name="Text 3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304" name="Text 3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5" name="Shape 3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6" name="Text 3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7" name="Text 3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$32,000,000</a:t>
            </a:r>
            <a:endParaRPr lang="en-US" sz="1500" dirty="0"/>
          </a:p>
        </p:txBody>
      </p:sp>
      <p:sp>
        <p:nvSpPr>
          <p:cNvPr id="308" name="Text 3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$2.7M a month · ≈ $88K a day · $96M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8" name="Shape 2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9" name="Text 2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2" name="Text 2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2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4" name="Shape 2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5" name="Text 2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6" name="Text 2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7" name="Text 2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8" name="Shape 2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9" name="Text 2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300" name="Text 2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301" name="Text 2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2" name="Shape 2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3" name="Text 3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4" name="Text 3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305" name="Text 3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6" name="Shape 3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7" name="Text 3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8" name="Text 3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$32,000,000</a:t>
            </a:r>
            <a:endParaRPr lang="en-US" sz="1500" dirty="0"/>
          </a:p>
        </p:txBody>
      </p:sp>
      <p:sp>
        <p:nvSpPr>
          <p:cNvPr id="309" name="Text 3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$2.7M a month · ≈ $88K a day · $96M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8" name="Shape 2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9" name="Text 2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2" name="Text 2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2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4" name="Shape 2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5" name="Text 2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6" name="Text 2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7" name="Text 2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8" name="Shape 2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9" name="Text 2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300" name="Text 2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301" name="Text 2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2" name="Shape 2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3" name="Text 3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4" name="Text 3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305" name="Text 3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6" name="Shape 3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7" name="Text 3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8" name="Text 3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$32,000,000</a:t>
            </a:r>
            <a:endParaRPr lang="en-US" sz="1500" dirty="0"/>
          </a:p>
        </p:txBody>
      </p:sp>
      <p:sp>
        <p:nvSpPr>
          <p:cNvPr id="309" name="Text 3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$2.7M a month · ≈ $88K a day · $96M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8" name="Shape 2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9" name="Text 2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2" name="Text 2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2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4" name="Shape 2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5" name="Text 2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6" name="Text 2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7" name="Text 2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8" name="Shape 2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9" name="Text 2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300" name="Text 2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301" name="Text 2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2" name="Shape 2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3" name="Text 3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4" name="Text 3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305" name="Text 3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6" name="Shape 3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7" name="Text 3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8" name="Text 3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$32,000,000</a:t>
            </a:r>
            <a:endParaRPr lang="en-US" sz="1500" dirty="0"/>
          </a:p>
        </p:txBody>
      </p:sp>
      <p:sp>
        <p:nvSpPr>
          <p:cNvPr id="309" name="Text 3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$3.3M a month · ≈ $110K a day · $120M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6" name="Text 2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7" name="Shape 2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8" name="Text 2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2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3" name="Shape 2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4" name="Text 2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5" name="Text 2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6" name="Text 2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7" name="Shape 2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8" name="Text 2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9" name="Text 2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300" name="Text 2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1" name="Shape 2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2" name="Text 2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3" name="Text 3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304" name="Text 3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5" name="Shape 3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6" name="Text 3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7" name="Text 3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$40,000,000</a:t>
            </a:r>
            <a:endParaRPr lang="en-US" sz="1500" dirty="0"/>
          </a:p>
        </p:txBody>
      </p:sp>
      <p:sp>
        <p:nvSpPr>
          <p:cNvPr id="308" name="Text 3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$3.3M a month · ≈ $110K a day · $120M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8" name="Shape 2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9" name="Text 2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2" name="Text 2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2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4" name="Shape 2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5" name="Text 2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6" name="Text 2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7" name="Text 2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8" name="Shape 2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9" name="Text 2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300" name="Text 2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301" name="Text 2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2" name="Shape 2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3" name="Text 3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4" name="Text 3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305" name="Text 3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6" name="Shape 3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7" name="Text 3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8" name="Text 3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$40,000,000</a:t>
            </a:r>
            <a:endParaRPr lang="en-US" sz="1500" dirty="0"/>
          </a:p>
        </p:txBody>
      </p:sp>
      <p:sp>
        <p:nvSpPr>
          <p:cNvPr id="309" name="Text 3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$3.3M a month · ≈ $110K a day · $120M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8" name="Shape 2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9" name="Text 2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2" name="Text 2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2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4" name="Shape 2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5" name="Text 2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6" name="Text 2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7" name="Text 2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8" name="Shape 2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9" name="Text 2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300" name="Text 2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301" name="Text 2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2" name="Shape 2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3" name="Text 3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4" name="Text 3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305" name="Text 3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6" name="Shape 3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7" name="Text 3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8" name="Text 3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$40,000,000</a:t>
            </a:r>
            <a:endParaRPr lang="en-US" sz="1500" dirty="0"/>
          </a:p>
        </p:txBody>
      </p:sp>
      <p:sp>
        <p:nvSpPr>
          <p:cNvPr id="309" name="Text 3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7698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5" name="Shape 33">
            <a:hlinkClick r:id="rId8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$3.3M a month · ≈ $110K a day · $120M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8" name="Shape 2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9" name="Text 2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2" name="Text 2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4% identified coverage</a:t>
            </a:r>
            <a:endParaRPr lang="en-US" sz="900" dirty="0"/>
          </a:p>
        </p:txBody>
      </p:sp>
      <p:graphicFrame>
        <p:nvGraphicFramePr>
          <p:cNvPr id="2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4" name="Shape 2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5" name="Text 2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6" name="Text 2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7" name="Text 2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8" name="Shape 2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9" name="Text 2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300" name="Text 2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1500" dirty="0"/>
          </a:p>
        </p:txBody>
      </p:sp>
      <p:sp>
        <p:nvSpPr>
          <p:cNvPr id="301" name="Text 2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2" name="Shape 2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3" name="Text 3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4" name="Text 3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305" name="Text 3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6" name="Shape 3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7" name="Text 3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8" name="Text 3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$40,000,000</a:t>
            </a:r>
            <a:endParaRPr lang="en-US" sz="1500" dirty="0"/>
          </a:p>
        </p:txBody>
      </p:sp>
      <p:sp>
        <p:nvSpPr>
          <p:cNvPr id="309" name="Text 3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$2M a month · ≈ $66K a day · $72M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5" name="Text 28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6" name="Shape 28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8" name="Text 28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9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2" name="Shape 28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3" name="Text 29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4" name="Text 29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5" name="Text 29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6" name="Shape 29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7" name="Text 29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8" name="Text 29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99" name="Text 29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0" name="Shape 29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1" name="Text 29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2" name="Text 29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303" name="Text 30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4" name="Shape 30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5" name="Text 30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6" name="Text 30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$24,000,000</a:t>
            </a:r>
            <a:endParaRPr lang="en-US" sz="1500" dirty="0"/>
          </a:p>
        </p:txBody>
      </p:sp>
      <p:sp>
        <p:nvSpPr>
          <p:cNvPr id="307" name="Text 30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$2M a month · ≈ $66K a day · $72M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6" name="Text 2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7" name="Shape 2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8" name="Text 2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3" name="Shape 2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4" name="Text 2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5" name="Text 2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6" name="Text 2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7" name="Shape 2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8" name="Text 2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9" name="Text 2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300" name="Text 2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1" name="Shape 2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2" name="Text 2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3" name="Text 3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304" name="Text 3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5" name="Shape 3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6" name="Text 3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7" name="Text 3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$24,000,000</a:t>
            </a:r>
            <a:endParaRPr lang="en-US" sz="1500" dirty="0"/>
          </a:p>
        </p:txBody>
      </p:sp>
      <p:sp>
        <p:nvSpPr>
          <p:cNvPr id="308" name="Text 3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$2M a month · ≈ $66K a day · $72M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6" name="Text 2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7" name="Shape 2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8" name="Text 2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3" name="Shape 2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4" name="Text 2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5" name="Text 2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6" name="Text 2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7" name="Shape 2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8" name="Text 2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9" name="Text 2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300" name="Text 2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1" name="Shape 2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2" name="Text 2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3" name="Text 3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304" name="Text 3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5" name="Shape 3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6" name="Text 3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7" name="Text 3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$24,000,000</a:t>
            </a:r>
            <a:endParaRPr lang="en-US" sz="1500" dirty="0"/>
          </a:p>
        </p:txBody>
      </p:sp>
      <p:sp>
        <p:nvSpPr>
          <p:cNvPr id="308" name="Text 3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$2M a month · ≈ $66K a day · $72M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6" name="Text 2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7" name="Shape 2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8" name="Text 2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3" name="Shape 2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4" name="Text 2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5" name="Text 2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6" name="Text 2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7" name="Shape 2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8" name="Text 2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9" name="Text 2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300" name="Text 2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1" name="Shape 2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2" name="Text 2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3" name="Text 3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304" name="Text 3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5" name="Shape 3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6" name="Text 3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7" name="Text 3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$24,000,000</a:t>
            </a:r>
            <a:endParaRPr lang="en-US" sz="1500" dirty="0"/>
          </a:p>
        </p:txBody>
      </p:sp>
      <p:sp>
        <p:nvSpPr>
          <p:cNvPr id="308" name="Text 3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$3M a month · ≈ $99K a day · $108M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6" name="Text 2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7" name="Shape 2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8" name="Text 2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3" name="Shape 2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4" name="Text 2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5" name="Text 2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6" name="Text 2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7" name="Shape 2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8" name="Text 2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9" name="Text 2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300" name="Text 2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1" name="Shape 2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2" name="Text 2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3" name="Text 3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304" name="Text 3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5" name="Shape 3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6" name="Text 3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7" name="Text 3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$36,000,000</a:t>
            </a:r>
            <a:endParaRPr lang="en-US" sz="1500" dirty="0"/>
          </a:p>
        </p:txBody>
      </p:sp>
      <p:sp>
        <p:nvSpPr>
          <p:cNvPr id="308" name="Text 3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$3M a month · ≈ $99K a day · $108M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8" name="Shape 2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9" name="Text 2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2" name="Text 2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4" name="Shape 2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5" name="Text 2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6" name="Text 2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7" name="Text 2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8" name="Shape 2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9" name="Text 2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300" name="Text 2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301" name="Text 2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2" name="Shape 2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3" name="Text 3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4" name="Text 3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305" name="Text 3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6" name="Shape 3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7" name="Text 3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8" name="Text 3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$36,000,000</a:t>
            </a:r>
            <a:endParaRPr lang="en-US" sz="1500" dirty="0"/>
          </a:p>
        </p:txBody>
      </p:sp>
      <p:sp>
        <p:nvSpPr>
          <p:cNvPr id="309" name="Text 3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$3M a month · ≈ $99K a day · $108M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8" name="Shape 2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9" name="Text 2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2" name="Text 2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4" name="Shape 2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5" name="Text 2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6" name="Text 2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7" name="Text 2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8" name="Shape 2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9" name="Text 2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300" name="Text 2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301" name="Text 2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2" name="Shape 2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3" name="Text 3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4" name="Text 3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305" name="Text 3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6" name="Shape 3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7" name="Text 3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8" name="Text 3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$36,000,000</a:t>
            </a:r>
            <a:endParaRPr lang="en-US" sz="1500" dirty="0"/>
          </a:p>
        </p:txBody>
      </p:sp>
      <p:sp>
        <p:nvSpPr>
          <p:cNvPr id="309" name="Text 3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$3M a month · ≈ $99K a day · $108M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8" name="Shape 2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9" name="Text 2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2" name="Text 2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4" name="Shape 2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5" name="Text 2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6" name="Text 2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7" name="Text 2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8" name="Shape 2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9" name="Text 2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300" name="Text 2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301" name="Text 2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2" name="Shape 2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3" name="Text 3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4" name="Text 3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305" name="Text 3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6" name="Shape 3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7" name="Text 3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8" name="Text 3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$36,000,000</a:t>
            </a:r>
            <a:endParaRPr lang="en-US" sz="1500" dirty="0"/>
          </a:p>
        </p:txBody>
      </p:sp>
      <p:sp>
        <p:nvSpPr>
          <p:cNvPr id="309" name="Text 3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$4M a month · ≈ $132K a day · $144M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6" name="Text 2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7" name="Shape 2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8" name="Text 2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3" name="Shape 2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4" name="Text 2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5" name="Text 2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6" name="Text 2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7" name="Shape 2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8" name="Text 2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9" name="Text 2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300" name="Text 2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1" name="Shape 2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2" name="Text 2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3" name="Text 3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304" name="Text 3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5" name="Shape 3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6" name="Text 3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7" name="Text 3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$48,000,000</a:t>
            </a:r>
            <a:endParaRPr lang="en-US" sz="1500" dirty="0"/>
          </a:p>
        </p:txBody>
      </p:sp>
      <p:sp>
        <p:nvSpPr>
          <p:cNvPr id="308" name="Text 3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$4M a month · ≈ $132K a day · $144M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8" name="Shape 2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9" name="Text 2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2" name="Text 2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4" name="Shape 2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5" name="Text 2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6" name="Text 2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7" name="Text 2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8" name="Shape 2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9" name="Text 2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300" name="Text 2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301" name="Text 2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2" name="Shape 2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3" name="Text 3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4" name="Text 3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305" name="Text 3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6" name="Shape 3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7" name="Text 3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8" name="Text 3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$48,000,000</a:t>
            </a:r>
            <a:endParaRPr lang="en-US" sz="1500" dirty="0"/>
          </a:p>
        </p:txBody>
      </p:sp>
      <p:sp>
        <p:nvSpPr>
          <p:cNvPr id="309" name="Text 3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3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6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7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8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9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1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2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4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$4M a month · ≈ $132K a day · $144M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8" name="Shape 2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9" name="Text 2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2" name="Text 2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5"/>
          </a:graphicData>
        </a:graphic>
      </p:graphicFrame>
      <p:sp>
        <p:nvSpPr>
          <p:cNvPr id="294" name="Shape 2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5" name="Text 2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6" name="Text 2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7" name="Text 2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8" name="Shape 2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9" name="Text 2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300" name="Text 2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301" name="Text 2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2" name="Shape 2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3" name="Text 3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4" name="Text 3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305" name="Text 3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6" name="Shape 3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7" name="Text 3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8" name="Text 3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$48,000,000</a:t>
            </a:r>
            <a:endParaRPr lang="en-US" sz="1500" dirty="0"/>
          </a:p>
        </p:txBody>
      </p:sp>
      <p:sp>
        <p:nvSpPr>
          <p:cNvPr id="309" name="Text 3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$4M a month · ≈ $132K a day · $144M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8" name="Shape 2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9" name="Text 2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2" name="Text 2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4" name="Shape 2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5" name="Text 2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6" name="Text 2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7" name="Text 2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8" name="Shape 2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9" name="Text 2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300" name="Text 2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301" name="Text 2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2" name="Shape 2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3" name="Text 3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4" name="Text 3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305" name="Text 3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6" name="Shape 3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7" name="Text 3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8" name="Text 3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$48,000,000</a:t>
            </a:r>
            <a:endParaRPr lang="en-US" sz="1500" dirty="0"/>
          </a:p>
        </p:txBody>
      </p:sp>
      <p:sp>
        <p:nvSpPr>
          <p:cNvPr id="309" name="Text 3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$5M a month · ≈ $164K a day · $180M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6" name="Text 2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7" name="Shape 2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8" name="Text 2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3" name="Shape 2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4" name="Text 2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5" name="Text 2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6" name="Text 2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7" name="Shape 2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8" name="Text 2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9" name="Text 2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300" name="Text 2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1" name="Shape 2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2" name="Text 2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3" name="Text 3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304" name="Text 3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5" name="Shape 3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6" name="Text 3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7" name="Text 3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$60,000,000</a:t>
            </a:r>
            <a:endParaRPr lang="en-US" sz="1500" dirty="0"/>
          </a:p>
        </p:txBody>
      </p:sp>
      <p:sp>
        <p:nvSpPr>
          <p:cNvPr id="308" name="Text 3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$5M a month · ≈ $164K a day · $180M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8" name="Shape 2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9" name="Text 2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2" name="Text 2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4" name="Shape 2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5" name="Text 2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6" name="Text 2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7" name="Text 2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8" name="Shape 2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9" name="Text 2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300" name="Text 2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301" name="Text 2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2" name="Shape 2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3" name="Text 3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4" name="Text 3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305" name="Text 3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6" name="Shape 3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7" name="Text 3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8" name="Text 3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$60,000,000</a:t>
            </a:r>
            <a:endParaRPr lang="en-US" sz="1500" dirty="0"/>
          </a:p>
        </p:txBody>
      </p:sp>
      <p:sp>
        <p:nvSpPr>
          <p:cNvPr id="309" name="Text 3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$5M a month · ≈ $164K a day · $180M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8" name="Shape 2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9" name="Text 2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2" name="Text 2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4" name="Shape 2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5" name="Text 2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6" name="Text 2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7" name="Text 2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8" name="Shape 2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9" name="Text 2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300" name="Text 2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301" name="Text 2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2" name="Shape 2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3" name="Text 3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4" name="Text 3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305" name="Text 3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6" name="Shape 3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7" name="Text 3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8" name="Text 3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$60,000,000</a:t>
            </a:r>
            <a:endParaRPr lang="en-US" sz="1500" dirty="0"/>
          </a:p>
        </p:txBody>
      </p:sp>
      <p:sp>
        <p:nvSpPr>
          <p:cNvPr id="309" name="Text 3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762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425696" y="32004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8" name="Shape 36">
            <a:hlinkClick r:id="rId9" action="ppaction://hlinksldjump" tooltip="Additional coverage identified: 8%"/>
          </p:cNvPr>
          <p:cNvSpPr/>
          <p:nvPr/>
        </p:nvSpPr>
        <p:spPr>
          <a:xfrm>
            <a:off x="41148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$5M a month · ≈ $164K a day · $180M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$180M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8" name="Shape 2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9" name="Text 2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2" name="Text 2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4" name="Shape 2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5" name="Text 2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6" name="Text 2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7" name="Text 2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8" name="Shape 2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9" name="Text 2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300" name="Text 2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301" name="Text 2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2" name="Shape 2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3" name="Text 3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4" name="Text 3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305" name="Text 3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6" name="Shape 3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7" name="Text 3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8" name="Text 3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$60,000,000</a:t>
            </a:r>
            <a:endParaRPr lang="en-US" sz="1500" dirty="0"/>
          </a:p>
        </p:txBody>
      </p:sp>
      <p:sp>
        <p:nvSpPr>
          <p:cNvPr id="309" name="Text 3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4" name="Text 72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$32M</a:t>
            </a:r>
            <a:endParaRPr lang="en-US" sz="4600" dirty="0"/>
          </a:p>
        </p:txBody>
      </p:sp>
      <p:sp>
        <p:nvSpPr>
          <p:cNvPr id="75" name="Text 73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$2.7M a month · ≈ $88K a day · $96M over three years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16,000</a:t>
            </a:r>
            <a:endParaRPr lang="en-US" sz="2200" dirty="0"/>
          </a:p>
        </p:txBody>
      </p:sp>
      <p:sp>
        <p:nvSpPr>
          <p:cNvPr id="79" name="Shape 77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1" name="Text 79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$80M</a:t>
            </a:r>
            <a:endParaRPr lang="en-US" sz="2200" dirty="0"/>
          </a:p>
        </p:txBody>
      </p:sp>
      <p:sp>
        <p:nvSpPr>
          <p:cNvPr id="82" name="Text 80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5" name="Text 283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6" name="Shape 284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8" name="Text 286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291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2" name="Shape 289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3" name="Text 290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4" name="Text 291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5" name="Text 292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6" name="Shape 293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7" name="Text 294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8" name="Text 295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299" name="Text 296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0" name="Shape 297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1" name="Text 298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2" name="Text 299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303" name="Text 300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4" name="Shape 301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5" name="Text 302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6" name="Text 303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$32,000,000</a:t>
            </a:r>
            <a:endParaRPr lang="en-US" sz="1500" dirty="0"/>
          </a:p>
        </p:txBody>
      </p:sp>
      <p:sp>
        <p:nvSpPr>
          <p:cNvPr id="307" name="Text 30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$2.7M a month · ≈ $88K a day · $96M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6" name="Text 2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7" name="Shape 2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8" name="Text 2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2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3" name="Shape 2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4" name="Text 2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5" name="Text 2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6" name="Text 2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7" name="Shape 2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8" name="Text 2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9" name="Text 2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300" name="Text 2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1" name="Shape 2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2" name="Text 2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3" name="Text 3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304" name="Text 3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5" name="Shape 3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6" name="Text 3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7" name="Text 3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$32,000,000</a:t>
            </a:r>
            <a:endParaRPr lang="en-US" sz="1500" dirty="0"/>
          </a:p>
        </p:txBody>
      </p:sp>
      <p:sp>
        <p:nvSpPr>
          <p:cNvPr id="308" name="Text 3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$2.7M a month · ≈ $88K a day · $96M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6" name="Text 2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7" name="Shape 2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8" name="Text 2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2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3" name="Shape 2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4" name="Text 2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5" name="Text 2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6" name="Text 2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7" name="Shape 2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8" name="Text 2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9" name="Text 2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300" name="Text 2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1" name="Shape 2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2" name="Text 2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3" name="Text 3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304" name="Text 3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5" name="Shape 3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6" name="Text 3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7" name="Text 3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$32,000,000</a:t>
            </a:r>
            <a:endParaRPr lang="en-US" sz="1500" dirty="0"/>
          </a:p>
        </p:txBody>
      </p:sp>
      <p:sp>
        <p:nvSpPr>
          <p:cNvPr id="308" name="Text 3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634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7" name="Shape 45">
            <a:hlinkClick r:id="rId10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0" name="Shape 48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3" name="Shape 51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6" name="Text 54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7" name="Shape 55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4" name="Shape 62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$2.7M a month · ≈ $88K a day · $96M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6" name="Text 2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7" name="Shape 2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8" name="Text 2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2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3" name="Shape 2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4" name="Text 2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5" name="Text 2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6" name="Text 2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7" name="Shape 2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8" name="Text 2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9" name="Text 2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300" name="Text 2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1" name="Shape 2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2" name="Text 2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3" name="Text 3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1500" dirty="0"/>
          </a:p>
        </p:txBody>
      </p:sp>
      <p:sp>
        <p:nvSpPr>
          <p:cNvPr id="304" name="Text 3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5" name="Shape 3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6" name="Text 3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7" name="Text 3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$32,000,000</a:t>
            </a:r>
            <a:endParaRPr lang="en-US" sz="1500" dirty="0"/>
          </a:p>
        </p:txBody>
      </p:sp>
      <p:sp>
        <p:nvSpPr>
          <p:cNvPr id="308" name="Text 3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$4M a month · ≈ $132K a day · $144M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6" name="Text 2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7" name="Shape 2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8" name="Text 2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2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3" name="Shape 2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4" name="Text 2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5" name="Text 2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6" name="Text 2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7" name="Shape 2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8" name="Text 2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9" name="Text 2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300" name="Text 2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1" name="Shape 2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2" name="Text 2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3" name="Text 3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304" name="Text 3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5" name="Shape 3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6" name="Text 3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7" name="Text 3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$48,000,000</a:t>
            </a:r>
            <a:endParaRPr lang="en-US" sz="1500" dirty="0"/>
          </a:p>
        </p:txBody>
      </p:sp>
      <p:sp>
        <p:nvSpPr>
          <p:cNvPr id="308" name="Text 3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$4M a month · ≈ $132K a day · $144M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8" name="Shape 2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9" name="Text 2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2" name="Text 2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2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4" name="Shape 2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5" name="Text 2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6" name="Text 2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7" name="Text 2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8" name="Shape 2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9" name="Text 2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300" name="Text 2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301" name="Text 2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2" name="Shape 2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3" name="Text 3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4" name="Text 3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305" name="Text 3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6" name="Shape 3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7" name="Text 3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8" name="Text 3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$48,000,000</a:t>
            </a:r>
            <a:endParaRPr lang="en-US" sz="1500" dirty="0"/>
          </a:p>
        </p:txBody>
      </p:sp>
      <p:sp>
        <p:nvSpPr>
          <p:cNvPr id="309" name="Text 3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$4M a month · ≈ $132K a day · $144M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8" name="Shape 2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9" name="Text 2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2" name="Text 2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2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4" name="Shape 2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5" name="Text 2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6" name="Text 2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7" name="Text 2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8" name="Shape 2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9" name="Text 2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300" name="Text 2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301" name="Text 2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2" name="Shape 2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3" name="Text 3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4" name="Text 3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305" name="Text 3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6" name="Shape 3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7" name="Text 3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8" name="Text 3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$48,000,000</a:t>
            </a:r>
            <a:endParaRPr lang="en-US" sz="1500" dirty="0"/>
          </a:p>
        </p:txBody>
      </p:sp>
      <p:sp>
        <p:nvSpPr>
          <p:cNvPr id="309" name="Text 3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77698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1" name="Shape 49">
            <a:hlinkClick r:id="rId11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$4M a month · ≈ $132K a day · $144M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8" name="Shape 2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9" name="Text 2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2" name="Text 2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2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4" name="Shape 2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5" name="Text 2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6" name="Text 2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7" name="Text 2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8" name="Shape 2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9" name="Text 2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300" name="Text 2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301" name="Text 2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2" name="Shape 2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3" name="Text 3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4" name="Text 3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1500" dirty="0"/>
          </a:p>
        </p:txBody>
      </p:sp>
      <p:sp>
        <p:nvSpPr>
          <p:cNvPr id="305" name="Text 3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6" name="Shape 3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7" name="Text 3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8" name="Text 3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$48,000,000</a:t>
            </a:r>
            <a:endParaRPr lang="en-US" sz="1500" dirty="0"/>
          </a:p>
        </p:txBody>
      </p:sp>
      <p:sp>
        <p:nvSpPr>
          <p:cNvPr id="309" name="Text 3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$64M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$5.3M a month · ≈ $175K a day · $192M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6" name="Text 2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7" name="Shape 2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8" name="Text 2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2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3" name="Shape 2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4" name="Text 2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5" name="Text 2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6" name="Text 2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7" name="Shape 2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8" name="Text 2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9" name="Text 2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300" name="Text 2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1" name="Shape 2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2" name="Text 2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3" name="Text 3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304" name="Text 3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5" name="Shape 3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6" name="Text 3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7" name="Text 3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$64,000,000</a:t>
            </a:r>
            <a:endParaRPr lang="en-US" sz="1500" dirty="0"/>
          </a:p>
        </p:txBody>
      </p:sp>
      <p:sp>
        <p:nvSpPr>
          <p:cNvPr id="308" name="Text 3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$64M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$5.3M a month · ≈ $175K a day · $192M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8" name="Shape 2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9" name="Text 2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2" name="Text 2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2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4" name="Shape 2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5" name="Text 2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6" name="Text 2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7" name="Text 2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8" name="Shape 2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9" name="Text 2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300" name="Text 2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301" name="Text 2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2" name="Shape 2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3" name="Text 3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4" name="Text 3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305" name="Text 3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6" name="Shape 3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7" name="Text 3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8" name="Text 3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$64,000,000</a:t>
            </a:r>
            <a:endParaRPr lang="en-US" sz="1500" dirty="0"/>
          </a:p>
        </p:txBody>
      </p:sp>
      <p:sp>
        <p:nvSpPr>
          <p:cNvPr id="309" name="Text 3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$64M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$5.3M a month · ≈ $175K a day · $192M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8" name="Shape 2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9" name="Text 2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2" name="Text 2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2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4" name="Shape 2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5" name="Text 2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6" name="Text 2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7" name="Text 2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8" name="Shape 2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9" name="Text 2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300" name="Text 2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301" name="Text 2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2" name="Shape 2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3" name="Text 3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4" name="Text 3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305" name="Text 3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6" name="Shape 3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7" name="Text 3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8" name="Text 3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$64,000,000</a:t>
            </a:r>
            <a:endParaRPr lang="en-US" sz="1500" dirty="0"/>
          </a:p>
        </p:txBody>
      </p:sp>
      <p:sp>
        <p:nvSpPr>
          <p:cNvPr id="309" name="Text 3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08762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425696" y="41148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4" name="Shape 52">
            <a:hlinkClick r:id="rId12" action="ppaction://hlinksldjump" tooltip="Average incremental net collection: $5,000"/>
          </p:cNvPr>
          <p:cNvSpPr/>
          <p:nvPr/>
        </p:nvSpPr>
        <p:spPr>
          <a:xfrm>
            <a:off x="41148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$64M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$5.3M a month · ≈ $175K a day · $192M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8" name="Shape 2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9" name="Text 2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2" name="Text 2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$64M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2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4" name="Shape 2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5" name="Text 2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6" name="Text 2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7" name="Text 2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8" name="Shape 2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9" name="Text 2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300" name="Text 2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301" name="Text 2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2" name="Shape 2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3" name="Text 3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4" name="Text 3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305" name="Text 3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6" name="Shape 3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7" name="Text 3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8" name="Text 3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$64,000,000</a:t>
            </a:r>
            <a:endParaRPr lang="en-US" sz="1500" dirty="0"/>
          </a:p>
        </p:txBody>
      </p:sp>
      <p:sp>
        <p:nvSpPr>
          <p:cNvPr id="309" name="Text 3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6634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3" name="Shape 61">
            <a:hlinkClick r:id="rId13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6" name="Shape 64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69" name="Shape 67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5" name="Text 73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$80M</a:t>
            </a:r>
            <a:endParaRPr lang="en-US" sz="4600" dirty="0"/>
          </a:p>
        </p:txBody>
      </p:sp>
      <p:sp>
        <p:nvSpPr>
          <p:cNvPr id="76" name="Text 74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$6.7M a month · ≈ $219K a day · $240M over three years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79" name="Text 77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16,000</a:t>
            </a:r>
            <a:endParaRPr lang="en-US" sz="2200" dirty="0"/>
          </a:p>
        </p:txBody>
      </p:sp>
      <p:sp>
        <p:nvSpPr>
          <p:cNvPr id="80" name="Shape 78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$80M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6" name="Text 284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7" name="Shape 285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8" name="Text 286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89" name="Text 287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292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3" name="Shape 290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4" name="Text 291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5" name="Text 292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6" name="Text 293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7" name="Shape 294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8" name="Text 295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99" name="Text 296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300" name="Text 297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1" name="Shape 298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2" name="Text 299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3" name="Text 300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304" name="Text 301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5" name="Shape 302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6" name="Text 303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7" name="Text 304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$80,000,000</a:t>
            </a:r>
            <a:endParaRPr lang="en-US" sz="1500" dirty="0"/>
          </a:p>
        </p:txBody>
      </p:sp>
      <p:sp>
        <p:nvSpPr>
          <p:cNvPr id="308" name="Text 305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131064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77698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7" name="Shape 65">
            <a:hlinkClick r:id="rId14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$80M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$6.7M a month · ≈ $219K a day · $240M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$120M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8" name="Shape 2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9" name="Text 2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2" name="Text 2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2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4" name="Shape 2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5" name="Text 2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6" name="Text 2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7" name="Text 2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8" name="Shape 2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9" name="Text 2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300" name="Text 2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301" name="Text 2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2" name="Shape 2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3" name="Text 3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4" name="Text 3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305" name="Text 3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6" name="Shape 3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7" name="Text 3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8" name="Text 3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$80,000,000</a:t>
            </a:r>
            <a:endParaRPr lang="en-US" sz="1500" dirty="0"/>
          </a:p>
        </p:txBody>
      </p:sp>
      <p:sp>
        <p:nvSpPr>
          <p:cNvPr id="309" name="Text 3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262128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08762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425696" y="5029200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0" name="Shape 68">
            <a:hlinkClick r:id="rId15" action="ppaction://hlinksldjump" tooltip="Average ED charge: $15,000"/>
          </p:cNvPr>
          <p:cNvSpPr/>
          <p:nvPr/>
        </p:nvSpPr>
        <p:spPr>
          <a:xfrm>
            <a:off x="41148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$80M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$6.7M a month · ≈ $219K a day · $240M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$160M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8" name="Shape 2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9" name="Text 2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2" name="Text 2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2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4" name="Shape 2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5" name="Text 2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6" name="Text 2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7" name="Text 2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8" name="Shape 2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9" name="Text 2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300" name="Text 2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301" name="Text 2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2" name="Shape 2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3" name="Text 3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4" name="Text 3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305" name="Text 3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6" name="Shape 3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7" name="Text 3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8" name="Text 3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$80,000,000</a:t>
            </a:r>
            <a:endParaRPr lang="en-US" sz="1500" dirty="0"/>
          </a:p>
        </p:txBody>
      </p:sp>
      <p:sp>
        <p:nvSpPr>
          <p:cNvPr id="309" name="Text 3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hidden revenue opportunities into visible results.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7218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17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INPUTS</a:t>
            </a:r>
            <a:endParaRPr lang="en-US" sz="800" dirty="0"/>
          </a:p>
        </p:txBody>
      </p:sp>
      <p:sp>
        <p:nvSpPr>
          <p:cNvPr id="6" name="Text 4">
            <a:hlinkClick r:id="rId3" action="ppaction://hlinksldjump" tooltip="Back to the starting scenario"/>
          </p:cNvPr>
          <p:cNvSpPr txBox="1"/>
          <p:nvPr/>
        </p:nvSpPr>
        <p:spPr>
          <a:xfrm>
            <a:off x="3566160" y="13990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u="sng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action="ppaction://hlinksldjump" tooltip="Back to the starting scenar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Reset ↺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48640" y="17647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93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8562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3134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50,000</a:t>
            </a:r>
            <a:endParaRPr lang="en-US" sz="850" dirty="0"/>
          </a:p>
        </p:txBody>
      </p:sp>
      <p:sp>
        <p:nvSpPr>
          <p:cNvPr id="14" name="Shape 12">
            <a:hlinkClick r:id="rId4" action="ppaction://hlinksldjump" tooltip="Annual ED encounters: 50,000"/>
          </p:cNvPr>
          <p:cNvSpPr/>
          <p:nvPr/>
        </p:nvSpPr>
        <p:spPr>
          <a:xfrm>
            <a:off x="45720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441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1064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100,000</a:t>
            </a:r>
            <a:endParaRPr lang="en-US" sz="850" dirty="0"/>
          </a:p>
        </p:txBody>
      </p:sp>
      <p:sp>
        <p:nvSpPr>
          <p:cNvPr id="17" name="Shape 15">
            <a:hlinkClick r:id="rId5" action="ppaction://hlinksldjump" tooltip="Annual ED encounters: 100,000"/>
          </p:cNvPr>
          <p:cNvSpPr/>
          <p:nvPr/>
        </p:nvSpPr>
        <p:spPr>
          <a:xfrm>
            <a:off x="149352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15056" y="22860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21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850" dirty="0"/>
          </a:p>
        </p:txBody>
      </p:sp>
      <p:sp>
        <p:nvSpPr>
          <p:cNvPr id="20" name="Shape 18">
            <a:hlinkClick r:id="rId6" action="ppaction://hlinksldjump" tooltip="Annual ED encounters: 150,000"/>
          </p:cNvPr>
          <p:cNvSpPr/>
          <p:nvPr/>
        </p:nvSpPr>
        <p:spPr>
          <a:xfrm>
            <a:off x="2804160" y="21671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8264" y="22585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83280" y="2441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26791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8437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27706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2278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377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30" name="Shape 28">
            <a:hlinkClick r:id="rId7" action="ppaction://hlinksldjump" tooltip="Additional coverage identified: 2%"/>
          </p:cNvPr>
          <p:cNvSpPr/>
          <p:nvPr/>
        </p:nvSpPr>
        <p:spPr>
          <a:xfrm>
            <a:off x="45720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0441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31064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4%</a:t>
            </a:r>
            <a:endParaRPr lang="en-US" sz="850" dirty="0"/>
          </a:p>
        </p:txBody>
      </p:sp>
      <p:sp>
        <p:nvSpPr>
          <p:cNvPr id="33" name="Shape 31">
            <a:hlinkClick r:id="rId8" action="ppaction://hlinksldjump" tooltip="Additional coverage identified: 4%"/>
          </p:cNvPr>
          <p:cNvSpPr/>
          <p:nvPr/>
        </p:nvSpPr>
        <p:spPr>
          <a:xfrm>
            <a:off x="149352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15056" y="32004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21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850" dirty="0"/>
          </a:p>
        </p:txBody>
      </p:sp>
      <p:sp>
        <p:nvSpPr>
          <p:cNvPr id="36" name="Shape 34">
            <a:hlinkClick r:id="rId9" action="ppaction://hlinksldjump" tooltip="Additional coverage identified: 6%"/>
          </p:cNvPr>
          <p:cNvSpPr/>
          <p:nvPr/>
        </p:nvSpPr>
        <p:spPr>
          <a:xfrm>
            <a:off x="2804160" y="30815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98264" y="31729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83280" y="3355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35935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8640" y="37581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3291840" y="36850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422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9377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$2,000</a:t>
            </a:r>
            <a:endParaRPr lang="en-US" sz="850" dirty="0"/>
          </a:p>
        </p:txBody>
      </p:sp>
      <p:sp>
        <p:nvSpPr>
          <p:cNvPr id="46" name="Shape 44">
            <a:hlinkClick r:id="rId10" action="ppaction://hlinksldjump" tooltip="Average incremental net collection: $2,000"/>
          </p:cNvPr>
          <p:cNvSpPr/>
          <p:nvPr/>
        </p:nvSpPr>
        <p:spPr>
          <a:xfrm>
            <a:off x="45720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0441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1064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49" name="Shape 47">
            <a:hlinkClick r:id="rId11" action="ppaction://hlinksldjump" tooltip="Average incremental net collection: $3,000"/>
          </p:cNvPr>
          <p:cNvSpPr/>
          <p:nvPr/>
        </p:nvSpPr>
        <p:spPr>
          <a:xfrm>
            <a:off x="149352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15056" y="41148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621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850" dirty="0"/>
          </a:p>
        </p:txBody>
      </p:sp>
      <p:sp>
        <p:nvSpPr>
          <p:cNvPr id="52" name="Shape 50">
            <a:hlinkClick r:id="rId12" action="ppaction://hlinksldjump" tooltip="Average incremental net collection: $4,000"/>
          </p:cNvPr>
          <p:cNvSpPr/>
          <p:nvPr/>
        </p:nvSpPr>
        <p:spPr>
          <a:xfrm>
            <a:off x="2804160" y="39959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8264" y="40873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8328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48640" y="45079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48640" y="467258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3291840" y="4599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8640" y="505663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9377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62" name="Shape 60">
            <a:hlinkClick r:id="rId13" action="ppaction://hlinksldjump" tooltip="Average ED charge: $5,000"/>
          </p:cNvPr>
          <p:cNvSpPr/>
          <p:nvPr/>
        </p:nvSpPr>
        <p:spPr>
          <a:xfrm>
            <a:off x="45720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80441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31064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</a:t>
            </a:r>
            <a:endParaRPr lang="en-US" sz="850" dirty="0"/>
          </a:p>
        </p:txBody>
      </p:sp>
      <p:sp>
        <p:nvSpPr>
          <p:cNvPr id="65" name="Shape 63">
            <a:hlinkClick r:id="rId14" action="ppaction://hlinksldjump" tooltip="Average ED charge: $7,500"/>
          </p:cNvPr>
          <p:cNvSpPr/>
          <p:nvPr/>
        </p:nvSpPr>
        <p:spPr>
          <a:xfrm>
            <a:off x="149352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115056" y="5029200"/>
            <a:ext cx="109728" cy="10972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621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850" dirty="0"/>
          </a:p>
        </p:txBody>
      </p:sp>
      <p:sp>
        <p:nvSpPr>
          <p:cNvPr id="68" name="Shape 66">
            <a:hlinkClick r:id="rId15" action="ppaction://hlinksldjump" tooltip="Average ED charge: $10,000"/>
          </p:cNvPr>
          <p:cNvSpPr/>
          <p:nvPr/>
        </p:nvSpPr>
        <p:spPr>
          <a:xfrm>
            <a:off x="2804160" y="4910328"/>
            <a:ext cx="731520" cy="47548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98264" y="5001768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383280" y="5184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548640" y="542239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48640" y="5495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a value to change the scenario; every figure on the slide updates.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846320" y="1417320"/>
            <a:ext cx="0" cy="411480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212080" y="1417320"/>
            <a:ext cx="6430975" cy="1325880"/>
          </a:xfrm>
          <a:prstGeom prst="roundRect">
            <a:avLst>
              <a:gd name="adj" fmla="val 2759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68112" y="1600200"/>
            <a:ext cx="2849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76" name="Text 74"/>
          <p:cNvSpPr txBox="1"/>
          <p:nvPr/>
        </p:nvSpPr>
        <p:spPr>
          <a:xfrm>
            <a:off x="5449824" y="1764792"/>
            <a:ext cx="28497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kern="0" spc="-2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$80M</a:t>
            </a:r>
            <a:endParaRPr lang="en-US" sz="4600" dirty="0"/>
          </a:p>
        </p:txBody>
      </p:sp>
      <p:sp>
        <p:nvSpPr>
          <p:cNvPr id="77" name="Text 75"/>
          <p:cNvSpPr txBox="1"/>
          <p:nvPr/>
        </p:nvSpPr>
        <p:spPr>
          <a:xfrm>
            <a:off x="5468112" y="2386584"/>
            <a:ext cx="2895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≈ $6.7M a month · ≈ $219K a day · $240M over three years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8427568" y="1618488"/>
            <a:ext cx="0" cy="923544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701888" y="1600200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80" name="Text 78"/>
          <p:cNvSpPr txBox="1"/>
          <p:nvPr/>
        </p:nvSpPr>
        <p:spPr>
          <a:xfrm>
            <a:off x="8701888" y="1746504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16,000</a:t>
            </a:r>
            <a:endParaRPr lang="en-US" sz="2200" dirty="0"/>
          </a:p>
        </p:txBody>
      </p:sp>
      <p:sp>
        <p:nvSpPr>
          <p:cNvPr id="81" name="Shape 79"/>
          <p:cNvSpPr/>
          <p:nvPr/>
        </p:nvSpPr>
        <p:spPr>
          <a:xfrm>
            <a:off x="8701888" y="2130552"/>
            <a:ext cx="2712568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8701888" y="2203704"/>
            <a:ext cx="2712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83" name="Text 81"/>
          <p:cNvSpPr txBox="1"/>
          <p:nvPr/>
        </p:nvSpPr>
        <p:spPr>
          <a:xfrm>
            <a:off x="8701888" y="2350008"/>
            <a:ext cx="2712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$240M</a:t>
            </a:r>
            <a:endParaRPr lang="en-US" sz="2200" dirty="0"/>
          </a:p>
        </p:txBody>
      </p:sp>
      <p:sp>
        <p:nvSpPr>
          <p:cNvPr id="84" name="Text 82"/>
          <p:cNvSpPr txBox="1"/>
          <p:nvPr/>
        </p:nvSpPr>
        <p:spPr>
          <a:xfrm>
            <a:off x="5212080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212080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521208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3448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5688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7928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70168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82408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94649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6889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19129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31369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3609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55849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8089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03301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2570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048104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7050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292907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415309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537710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660112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782513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04915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027316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49718" y="356616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3448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45688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57928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70168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82408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94649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06889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19129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31369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3609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55849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68089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803301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692570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048104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17050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292907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415309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37710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60112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782513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904915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027316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149718" y="373989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21208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33448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45688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557928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70168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82408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94649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06889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19129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31369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43609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55849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68089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803301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92570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048104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050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7292907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415309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537710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660112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782513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04915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027316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149718" y="391363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1208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33448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5688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7928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0168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82408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4649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06889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19129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31369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643609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55849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668089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03301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692570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048104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717050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7292907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15309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537710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660112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782513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904915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027316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149718" y="4087368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1208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33448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545688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57928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70168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82408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4649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606889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19129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31369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43609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55849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68089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803301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92570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048104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717050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7292907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7415309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7537710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7660112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7782513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904915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027316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8149718" y="4261104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521208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33448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45688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57928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70168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2408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4649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06889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19129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31369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43609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55849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089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803301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92570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048104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717050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7292907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7415309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537710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660112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782513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904915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27316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8149718" y="4434840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521208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33448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545688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57928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70168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82408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594649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06889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619129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631369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643609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655849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668089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6803301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692570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048104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17050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292907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415309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537710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660112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782513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7904915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027316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8149718" y="4608576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21208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33448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45688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57928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570168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582408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594649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606889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619129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631369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643609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655849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668089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6803301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692570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048104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17050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292907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415309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7537710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660112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7782513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7904915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8027316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8149718" y="4782312"/>
            <a:ext cx="94970" cy="137160"/>
          </a:xfrm>
          <a:prstGeom prst="roundRect">
            <a:avLst>
              <a:gd name="adj" fmla="val 19257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521208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87" name="Text 285"/>
          <p:cNvSpPr txBox="1"/>
          <p:nvPr/>
        </p:nvSpPr>
        <p:spPr>
          <a:xfrm>
            <a:off x="5358384" y="504748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88" name="Shape 286"/>
          <p:cNvSpPr/>
          <p:nvPr/>
        </p:nvSpPr>
        <p:spPr>
          <a:xfrm>
            <a:off x="7406640" y="5102352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89" name="Text 287"/>
          <p:cNvSpPr txBox="1"/>
          <p:nvPr/>
        </p:nvSpPr>
        <p:spPr>
          <a:xfrm>
            <a:off x="7552944" y="50474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90" name="Text 288"/>
          <p:cNvSpPr txBox="1"/>
          <p:nvPr/>
        </p:nvSpPr>
        <p:spPr>
          <a:xfrm>
            <a:off x="8610448" y="297180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91" name="Text 289"/>
          <p:cNvSpPr txBox="1"/>
          <p:nvPr/>
        </p:nvSpPr>
        <p:spPr>
          <a:xfrm>
            <a:off x="8610448" y="319125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92" name="Text 290"/>
          <p:cNvSpPr txBox="1"/>
          <p:nvPr/>
        </p:nvSpPr>
        <p:spPr>
          <a:xfrm>
            <a:off x="8610448" y="352044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$80M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8% identified coverage</a:t>
            </a:r>
            <a:endParaRPr lang="en-US" sz="900" dirty="0"/>
          </a:p>
        </p:txBody>
      </p:sp>
      <p:graphicFrame>
        <p:nvGraphicFramePr>
          <p:cNvPr id="293" name="Chart 0"/>
          <p:cNvGraphicFramePr/>
          <p:nvPr/>
        </p:nvGraphicFramePr>
        <p:xfrm>
          <a:off x="8519008" y="3749040"/>
          <a:ext cx="3124048" cy="178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94" name="Shape 291"/>
          <p:cNvSpPr/>
          <p:nvPr/>
        </p:nvSpPr>
        <p:spPr>
          <a:xfrm>
            <a:off x="548640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5" name="Text 292"/>
          <p:cNvSpPr txBox="1"/>
          <p:nvPr/>
        </p:nvSpPr>
        <p:spPr>
          <a:xfrm>
            <a:off x="731520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96" name="Text 293"/>
          <p:cNvSpPr txBox="1"/>
          <p:nvPr/>
        </p:nvSpPr>
        <p:spPr>
          <a:xfrm>
            <a:off x="731520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1500" dirty="0"/>
          </a:p>
        </p:txBody>
      </p:sp>
      <p:sp>
        <p:nvSpPr>
          <p:cNvPr id="297" name="Text 294"/>
          <p:cNvSpPr txBox="1"/>
          <p:nvPr/>
        </p:nvSpPr>
        <p:spPr>
          <a:xfrm>
            <a:off x="3047924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98" name="Shape 295"/>
          <p:cNvSpPr/>
          <p:nvPr/>
        </p:nvSpPr>
        <p:spPr>
          <a:xfrm>
            <a:off x="3413684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99" name="Text 296"/>
          <p:cNvSpPr txBox="1"/>
          <p:nvPr/>
        </p:nvSpPr>
        <p:spPr>
          <a:xfrm>
            <a:off x="3596564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300" name="Text 297"/>
          <p:cNvSpPr txBox="1"/>
          <p:nvPr/>
        </p:nvSpPr>
        <p:spPr>
          <a:xfrm>
            <a:off x="3596564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</a:t>
            </a:r>
            <a:endParaRPr lang="en-US" sz="1500" dirty="0"/>
          </a:p>
        </p:txBody>
      </p:sp>
      <p:sp>
        <p:nvSpPr>
          <p:cNvPr id="301" name="Text 298"/>
          <p:cNvSpPr txBox="1"/>
          <p:nvPr/>
        </p:nvSpPr>
        <p:spPr>
          <a:xfrm>
            <a:off x="5912968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302" name="Shape 299"/>
          <p:cNvSpPr/>
          <p:nvPr/>
        </p:nvSpPr>
        <p:spPr>
          <a:xfrm>
            <a:off x="6278728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3" name="Text 300"/>
          <p:cNvSpPr txBox="1"/>
          <p:nvPr/>
        </p:nvSpPr>
        <p:spPr>
          <a:xfrm>
            <a:off x="6461608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304" name="Text 301"/>
          <p:cNvSpPr txBox="1"/>
          <p:nvPr/>
        </p:nvSpPr>
        <p:spPr>
          <a:xfrm>
            <a:off x="6461608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1500" dirty="0"/>
          </a:p>
        </p:txBody>
      </p:sp>
      <p:sp>
        <p:nvSpPr>
          <p:cNvPr id="305" name="Text 302"/>
          <p:cNvSpPr txBox="1"/>
          <p:nvPr/>
        </p:nvSpPr>
        <p:spPr>
          <a:xfrm>
            <a:off x="8778011" y="56235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306" name="Shape 303"/>
          <p:cNvSpPr/>
          <p:nvPr/>
        </p:nvSpPr>
        <p:spPr>
          <a:xfrm>
            <a:off x="9143771" y="5623560"/>
            <a:ext cx="2499284" cy="548640"/>
          </a:xfrm>
          <a:prstGeom prst="roundRect">
            <a:avLst>
              <a:gd name="adj" fmla="val 5000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307" name="Text 304"/>
          <p:cNvSpPr txBox="1"/>
          <p:nvPr/>
        </p:nvSpPr>
        <p:spPr>
          <a:xfrm>
            <a:off x="9326651" y="571500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308" name="Text 305"/>
          <p:cNvSpPr txBox="1"/>
          <p:nvPr/>
        </p:nvSpPr>
        <p:spPr>
          <a:xfrm>
            <a:off x="9326651" y="588873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$80,000,000</a:t>
            </a:r>
            <a:endParaRPr lang="en-US" sz="1500" dirty="0"/>
          </a:p>
        </p:txBody>
      </p:sp>
      <p:sp>
        <p:nvSpPr>
          <p:cNvPr id="309" name="Text 30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08</a:t>
            </a:r>
            <a:endParaRPr lang="en-US" sz="800" dirty="0"/>
          </a:p>
        </p:txBody>
      </p:sp>
    </p:spTree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PARTNERSHIP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30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90-day pilot.</a:t>
            </a:r>
            <a:endParaRPr lang="en-US" sz="3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3000" kern="0" spc="-100" dirty="0">
                <a:solidFill>
                  <a:srgbClr val="6A7F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John H. Stroger, Jr. Hospital.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15258" cy="22402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57784" y="1975104"/>
            <a:ext cx="3496970" cy="365760"/>
          </a:xfrm>
          <a:prstGeom prst="rect">
            <a:avLst/>
          </a:prstGeom>
          <a:solidFill>
            <a:srgbClr val="DBE8F7"/>
          </a:solidFill>
          <a:ln w="12700">
            <a:solidFill>
              <a:srgbClr val="DBE8F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965960"/>
            <a:ext cx="17576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01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2306269" y="1965960"/>
            <a:ext cx="15290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DAYS 1 – 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2532888"/>
            <a:ext cx="2052218" cy="73152"/>
          </a:xfrm>
          <a:prstGeom prst="roundRect">
            <a:avLst>
              <a:gd name="adj" fmla="val 375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532888"/>
            <a:ext cx="342036" cy="73152"/>
          </a:xfrm>
          <a:prstGeom prst="roundRect">
            <a:avLst>
              <a:gd name="adj" fmla="val 37500"/>
            </a:avLst>
          </a:prstGeom>
          <a:solidFill>
            <a:srgbClr val="5B8FD6"/>
          </a:solidFill>
          <a:ln w="12700">
            <a:solidFill>
              <a:srgbClr val="5B8F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39186" y="24597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of 90 days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743200"/>
            <a:ext cx="30580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Discovery &amp; Baseline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108960"/>
            <a:ext cx="30580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 current injury-related registration, payer identification, billing, and follow-up. Agree on pilot scope, eligibility criteria, compliance requirements, and baseline measures.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338218" y="1965960"/>
            <a:ext cx="3515258" cy="22402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47362" y="1975104"/>
            <a:ext cx="3496970" cy="365760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66818" y="1965960"/>
            <a:ext cx="17576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02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6095848" y="1965960"/>
            <a:ext cx="15290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DAYS 16 – 60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66818" y="2532888"/>
            <a:ext cx="2052218" cy="73152"/>
          </a:xfrm>
          <a:prstGeom prst="roundRect">
            <a:avLst>
              <a:gd name="adj" fmla="val 375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66818" y="2532888"/>
            <a:ext cx="1026109" cy="73152"/>
          </a:xfrm>
          <a:prstGeom prst="roundRect">
            <a:avLst>
              <a:gd name="adj" fmla="val 375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728765" y="24597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 of 90 days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4566818" y="2743200"/>
            <a:ext cx="30580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Identification &amp; Investigation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4566818" y="3108960"/>
            <a:ext cx="30580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Evaluate designated encounters, conduct authorized patient outreach, identify alternative payer sources, and coordinate verified findings with existing hospital teams.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127797" y="1965960"/>
            <a:ext cx="3515258" cy="22402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36941" y="1975104"/>
            <a:ext cx="3496970" cy="365760"/>
          </a:xfrm>
          <a:prstGeom prst="rect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56397" y="1965960"/>
            <a:ext cx="17576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03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9885426" y="1965960"/>
            <a:ext cx="15290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DAYS 61 – 90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356397" y="2532888"/>
            <a:ext cx="2052218" cy="73152"/>
          </a:xfrm>
          <a:prstGeom prst="roundRect">
            <a:avLst>
              <a:gd name="adj" fmla="val 375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56397" y="2532888"/>
            <a:ext cx="684073" cy="73152"/>
          </a:xfrm>
          <a:prstGeom prst="roundRect">
            <a:avLst>
              <a:gd name="adj" fmla="val 37500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518343" y="24597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 of 90 days</a:t>
            </a:r>
            <a:endParaRPr lang="en-US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8356397" y="2743200"/>
            <a:ext cx="30580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Validation &amp; Review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356397" y="3108960"/>
            <a:ext cx="30580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Reconcile outcomes, review billing corrections and collections, assess operational impact, and recommend continued monitoring and potential expansion.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48640" y="4480560"/>
            <a:ext cx="3515258" cy="1719072"/>
          </a:xfrm>
          <a:prstGeom prst="roundRect">
            <a:avLst>
              <a:gd name="adj" fmla="val 2128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8640" y="4480560"/>
            <a:ext cx="3515258" cy="45720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4709160"/>
            <a:ext cx="30580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TO READ THE PILOT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777240" y="4983480"/>
            <a:ext cx="305805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Many claims take longer than 90 days to resolve. The pilot measures </a:t>
            </a:r>
            <a:r>
              <a:rPr lang="en-US" sz="10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leading indicators</a:t>
            </a: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and any collections realized; final financial performance is reviewed as the identified account cohort matures.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338218" y="4480560"/>
            <a:ext cx="3515258" cy="1719072"/>
          </a:xfrm>
          <a:prstGeom prst="roundRect">
            <a:avLst>
              <a:gd name="adj" fmla="val 2128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338218" y="4480560"/>
            <a:ext cx="3515258" cy="45720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66818" y="4709160"/>
            <a:ext cx="30580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COOK COUNTY HEALTH PROVIDES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4566818" y="4983480"/>
            <a:ext cx="305805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sponsor and agreed pilot scope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 volume, payer mix, and current TPL/WC workflow data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Compliance requirements and data-access terms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127797" y="4480560"/>
            <a:ext cx="3515258" cy="1719072"/>
          </a:xfrm>
          <a:prstGeom prst="roundRect">
            <a:avLst>
              <a:gd name="adj" fmla="val 2128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127797" y="4480560"/>
            <a:ext cx="3515258" cy="45720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356397" y="4709160"/>
            <a:ext cx="30580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LABORFORCE PROVIDES</a:t>
            </a:r>
            <a:endParaRPr lang="en-US" sz="800" dirty="0"/>
          </a:p>
        </p:txBody>
      </p:sp>
      <p:sp>
        <p:nvSpPr>
          <p:cNvPr id="42" name="Text 40"/>
          <p:cNvSpPr txBox="1"/>
          <p:nvPr/>
        </p:nvSpPr>
        <p:spPr>
          <a:xfrm>
            <a:off x="8356397" y="4983480"/>
            <a:ext cx="305805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Screening, specialist review, and case investigation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Dedicated patient outreach and lien administration support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Joint reporting at days 30, 60, and 90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 / 08</a:t>
            </a:r>
            <a:endParaRPr lang="en-US" sz="800" dirty="0"/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SUCCESS METRICS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30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Transparent. Measurable.</a:t>
            </a:r>
            <a:endParaRPr lang="en-US" sz="3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3000" kern="0" spc="-100" dirty="0">
                <a:solidFill>
                  <a:srgbClr val="6A7F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Jointly reviewed.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602154" cy="2240280"/>
          </a:xfrm>
          <a:prstGeom prst="roundRect">
            <a:avLst>
              <a:gd name="adj" fmla="val 1633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2011680"/>
            <a:ext cx="2602154" cy="54864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13432"/>
            <a:ext cx="128016" cy="128016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5840" y="2212848"/>
            <a:ext cx="19620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Leading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578608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Early signals that cases are being found and verified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017520"/>
            <a:ext cx="214495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Encounters screened and flagged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Number and % with verified additional responsible-party coverage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Accounts accepted for billing correction or recovery action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79394" y="2011680"/>
            <a:ext cx="2602154" cy="2240280"/>
          </a:xfrm>
          <a:prstGeom prst="roundRect">
            <a:avLst>
              <a:gd name="adj" fmla="val 1633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79394" y="2011680"/>
            <a:ext cx="2602154" cy="54864"/>
          </a:xfrm>
          <a:prstGeom prst="rect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07994" y="2313432"/>
            <a:ext cx="128016" cy="128016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836594" y="2212848"/>
            <a:ext cx="19620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607994" y="2578608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program returns, net of adjustments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3607994" y="3017520"/>
            <a:ext cx="214495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collections attributable to the program, net of reversals and adjustments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Incremental net revenue after program costs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10148" y="2011680"/>
            <a:ext cx="2602154" cy="2240280"/>
          </a:xfrm>
          <a:prstGeom prst="roundRect">
            <a:avLst>
              <a:gd name="adj" fmla="val 1633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0148" y="2011680"/>
            <a:ext cx="2602154" cy="54864"/>
          </a:xfrm>
          <a:prstGeom prst="rect">
            <a:avLst/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38748" y="2313432"/>
            <a:ext cx="128016" cy="128016"/>
          </a:xfrm>
          <a:prstGeom prst="ellipse">
            <a:avLst/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67348" y="2212848"/>
            <a:ext cx="19620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Operational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438748" y="2578608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Effect on hospital teams and account flow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438748" y="3017520"/>
            <a:ext cx="214495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workload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Turnaround time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Unresolved account aging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040901" y="2011680"/>
            <a:ext cx="2602154" cy="2240280"/>
          </a:xfrm>
          <a:prstGeom prst="roundRect">
            <a:avLst>
              <a:gd name="adj" fmla="val 1633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040901" y="2011680"/>
            <a:ext cx="2602154" cy="54864"/>
          </a:xfrm>
          <a:prstGeom prst="rect">
            <a:avLst/>
          </a:prstGeom>
          <a:solidFill>
            <a:srgbClr val="7A95AD"/>
          </a:solidFill>
          <a:ln w="12700">
            <a:solidFill>
              <a:srgbClr val="7A95A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269501" y="2313432"/>
            <a:ext cx="128016" cy="128016"/>
          </a:xfrm>
          <a:prstGeom prst="ellipse">
            <a:avLst/>
          </a:prstGeom>
          <a:solidFill>
            <a:srgbClr val="7A95AD"/>
          </a:solidFill>
          <a:ln w="12700">
            <a:solidFill>
              <a:srgbClr val="7A95A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498101" y="2212848"/>
            <a:ext cx="19620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Quality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269501" y="2578608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Safeguards that stay in place throughout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9269501" y="3017520"/>
            <a:ext cx="214495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Compliance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Patient experience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Documentation quality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4526280"/>
            <a:ext cx="11094415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470916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JOINT REVIEW CADENCE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40080" y="5184648"/>
            <a:ext cx="10911535" cy="0"/>
          </a:xfrm>
          <a:prstGeom prst="line">
            <a:avLst/>
          </a:prstGeom>
          <a:noFill/>
          <a:ln w="19050">
            <a:solidFill>
              <a:srgbClr val="D4DC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48640" y="5093208"/>
            <a:ext cx="182880" cy="182880"/>
          </a:xfrm>
          <a:prstGeom prst="ellipse">
            <a:avLst/>
          </a:prstGeom>
          <a:solidFill>
            <a:srgbClr val="0A8FA6"/>
          </a:solidFill>
          <a:ln w="254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48640" y="5413248"/>
            <a:ext cx="24992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641848"/>
            <a:ext cx="240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Scope, eligibility criteria, and baseline agreed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322244" y="5093208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322244" y="5413248"/>
            <a:ext cx="24992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30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3322244" y="5641848"/>
            <a:ext cx="240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Baseline confirmed; screening volumes and first flagged cohort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095848" y="5093208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095848" y="5413248"/>
            <a:ext cx="24992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60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6095848" y="5641848"/>
            <a:ext cx="240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Verification rate, accounts accepted for correction, staff workload impact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8869451" y="5093208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A8FA6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869451" y="5413248"/>
            <a:ext cx="24992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90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8869451" y="5641848"/>
            <a:ext cx="240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Collections to date, cohort maturity, and a joint decision on continuation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 / 08</a:t>
            </a:r>
            <a:endParaRPr lang="en-US" sz="800" dirty="0"/>
          </a:p>
        </p:txBody>
      </p:sp>
    </p:spTree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r>
              <a:rPr lang="en-US" sz="900" dirty="0">
                <a:solidFill>
                  <a:srgbClr val="375F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ASK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ask: a 90-day pilot at </a:t>
            </a:r>
            <a:r>
              <a:rPr lang="en-US" sz="3000" kern="0" spc="-10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John H. Stroger, Jr. Hospital.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Strengthen Cook County Health's fiscal resilience while supporting accessible, high-quality care for the community — through a focused, transparent, and measurable pilot, reviewed jointly at days 30, 60, and 90.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606040"/>
            <a:ext cx="3515258" cy="1737360"/>
          </a:xfrm>
          <a:prstGeom prst="roundRect">
            <a:avLst>
              <a:gd name="adj" fmla="val 2632"/>
            </a:avLst>
          </a:prstGeom>
          <a:solidFill>
            <a:srgbClr val="1B487E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880360"/>
            <a:ext cx="292608" cy="29260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80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300984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kern="0" spc="-3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sponsor &amp; scope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648456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sponsor and pilot scope at Stroger Hospital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38218" y="2606040"/>
            <a:ext cx="3515258" cy="1737360"/>
          </a:xfrm>
          <a:prstGeom prst="roundRect">
            <a:avLst>
              <a:gd name="adj" fmla="val 2632"/>
            </a:avLst>
          </a:prstGeom>
          <a:solidFill>
            <a:srgbClr val="1B487E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12538" y="2880360"/>
            <a:ext cx="292608" cy="29260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12538" y="2880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4612538" y="3300984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kern="0" spc="-3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baseline data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612538" y="3648456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 volume, payer mix, and the current TPL/WC workflow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127797" y="2606040"/>
            <a:ext cx="3515258" cy="1737360"/>
          </a:xfrm>
          <a:prstGeom prst="roundRect">
            <a:avLst>
              <a:gd name="adj" fmla="val 2632"/>
            </a:avLst>
          </a:prstGeom>
          <a:solidFill>
            <a:srgbClr val="1B487E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02117" y="2880360"/>
            <a:ext cx="292608" cy="29260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02117" y="2880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8402117" y="3300984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kern="0" spc="-3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Agree &amp; launch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402117" y="3648456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Compliance requirements and success metrics; launch Phase 1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5779008"/>
            <a:ext cx="777240" cy="493776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1" name="Image 0" descr="E:/Claude/laborforce-deck/brand/logo_full_lar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383" y="5847588"/>
            <a:ext cx="541755" cy="356616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7619695" y="573328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619695" y="600760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50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look forward to discussing the pilot with your leadership team.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 / 08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borForce">
  <a:themeElements>
    <a:clrScheme name="LaborForce">
      <a:dk1>
        <a:srgbClr val="15283D"/>
      </a:dk1>
      <a:lt1>
        <a:srgbClr val="FFFFFF"/>
      </a:lt1>
      <a:dk2>
        <a:srgbClr val="0C3C75"/>
      </a:dk2>
      <a:lt2>
        <a:srgbClr val="F4F6F9"/>
      </a:lt2>
      <a:accent1>
        <a:srgbClr val="0A8FA6"/>
      </a:accent1>
      <a:accent2>
        <a:srgbClr val="E0F1F6"/>
      </a:accent2>
      <a:accent3>
        <a:srgbClr val="7FD3E3"/>
      </a:accent3>
      <a:accent4>
        <a:srgbClr val="4A5B6E"/>
      </a:accent4>
      <a:accent5>
        <a:srgbClr val="6E7E90"/>
      </a:accent5>
      <a:accent6>
        <a:srgbClr val="D4DCE6"/>
      </a:accent6>
      <a:hlink>
        <a:srgbClr val="0A8FA6"/>
      </a:hlink>
      <a:folHlink>
        <a:srgbClr val="4A5B6E"/>
      </a:folHlink>
    </a:clrScheme>
    <a:fontScheme name="LaborForce">
      <a:majorFont>
        <a:latin typeface="Sego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46501</Words>
  <Application>Microsoft Office PowerPoint</Application>
  <PresentationFormat>Widescreen</PresentationFormat>
  <Paragraphs>14763</Paragraphs>
  <Slides>263</Slides>
  <Notes>263</Notes>
  <HiddenSlides>255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263</vt:i4>
      </vt:variant>
    </vt:vector>
  </HeadingPairs>
  <TitlesOfParts>
    <vt:vector size="266" baseType="lpstr">
      <vt:lpstr>Arial</vt:lpstr>
      <vt:lpstr>Segoe UI</vt:lpstr>
      <vt:lpstr>LaborForce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LaborForce Medical Management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LaborForce Medical Management — Cook County Health Executive Briefing</dc:title>
  <dc:subject>90-day TPL/Workers' Comp revenue-recovery pilot</dc:subject>
  <dc:creator>LaborForce Medical Management</dc:creator>
  <cp:lastModifiedBy>a83192</cp:lastModifiedBy>
  <cp:revision>2</cp:revision>
  <dcterms:created xsi:type="dcterms:W3CDTF">2026-10-27T01:31:45Z</dcterms:created>
  <dcterms:modified xsi:type="dcterms:W3CDTF">2026-10-27T01:32:43Z</dcterms:modified>
</cp:coreProperties>
</file>