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F47-4F74-9131-5AB155F9E9A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4428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/Claude/laborforce-deck/brand/hospital_cover_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783080"/>
            <a:ext cx="5257800" cy="5074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96596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revenue identification and recovery partnership for Cook County Health's emergency and trauma care.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17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PARTNERS</a:t>
            </a:r>
            <a:endParaRPr lang="en-US" sz="800" dirty="0"/>
          </a:p>
        </p:txBody>
      </p:sp>
      <p:pic>
        <p:nvPicPr>
          <p:cNvPr id="7" name="Image 1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4951476"/>
            <a:ext cx="1510429" cy="2834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315101" y="4855464"/>
            <a:ext cx="0" cy="475488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pic>
        <p:nvPicPr>
          <p:cNvPr id="9" name="Image 2" descr="E:/Claude/laborforce-deck/brand/hph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1133" y="4892040"/>
            <a:ext cx="1386021" cy="40233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08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17" name="Text 12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23" name="Text 18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092440" y="4754880"/>
            <a:ext cx="3779215" cy="914400"/>
          </a:xfrm>
          <a:prstGeom prst="roundRect">
            <a:avLst>
              <a:gd name="adj" fmla="val 40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75320" y="493776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8275320" y="51755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inside the revenue cycle</a:t>
            </a: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already run.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350008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057400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057400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350008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057400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08376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300984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008376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008376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300984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008376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959352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2519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251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959352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3959352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2519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251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3959352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057400"/>
            <a:ext cx="356616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2585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514600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578608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788920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59975" y="3139440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294888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358896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569208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859975" y="3919728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075176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139184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349496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020056"/>
            <a:ext cx="11094415" cy="603504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020056"/>
            <a:ext cx="45720" cy="60350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25780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020056"/>
            <a:ext cx="8808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08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8562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1343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2677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441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7706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22783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1821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558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3558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6850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142232"/>
            <a:ext cx="30581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3648" y="40965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2702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2702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5994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056632"/>
            <a:ext cx="22936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9108" y="50109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1846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1846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43" name="Text 41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21208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36508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808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67108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82408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7709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3009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8309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3609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909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74210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9510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4810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0110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5410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0711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6011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81311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96611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11911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36508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1808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67108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82408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97709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3009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28309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43609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58909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4210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89510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4810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20110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35410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50711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66011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81311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96611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1911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21208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36508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1808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67108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82408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97709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3009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28309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43609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58909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74210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89510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04810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20110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35410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50711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66011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81311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96611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11911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21208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36508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1808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67108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7709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3009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28309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8909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74210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9510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0110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35410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0711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81311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6611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11911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21208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36508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51808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7108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82408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97709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13009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28309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43609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58909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74210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89510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04810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20110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35410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50711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66011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81311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96611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11911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21208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36508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51808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67108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82408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97709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13009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28309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43609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58909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74210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89510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04810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20110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35410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50711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66011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81311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796611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11911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21208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36508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51808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67108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82408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97709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13009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28309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43609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58909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74210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89510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04810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20110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35410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50711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66011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81311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96611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811911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212080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365082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518084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671086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824088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977090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130092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283094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436096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6589098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3" name="Text 201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Text 203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9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0" name="Shape 207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1" name="Text 208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2" name="Text 209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3" name="Text 210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4" name="Shape 211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5" name="Text 212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6" name="Text 213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7" name="Text 214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8" name="Shape 215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9" name="Text 216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20" name="Text 217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1" name="Text 218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2" name="Shape 219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3" name="Text 220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4" name="Text 221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5" name="Text 22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08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r>
              <a:rPr lang="en-US" sz="3000" kern="0" spc="-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779008"/>
            <a:ext cx="777240" cy="49377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83" y="5847588"/>
            <a:ext cx="541755" cy="35661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7332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6007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1369</Words>
  <Application>Microsoft Office PowerPoint</Application>
  <PresentationFormat>Widescreen</PresentationFormat>
  <Paragraphs>228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2026-10-27T00:44:11Z</dcterms:created>
  <dcterms:modified xsi:type="dcterms:W3CDTF">2026-10-27T00:44:18Z</dcterms:modified>
</cp:coreProperties>
</file>